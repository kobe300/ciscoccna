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21.xml.rels" ContentType="application/vnd.openxmlformats-package.relationships+xml"/>
  <Override PartName="/ppt/media/image1.jpeg" ContentType="image/jpeg"/>
  <Override PartName="/ppt/media/image3.png" ContentType="image/png"/>
  <Override PartName="/ppt/media/image2.jpeg" ContentType="image/jpeg"/>
  <Override PartName="/ppt/media/image8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60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3200" spc="-1" strike="noStrike">
                <a:solidFill>
                  <a:srgbClr val="58585b"/>
                </a:solidFill>
                <a:latin typeface="Arial"/>
              </a:rPr>
              <a:t>Click to move the slide</a:t>
            </a:r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JM" sz="2000" spc="-1" strike="noStrike">
                <a:latin typeface="Arial"/>
              </a:rPr>
              <a:t>Click to edit the notes format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JM" sz="1400" spc="-1" strike="noStrike">
                <a:latin typeface="Times New Roman"/>
              </a:rPr>
              <a:t>&lt;header&gt;</a:t>
            </a:r>
            <a:endParaRPr b="0" lang="en-JM" sz="1400" spc="-1" strike="noStrike">
              <a:latin typeface="Times New Roman"/>
            </a:endParaRPr>
          </a:p>
        </p:txBody>
      </p:sp>
      <p:sp>
        <p:nvSpPr>
          <p:cNvPr id="331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0" lang="en-JM" sz="1400" spc="-1" strike="noStrike">
                <a:latin typeface="Times New Roman"/>
              </a:rPr>
              <a:t>&lt;date/time&gt;</a:t>
            </a:r>
            <a:endParaRPr b="0" lang="en-JM" sz="1400" spc="-1" strike="noStrike">
              <a:latin typeface="Times New Roman"/>
            </a:endParaRPr>
          </a:p>
        </p:txBody>
      </p:sp>
      <p:sp>
        <p:nvSpPr>
          <p:cNvPr id="332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r>
              <a:rPr b="0" lang="en-JM" sz="1400" spc="-1" strike="noStrike">
                <a:latin typeface="Times New Roman"/>
              </a:rPr>
              <a:t>&lt;footer&gt;</a:t>
            </a:r>
            <a:endParaRPr b="0" lang="en-JM" sz="1400" spc="-1" strike="noStrike">
              <a:latin typeface="Times New Roman"/>
            </a:endParaRPr>
          </a:p>
        </p:txBody>
      </p:sp>
      <p:sp>
        <p:nvSpPr>
          <p:cNvPr id="333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buNone/>
            </a:pPr>
            <a:fld id="{0C31AB0D-72E9-4EF8-B38D-724FF7D23588}" type="slidenum">
              <a:rPr b="0" lang="en-JM" sz="1400" spc="-1" strike="noStrike">
                <a:latin typeface="Times New Roman"/>
              </a:rPr>
              <a:t>&lt;number&gt;</a:t>
            </a:fld>
            <a:endParaRPr b="0" lang="en-JM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0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Cisco Networking Academy Program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Introduction to Networks v7.0 (ITN)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Module 5: Number Systems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JM" sz="2000" spc="-1" strike="noStrike">
              <a:latin typeface="Arial"/>
            </a:endParaRPr>
          </a:p>
        </p:txBody>
      </p:sp>
      <p:sp>
        <p:nvSpPr>
          <p:cNvPr id="401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99E602C8-628D-4592-A32C-C9640BE0A095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Rectangle 11"/>
          <p:cNvSpPr/>
          <p:nvPr/>
        </p:nvSpPr>
        <p:spPr>
          <a:xfrm>
            <a:off x="5929200" y="8680320"/>
            <a:ext cx="81252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720" rIns="18720" tIns="0" bIns="0" anchor="b">
            <a:noAutofit/>
          </a:bodyPr>
          <a:p>
            <a:pPr algn="r">
              <a:lnSpc>
                <a:spcPct val="100000"/>
              </a:lnSpc>
              <a:buNone/>
            </a:pPr>
            <a:fld id="{57218E18-A902-4DDD-B08D-B075543416EB}" type="slidenum">
              <a:rPr b="0" lang="en-US" sz="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&lt;number&gt;</a:t>
            </a:fld>
            <a:endParaRPr b="0" lang="en-JM" sz="800" spc="-1" strike="noStrike">
              <a:latin typeface="Arial"/>
            </a:endParaRPr>
          </a:p>
        </p:txBody>
      </p:sp>
      <p:sp>
        <p:nvSpPr>
          <p:cNvPr id="403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0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GB" sz="2000" spc="-1" strike="noStrike">
                <a:latin typeface="Arial"/>
              </a:rPr>
              <a:t>5.0- Introduction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GB" sz="2000" spc="-1" strike="noStrike">
                <a:latin typeface="Arial"/>
              </a:rPr>
              <a:t>5.0.2 – What will I learn in this module?</a:t>
            </a:r>
            <a:endParaRPr b="0" lang="en-JM" sz="2000" spc="-1" strike="noStrike"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0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5 -Number Systems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5.1 Binary Number System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40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7BF439CD-8BA4-4ACA-ADEA-9A4419DCA565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0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5 – Number Systems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5.1 – Binary Number Systems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5.1.1 – Binary and IPv4 Addresses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410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4483649F-D41A-4FEA-8E5C-CC902DF011A5}" type="slidenum">
              <a:rPr b="0" lang="en-US" sz="1200" spc="-1" strike="noStrike">
                <a:latin typeface="Times New Roman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1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5 – Number Systems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5.1 – Binary Number Systems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5.1.2 – Video – Convert Between Binary and Decimal Numbering Systems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413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3F59E64F-8108-43F6-B0C7-DF31FFBA161F}" type="slidenum">
              <a:rPr b="0" lang="en-US" sz="1200" spc="-1" strike="noStrike">
                <a:latin typeface="Times New Roman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1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5 – Number Systems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5.1 – Binary Number Systems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5.1.3 – Binary Positional Notation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416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9AAE591B-7A0C-48FB-BB97-0C1391404E94}" type="slidenum">
              <a:rPr b="0" lang="en-US" sz="1200" spc="-1" strike="noStrike">
                <a:latin typeface="Times New Roman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1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5 – Number Systems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5.1 – Binary Number Systems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5.1.3 – Binary Positional Notation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5.1.4 – Check Your Understanding – Binary Number System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419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BCAA331F-0DA8-422E-A050-BF232A77851C}" type="slidenum">
              <a:rPr b="0" lang="en-US" sz="1200" spc="-1" strike="noStrike">
                <a:latin typeface="Times New Roman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2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5 – Number Systems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5.1 – Binary Number Systems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5.1.5  - Convert Binary to Decimal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5.1.6 – Activity – Binary to Decimal Conversions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422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B7E5C3D3-877D-4663-8386-D8562BF9FDB8}" type="slidenum">
              <a:rPr b="0" lang="en-US" sz="1200" spc="-1" strike="noStrike">
                <a:latin typeface="Times New Roman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2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5 – Number Systems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5.1 – Binary Number Systems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5.1.7 – Decimal to Binary Conversion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425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49711E8C-7219-44E1-9698-B9A0F9663FC4}" type="slidenum">
              <a:rPr b="0" lang="en-US" sz="1200" spc="-1" strike="noStrike">
                <a:latin typeface="Times New Roman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2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5 – Number Systems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5.1 – Binary Number Systems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5.1.8 – Decimal to Binary Conversion Example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5.1.9 - Activity – Decimal to Binary Conversions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5.1.10 – Activity – Binary Game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428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6F5061EE-AC3C-444B-AF78-086586A9F8DB}" type="slidenum">
              <a:rPr b="0" lang="en-US" sz="1200" spc="-1" strike="noStrike">
                <a:latin typeface="Times New Roman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3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5 – Number Systems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5.1 – Binary Number Systems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5.1.11 – IPv4 Addresses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431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FECDDC52-B38E-4020-8F87-3BF78616A53E}" type="slidenum">
              <a:rPr b="0" lang="en-US" sz="1200" spc="-1" strike="noStrike">
                <a:latin typeface="Times New Roman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3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5- Number Systems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5.2 - Hexadecimal Number System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434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004FB24B-7DE2-45A2-9CC0-1244E25AEAFB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3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5 – Number Systems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5.2 – Hexadecimal Number Systems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5.2.1– Hexadecimal and IPv6 Addresses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43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0FC9B15C-4CB7-4796-805A-FC63E7B0C702}" type="slidenum">
              <a:rPr b="0" lang="en-US" sz="1200" spc="-1" strike="noStrike">
                <a:latin typeface="Times New Roman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3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5 – Number Systems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5.2 – Hexadecimal Number Systems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5.2.1– Hexadecimal and IPv6 Addresses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440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4D5B0272-D790-4ADB-998B-58419E985B8A}" type="slidenum">
              <a:rPr b="0" lang="en-US" sz="1200" spc="-1" strike="noStrike">
                <a:latin typeface="Times New Roman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4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5 – Number Systems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5.2 – Hexadecimal Number Systems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5.2.2 – Video – Converting Between Hexadecimal and Decimal Numbering Systems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443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D186A194-8EF4-4811-ADD9-A4160C13CC2D}" type="slidenum">
              <a:rPr b="0" lang="en-US" sz="1200" spc="-1" strike="noStrike">
                <a:latin typeface="Times New Roman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5 – Number Systems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5.2 – Hexadecimal Number Systems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5.2.3 – </a:t>
            </a:r>
            <a:r>
              <a:rPr b="0" lang="en-US" sz="1200" spc="-1" strike="noStrike">
                <a:latin typeface="Arial"/>
              </a:rPr>
              <a:t>Decimal to Hexadecimal Conversions</a:t>
            </a:r>
            <a:endParaRPr b="0" lang="en-JM" sz="1200" spc="-1" strike="noStrike">
              <a:latin typeface="Arial"/>
            </a:endParaRPr>
          </a:p>
        </p:txBody>
      </p:sp>
      <p:sp>
        <p:nvSpPr>
          <p:cNvPr id="446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D0FB96CD-EFED-464E-B5CA-342AC7484800}" type="slidenum">
              <a:rPr b="0" lang="en-US" sz="1200" spc="-1" strike="noStrike">
                <a:latin typeface="Times New Roman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4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5 – Number Systems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5.2 – Hexadecimal Number Systems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5.2.4 - </a:t>
            </a:r>
            <a:r>
              <a:rPr b="0" lang="en-US" sz="1200" spc="-1" strike="noStrike">
                <a:latin typeface="Arial"/>
              </a:rPr>
              <a:t>Hexadecimal to Decimal Conversions</a:t>
            </a:r>
            <a:endParaRPr b="0" lang="en-JM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latin typeface="Arial"/>
              </a:rPr>
              <a:t>5.2.5 – Check Your Understanding – Hexadecimal Number System</a:t>
            </a:r>
            <a:endParaRPr b="0" lang="en-JM" sz="1200" spc="-1" strike="noStrike">
              <a:latin typeface="Arial"/>
            </a:endParaRPr>
          </a:p>
        </p:txBody>
      </p:sp>
      <p:sp>
        <p:nvSpPr>
          <p:cNvPr id="449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09D20BBA-A142-404A-B37A-3A1D58A9492E}" type="slidenum">
              <a:rPr b="0" lang="en-US" sz="1200" spc="-1" strike="noStrike">
                <a:latin typeface="Times New Roman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5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5 - Number Systems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5.3 Module Practice and Quiz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452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6D371FE1-1553-4B6E-BEFF-427F451C8179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PlaceHolder 1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C5FA41A0-0F87-48F6-A0E4-263117C829D1}" type="slidenum">
              <a:rPr b="0" lang="en-US" sz="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&lt;number&gt;</a:t>
            </a:fld>
            <a:endParaRPr b="0" lang="en-JM" sz="800" spc="-1" strike="noStrike">
              <a:latin typeface="Times New Roman"/>
            </a:endParaRPr>
          </a:p>
        </p:txBody>
      </p:sp>
      <p:sp>
        <p:nvSpPr>
          <p:cNvPr id="454" name="PlaceHolder 2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55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5 – Number Systems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5.3 - Module Practice and Quiz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5.3.1 – What Did I Learn In This Module?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latin typeface="Arial"/>
              </a:rPr>
              <a:t>5.3.2 – Module Quiz</a:t>
            </a:r>
            <a:endParaRPr b="0" lang="en-JM" sz="1200" spc="-1" strike="noStrike">
              <a:latin typeface="Arial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PlaceHolder 1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C4EFAC00-2A75-4762-9664-9F453A80A8B3}" type="slidenum">
              <a:rPr b="0" lang="en-US" sz="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&lt;number&gt;</a:t>
            </a:fld>
            <a:endParaRPr b="0" lang="en-JM" sz="800" spc="-1" strike="noStrike">
              <a:latin typeface="Times New Roman"/>
            </a:endParaRPr>
          </a:p>
        </p:txBody>
      </p:sp>
      <p:sp>
        <p:nvSpPr>
          <p:cNvPr id="457" name="PlaceHolder 2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58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JM" sz="2000" spc="-1" strike="noStrike">
              <a:latin typeface="Arial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6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JM" sz="2000" spc="-1" strike="noStrike">
              <a:latin typeface="Arial"/>
            </a:endParaRPr>
          </a:p>
        </p:txBody>
      </p:sp>
      <p:sp>
        <p:nvSpPr>
          <p:cNvPr id="461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85C7B79A-F1C7-4C2E-AA52-87DC331BB881}" type="slidenum">
              <a:rPr b="0" lang="en-US" sz="1200" spc="-1" strike="noStrike">
                <a:latin typeface="Times New Roman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JM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JM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71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72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JM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JM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26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27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28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JM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JM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7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82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9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94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99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00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01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JM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JM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3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37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4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4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49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53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54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55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56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JM" sz="3200" spc="-1" strike="noStrike"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9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JM" sz="3200" spc="-1" strike="noStrike"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0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0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0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0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1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1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1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1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2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2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2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2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2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2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49.xml"/><Relationship Id="rId4" Type="http://schemas.openxmlformats.org/officeDocument/2006/relationships/slideLayout" Target="../slideLayouts/slideLayout50.xml"/><Relationship Id="rId5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6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8c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7" hidden="1"/>
          <p:cNvSpPr/>
          <p:nvPr/>
        </p:nvSpPr>
        <p:spPr>
          <a:xfrm>
            <a:off x="8389080" y="4743360"/>
            <a:ext cx="471600" cy="153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1560" rIns="61560" tIns="30960" bIns="30960" anchor="b">
            <a:spAutoFit/>
          </a:bodyPr>
          <a:p>
            <a:pPr algn="r">
              <a:lnSpc>
                <a:spcPct val="100000"/>
              </a:lnSpc>
              <a:buNone/>
            </a:pPr>
            <a:fld id="{31364BD9-0E8A-4952-81BB-B861EA739B67}" type="slidenum">
              <a:rPr b="0" lang="en-US" sz="600" spc="-1" strike="noStrike">
                <a:solidFill>
                  <a:srgbClr val="d9d9d9"/>
                </a:solidFill>
                <a:latin typeface="Arial"/>
              </a:rPr>
              <a:t>1</a:t>
            </a:fld>
            <a:endParaRPr b="0" lang="en-JM" sz="600" spc="-1" strike="noStrike">
              <a:latin typeface="Arial"/>
            </a:endParaRPr>
          </a:p>
        </p:txBody>
      </p:sp>
      <p:sp>
        <p:nvSpPr>
          <p:cNvPr id="1" name="Rectangle 4" hidden="1"/>
          <p:cNvSpPr/>
          <p:nvPr/>
        </p:nvSpPr>
        <p:spPr>
          <a:xfrm>
            <a:off x="5530680" y="4741920"/>
            <a:ext cx="2994480" cy="153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61560" rIns="61560" tIns="30960" bIns="30960" anchor="b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600" spc="-1" strike="noStrike">
                <a:solidFill>
                  <a:srgbClr val="d9d9d9"/>
                </a:solidFill>
                <a:latin typeface="Arial"/>
              </a:rPr>
              <a:t>© 2019 Cisco and/or its affiliates. All rights reserved.   Cisco Confidential</a:t>
            </a:r>
            <a:endParaRPr b="0" lang="en-JM" sz="600" spc="-1" strike="noStrike">
              <a:latin typeface="Arial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507960" y="4715280"/>
            <a:ext cx="339840" cy="180360"/>
            <a:chOff x="507960" y="4715280"/>
            <a:chExt cx="339840" cy="180360"/>
          </a:xfrm>
        </p:grpSpPr>
        <p:sp>
          <p:nvSpPr>
            <p:cNvPr id="3" name="Rectangle 5"/>
            <p:cNvSpPr/>
            <p:nvPr/>
          </p:nvSpPr>
          <p:spPr>
            <a:xfrm>
              <a:off x="604440" y="4835160"/>
              <a:ext cx="14400" cy="59400"/>
            </a:xfrm>
            <a:prstGeom prst="rect">
              <a:avLst/>
            </a:pr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" name="Freeform 6"/>
            <p:cNvSpPr/>
            <p:nvPr/>
          </p:nvSpPr>
          <p:spPr>
            <a:xfrm>
              <a:off x="694440" y="4834440"/>
              <a:ext cx="44280" cy="6120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" name="Freeform 7"/>
            <p:cNvSpPr/>
            <p:nvPr/>
          </p:nvSpPr>
          <p:spPr>
            <a:xfrm>
              <a:off x="538560" y="4834440"/>
              <a:ext cx="45000" cy="6120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" name="Freeform 8"/>
            <p:cNvSpPr/>
            <p:nvPr/>
          </p:nvSpPr>
          <p:spPr>
            <a:xfrm>
              <a:off x="755280" y="4834440"/>
              <a:ext cx="61200" cy="61200"/>
            </a:xfrm>
            <a:custGeom>
              <a:avLst/>
              <a:gdLst/>
              <a:ahLst/>
              <a:rect l="l" t="t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" name="Freeform 9"/>
            <p:cNvSpPr/>
            <p:nvPr/>
          </p:nvSpPr>
          <p:spPr>
            <a:xfrm>
              <a:off x="639000" y="4834440"/>
              <a:ext cx="40320" cy="61200"/>
            </a:xfrm>
            <a:custGeom>
              <a:avLst/>
              <a:gdLst/>
              <a:ahLst/>
              <a:rect l="l" t="t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" name="Freeform 10"/>
            <p:cNvSpPr/>
            <p:nvPr/>
          </p:nvSpPr>
          <p:spPr>
            <a:xfrm>
              <a:off x="50796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" name="Freeform 11"/>
            <p:cNvSpPr/>
            <p:nvPr/>
          </p:nvSpPr>
          <p:spPr>
            <a:xfrm>
              <a:off x="54864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" name="Freeform 12"/>
            <p:cNvSpPr/>
            <p:nvPr/>
          </p:nvSpPr>
          <p:spPr>
            <a:xfrm>
              <a:off x="589320" y="4715280"/>
              <a:ext cx="14400" cy="9396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" name="Freeform 13"/>
            <p:cNvSpPr/>
            <p:nvPr/>
          </p:nvSpPr>
          <p:spPr>
            <a:xfrm>
              <a:off x="63000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" name="Freeform 14"/>
            <p:cNvSpPr/>
            <p:nvPr/>
          </p:nvSpPr>
          <p:spPr>
            <a:xfrm>
              <a:off x="67068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" name="Freeform 15"/>
            <p:cNvSpPr/>
            <p:nvPr/>
          </p:nvSpPr>
          <p:spPr>
            <a:xfrm>
              <a:off x="71136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" name="Freeform 16"/>
            <p:cNvSpPr/>
            <p:nvPr/>
          </p:nvSpPr>
          <p:spPr>
            <a:xfrm>
              <a:off x="752040" y="4715280"/>
              <a:ext cx="14400" cy="9396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" name="Freeform 17"/>
            <p:cNvSpPr/>
            <p:nvPr/>
          </p:nvSpPr>
          <p:spPr>
            <a:xfrm>
              <a:off x="79272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" name="Freeform 18"/>
            <p:cNvSpPr/>
            <p:nvPr/>
          </p:nvSpPr>
          <p:spPr>
            <a:xfrm>
              <a:off x="83340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pic>
        <p:nvPicPr>
          <p:cNvPr id="17" name="Picture 2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body"/>
          </p:nvPr>
        </p:nvSpPr>
        <p:spPr>
          <a:xfrm>
            <a:off x="469440" y="4049640"/>
            <a:ext cx="4318920" cy="287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95000"/>
              </a:lnSpc>
              <a:spcBef>
                <a:spcPts val="1074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8c6f4"/>
                </a:solidFill>
                <a:latin typeface="Arial"/>
              </a:rPr>
              <a:t>Click to edit Master text styles</a:t>
            </a:r>
            <a:endParaRPr b="0" lang="en-US" sz="1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69440" y="4289400"/>
            <a:ext cx="4318920" cy="287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95000"/>
              </a:lnSpc>
              <a:spcBef>
                <a:spcPts val="1074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8c6f4"/>
                </a:solidFill>
                <a:latin typeface="Arial"/>
              </a:rPr>
              <a:t>Click to edit Master text styles</a:t>
            </a:r>
            <a:endParaRPr b="0" lang="en-US" sz="1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63320" y="2872080"/>
            <a:ext cx="5924880" cy="298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95000"/>
              </a:lnSpc>
              <a:spcBef>
                <a:spcPts val="1074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81c569"/>
                </a:solidFill>
                <a:latin typeface="Arial"/>
                <a:ea typeface="ＭＳ Ｐゴシック"/>
              </a:rPr>
              <a:t>Click to edit Master text styles</a:t>
            </a:r>
            <a:endParaRPr b="0" lang="en-US" sz="20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title"/>
          </p:nvPr>
        </p:nvSpPr>
        <p:spPr>
          <a:xfrm>
            <a:off x="425880" y="2300760"/>
            <a:ext cx="5955120" cy="64440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b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38c6f4"/>
                </a:solidFill>
                <a:latin typeface="Arial"/>
                <a:ea typeface="ＭＳ Ｐゴシック"/>
              </a:rPr>
              <a:t>Click to edit Master title style</a:t>
            </a:r>
            <a:endParaRPr b="0" lang="en-US" sz="3600" spc="-1" strike="noStrike">
              <a:solidFill>
                <a:srgbClr val="58585b"/>
              </a:solidFill>
              <a:latin typeface="Arial"/>
            </a:endParaRPr>
          </a:p>
        </p:txBody>
      </p:sp>
      <p:grpSp>
        <p:nvGrpSpPr>
          <p:cNvPr id="22" name="Group 4"/>
          <p:cNvGrpSpPr/>
          <p:nvPr/>
        </p:nvGrpSpPr>
        <p:grpSpPr>
          <a:xfrm>
            <a:off x="492120" y="395280"/>
            <a:ext cx="796680" cy="423360"/>
            <a:chOff x="492120" y="395280"/>
            <a:chExt cx="796680" cy="423360"/>
          </a:xfrm>
        </p:grpSpPr>
        <p:sp>
          <p:nvSpPr>
            <p:cNvPr id="23" name="Rectangle 5"/>
            <p:cNvSpPr/>
            <p:nvPr/>
          </p:nvSpPr>
          <p:spPr>
            <a:xfrm>
              <a:off x="717480" y="676440"/>
              <a:ext cx="34560" cy="139320"/>
            </a:xfrm>
            <a:prstGeom prst="rect">
              <a:avLst/>
            </a:pr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" name="Freeform 6"/>
            <p:cNvSpPr/>
            <p:nvPr/>
          </p:nvSpPr>
          <p:spPr>
            <a:xfrm>
              <a:off x="928800" y="674640"/>
              <a:ext cx="104400" cy="14400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" name="Freeform 7"/>
            <p:cNvSpPr/>
            <p:nvPr/>
          </p:nvSpPr>
          <p:spPr>
            <a:xfrm>
              <a:off x="563400" y="674640"/>
              <a:ext cx="105840" cy="14400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" name="Freeform 8"/>
            <p:cNvSpPr/>
            <p:nvPr/>
          </p:nvSpPr>
          <p:spPr>
            <a:xfrm>
              <a:off x="1071720" y="674640"/>
              <a:ext cx="144000" cy="144000"/>
            </a:xfrm>
            <a:custGeom>
              <a:avLst/>
              <a:gdLst/>
              <a:ahLst/>
              <a:rect l="l" t="t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" name="Freeform 9"/>
            <p:cNvSpPr/>
            <p:nvPr/>
          </p:nvSpPr>
          <p:spPr>
            <a:xfrm>
              <a:off x="798480" y="674640"/>
              <a:ext cx="95040" cy="144000"/>
            </a:xfrm>
            <a:custGeom>
              <a:avLst/>
              <a:gdLst/>
              <a:ahLst/>
              <a:rect l="l" t="t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" name="Freeform 10"/>
            <p:cNvSpPr/>
            <p:nvPr/>
          </p:nvSpPr>
          <p:spPr>
            <a:xfrm>
              <a:off x="492120" y="509760"/>
              <a:ext cx="34560" cy="7092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" name="Freeform 11"/>
            <p:cNvSpPr/>
            <p:nvPr/>
          </p:nvSpPr>
          <p:spPr>
            <a:xfrm>
              <a:off x="587520" y="461880"/>
              <a:ext cx="34560" cy="1188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" name="Freeform 12"/>
            <p:cNvSpPr/>
            <p:nvPr/>
          </p:nvSpPr>
          <p:spPr>
            <a:xfrm>
              <a:off x="682560" y="395280"/>
              <a:ext cx="34560" cy="22032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" name="Freeform 13"/>
            <p:cNvSpPr/>
            <p:nvPr/>
          </p:nvSpPr>
          <p:spPr>
            <a:xfrm>
              <a:off x="777960" y="461880"/>
              <a:ext cx="34560" cy="1188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" name="Freeform 14"/>
            <p:cNvSpPr/>
            <p:nvPr/>
          </p:nvSpPr>
          <p:spPr>
            <a:xfrm>
              <a:off x="873000" y="509760"/>
              <a:ext cx="34560" cy="7092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" name="Freeform 15"/>
            <p:cNvSpPr/>
            <p:nvPr/>
          </p:nvSpPr>
          <p:spPr>
            <a:xfrm>
              <a:off x="968400" y="461880"/>
              <a:ext cx="34560" cy="1188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" name="Freeform 16"/>
            <p:cNvSpPr/>
            <p:nvPr/>
          </p:nvSpPr>
          <p:spPr>
            <a:xfrm>
              <a:off x="1063800" y="395280"/>
              <a:ext cx="34560" cy="22032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" name="Freeform 17"/>
            <p:cNvSpPr/>
            <p:nvPr/>
          </p:nvSpPr>
          <p:spPr>
            <a:xfrm>
              <a:off x="1158840" y="461880"/>
              <a:ext cx="34560" cy="1188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" name="Freeform 18"/>
            <p:cNvSpPr/>
            <p:nvPr/>
          </p:nvSpPr>
          <p:spPr>
            <a:xfrm>
              <a:off x="1254240" y="509760"/>
              <a:ext cx="34560" cy="7092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"/>
          <p:cNvSpPr/>
          <p:nvPr/>
        </p:nvSpPr>
        <p:spPr>
          <a:xfrm>
            <a:off x="8389080" y="4743360"/>
            <a:ext cx="471600" cy="153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1560" rIns="61560" tIns="30960" bIns="30960" anchor="b">
            <a:spAutoFit/>
          </a:bodyPr>
          <a:p>
            <a:pPr algn="r">
              <a:lnSpc>
                <a:spcPct val="100000"/>
              </a:lnSpc>
              <a:buNone/>
            </a:pPr>
            <a:fld id="{FCC29E05-5B62-4BF0-BD59-08D8606B7329}" type="slidenum">
              <a:rPr b="0" lang="en-US" sz="600" spc="-1" strike="noStrike">
                <a:solidFill>
                  <a:srgbClr val="d9d9d9"/>
                </a:solidFill>
                <a:latin typeface="Arial"/>
              </a:rPr>
              <a:t>&lt;number&gt;</a:t>
            </a:fld>
            <a:endParaRPr b="0" lang="en-JM" sz="600" spc="-1" strike="noStrike">
              <a:latin typeface="Arial"/>
            </a:endParaRPr>
          </a:p>
        </p:txBody>
      </p:sp>
      <p:sp>
        <p:nvSpPr>
          <p:cNvPr id="74" name="Rectangle 4"/>
          <p:cNvSpPr/>
          <p:nvPr/>
        </p:nvSpPr>
        <p:spPr>
          <a:xfrm>
            <a:off x="5530680" y="4741920"/>
            <a:ext cx="2994480" cy="153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61560" rIns="61560" tIns="30960" bIns="30960" anchor="b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600" spc="-1" strike="noStrike">
                <a:solidFill>
                  <a:srgbClr val="d9d9d9"/>
                </a:solidFill>
                <a:latin typeface="Arial"/>
              </a:rPr>
              <a:t>© 2019 Cisco and/or its affiliates. All rights reserved.   Cisco Confidential</a:t>
            </a:r>
            <a:endParaRPr b="0" lang="en-JM" sz="600" spc="-1" strike="noStrike">
              <a:latin typeface="Arial"/>
            </a:endParaRPr>
          </a:p>
        </p:txBody>
      </p:sp>
      <p:grpSp>
        <p:nvGrpSpPr>
          <p:cNvPr id="75" name="Group 4"/>
          <p:cNvGrpSpPr/>
          <p:nvPr/>
        </p:nvGrpSpPr>
        <p:grpSpPr>
          <a:xfrm>
            <a:off x="507960" y="4715280"/>
            <a:ext cx="339840" cy="180360"/>
            <a:chOff x="507960" y="4715280"/>
            <a:chExt cx="339840" cy="180360"/>
          </a:xfrm>
        </p:grpSpPr>
        <p:sp>
          <p:nvSpPr>
            <p:cNvPr id="76" name="Rectangle 5"/>
            <p:cNvSpPr/>
            <p:nvPr/>
          </p:nvSpPr>
          <p:spPr>
            <a:xfrm>
              <a:off x="604440" y="4835160"/>
              <a:ext cx="14400" cy="59400"/>
            </a:xfrm>
            <a:prstGeom prst="rect">
              <a:avLst/>
            </a:pr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" name="Freeform 6"/>
            <p:cNvSpPr/>
            <p:nvPr/>
          </p:nvSpPr>
          <p:spPr>
            <a:xfrm>
              <a:off x="694440" y="4834440"/>
              <a:ext cx="44280" cy="6120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" name="Freeform 7"/>
            <p:cNvSpPr/>
            <p:nvPr/>
          </p:nvSpPr>
          <p:spPr>
            <a:xfrm>
              <a:off x="538560" y="4834440"/>
              <a:ext cx="45000" cy="6120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" name="Freeform 8"/>
            <p:cNvSpPr/>
            <p:nvPr/>
          </p:nvSpPr>
          <p:spPr>
            <a:xfrm>
              <a:off x="755280" y="4834440"/>
              <a:ext cx="61200" cy="61200"/>
            </a:xfrm>
            <a:custGeom>
              <a:avLst/>
              <a:gdLst/>
              <a:ahLst/>
              <a:rect l="l" t="t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" name="Freeform 9"/>
            <p:cNvSpPr/>
            <p:nvPr/>
          </p:nvSpPr>
          <p:spPr>
            <a:xfrm>
              <a:off x="639000" y="4834440"/>
              <a:ext cx="40320" cy="61200"/>
            </a:xfrm>
            <a:custGeom>
              <a:avLst/>
              <a:gdLst/>
              <a:ahLst/>
              <a:rect l="l" t="t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" name="Freeform 10"/>
            <p:cNvSpPr/>
            <p:nvPr/>
          </p:nvSpPr>
          <p:spPr>
            <a:xfrm>
              <a:off x="50796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2" name="Freeform 11"/>
            <p:cNvSpPr/>
            <p:nvPr/>
          </p:nvSpPr>
          <p:spPr>
            <a:xfrm>
              <a:off x="54864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3" name="Freeform 12"/>
            <p:cNvSpPr/>
            <p:nvPr/>
          </p:nvSpPr>
          <p:spPr>
            <a:xfrm>
              <a:off x="589320" y="4715280"/>
              <a:ext cx="14400" cy="9396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4" name="Freeform 13"/>
            <p:cNvSpPr/>
            <p:nvPr/>
          </p:nvSpPr>
          <p:spPr>
            <a:xfrm>
              <a:off x="63000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5" name="Freeform 14"/>
            <p:cNvSpPr/>
            <p:nvPr/>
          </p:nvSpPr>
          <p:spPr>
            <a:xfrm>
              <a:off x="67068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6" name="Freeform 15"/>
            <p:cNvSpPr/>
            <p:nvPr/>
          </p:nvSpPr>
          <p:spPr>
            <a:xfrm>
              <a:off x="71136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7" name="Freeform 16"/>
            <p:cNvSpPr/>
            <p:nvPr/>
          </p:nvSpPr>
          <p:spPr>
            <a:xfrm>
              <a:off x="752040" y="4715280"/>
              <a:ext cx="14400" cy="9396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8" name="Freeform 17"/>
            <p:cNvSpPr/>
            <p:nvPr/>
          </p:nvSpPr>
          <p:spPr>
            <a:xfrm>
              <a:off x="79272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9" name="Freeform 18"/>
            <p:cNvSpPr/>
            <p:nvPr/>
          </p:nvSpPr>
          <p:spPr>
            <a:xfrm>
              <a:off x="83340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90" name="PlaceHolder 1"/>
          <p:cNvSpPr>
            <a:spLocks noGrp="1"/>
          </p:cNvSpPr>
          <p:nvPr>
            <p:ph type="sldNum"/>
          </p:nvPr>
        </p:nvSpPr>
        <p:spPr>
          <a:xfrm>
            <a:off x="8473320" y="4954320"/>
            <a:ext cx="676440" cy="189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  <a:buNone/>
            </a:pPr>
            <a:fld id="{698AC40C-DCF9-42A9-AA9B-85568C829F82}" type="slidenum">
              <a:rPr b="0" lang="en-US" sz="530" spc="-1" strike="noStrike">
                <a:solidFill>
                  <a:srgbClr val="595959"/>
                </a:solidFill>
                <a:latin typeface="Arial"/>
                <a:ea typeface="ＭＳ Ｐゴシック"/>
              </a:rPr>
              <a:t>&lt;number&gt;</a:t>
            </a:fld>
            <a:endParaRPr b="0" lang="en-JM" sz="530" spc="-1" strike="noStrike">
              <a:latin typeface="Times New Roman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144000" y="798840"/>
            <a:ext cx="8852760" cy="4155120"/>
          </a:xfrm>
          <a:prstGeom prst="rect">
            <a:avLst/>
          </a:prstGeom>
          <a:noFill/>
          <a:ln w="0">
            <a:noFill/>
          </a:ln>
        </p:spPr>
        <p:txBody>
          <a:bodyPr numCol="1" spcCol="0" rIns="182880" anchor="t">
            <a:noAutofit/>
          </a:bodyPr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Wingdings" charset="2"/>
              <a:buChar char="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Click to edit Master text styles</a:t>
            </a:r>
            <a:endParaRPr b="0" lang="en-US" sz="15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Second level</a:t>
            </a:r>
            <a:endParaRPr b="0" lang="en-US" sz="1400" spc="-1" strike="noStrike">
              <a:solidFill>
                <a:srgbClr val="58585b"/>
              </a:solidFill>
              <a:latin typeface="Arial"/>
            </a:endParaRPr>
          </a:p>
          <a:p>
            <a:pPr lvl="2" marL="431640" indent="-16992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Third level</a:t>
            </a:r>
            <a:endParaRPr b="0" lang="en-US" sz="1200" spc="-1" strike="noStrike">
              <a:solidFill>
                <a:srgbClr val="58585b"/>
              </a:solidFill>
              <a:latin typeface="Arial"/>
            </a:endParaRPr>
          </a:p>
          <a:p>
            <a:pPr lvl="3" marL="503280" indent="-16992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Fourth level</a:t>
            </a:r>
            <a:endParaRPr b="0" lang="en-US" sz="11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title"/>
          </p:nvPr>
        </p:nvSpPr>
        <p:spPr>
          <a:xfrm>
            <a:off x="0" y="41400"/>
            <a:ext cx="9143640" cy="75708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Click to edit Master title style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ctangle 7" hidden="1"/>
          <p:cNvSpPr/>
          <p:nvPr/>
        </p:nvSpPr>
        <p:spPr>
          <a:xfrm>
            <a:off x="8389080" y="4743360"/>
            <a:ext cx="471600" cy="153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1560" rIns="61560" tIns="30960" bIns="30960" anchor="b">
            <a:spAutoFit/>
          </a:bodyPr>
          <a:p>
            <a:pPr algn="r">
              <a:lnSpc>
                <a:spcPct val="100000"/>
              </a:lnSpc>
              <a:buNone/>
            </a:pPr>
            <a:fld id="{E2ABFD4F-64B6-498D-A8C2-160D4DDCE344}" type="slidenum">
              <a:rPr b="0" lang="en-US" sz="600" spc="-1" strike="noStrike">
                <a:solidFill>
                  <a:srgbClr val="d9d9d9"/>
                </a:solidFill>
                <a:latin typeface="Arial"/>
              </a:rPr>
              <a:t>&lt;number&gt;</a:t>
            </a:fld>
            <a:endParaRPr b="0" lang="en-JM" sz="600" spc="-1" strike="noStrike">
              <a:latin typeface="Arial"/>
            </a:endParaRPr>
          </a:p>
        </p:txBody>
      </p:sp>
      <p:sp>
        <p:nvSpPr>
          <p:cNvPr id="130" name="Rectangle 4" hidden="1"/>
          <p:cNvSpPr/>
          <p:nvPr/>
        </p:nvSpPr>
        <p:spPr>
          <a:xfrm>
            <a:off x="5530680" y="4741920"/>
            <a:ext cx="2994480" cy="153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61560" rIns="61560" tIns="30960" bIns="30960" anchor="b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600" spc="-1" strike="noStrike">
                <a:solidFill>
                  <a:srgbClr val="d9d9d9"/>
                </a:solidFill>
                <a:latin typeface="Arial"/>
              </a:rPr>
              <a:t>© 2019 Cisco and/or its affiliates. All rights reserved.   Cisco Confidential</a:t>
            </a:r>
            <a:endParaRPr b="0" lang="en-JM" sz="600" spc="-1" strike="noStrike">
              <a:latin typeface="Arial"/>
            </a:endParaRPr>
          </a:p>
        </p:txBody>
      </p:sp>
      <p:grpSp>
        <p:nvGrpSpPr>
          <p:cNvPr id="131" name="Group 4"/>
          <p:cNvGrpSpPr/>
          <p:nvPr/>
        </p:nvGrpSpPr>
        <p:grpSpPr>
          <a:xfrm>
            <a:off x="507960" y="4715280"/>
            <a:ext cx="339840" cy="180360"/>
            <a:chOff x="507960" y="4715280"/>
            <a:chExt cx="339840" cy="180360"/>
          </a:xfrm>
        </p:grpSpPr>
        <p:sp>
          <p:nvSpPr>
            <p:cNvPr id="132" name="Rectangle 5"/>
            <p:cNvSpPr/>
            <p:nvPr/>
          </p:nvSpPr>
          <p:spPr>
            <a:xfrm>
              <a:off x="604440" y="4835160"/>
              <a:ext cx="14400" cy="59400"/>
            </a:xfrm>
            <a:prstGeom prst="rect">
              <a:avLst/>
            </a:pr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3" name="Freeform 6"/>
            <p:cNvSpPr/>
            <p:nvPr/>
          </p:nvSpPr>
          <p:spPr>
            <a:xfrm>
              <a:off x="694440" y="4834440"/>
              <a:ext cx="44280" cy="6120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4" name="Freeform 7"/>
            <p:cNvSpPr/>
            <p:nvPr/>
          </p:nvSpPr>
          <p:spPr>
            <a:xfrm>
              <a:off x="538560" y="4834440"/>
              <a:ext cx="45000" cy="6120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5" name="Freeform 8"/>
            <p:cNvSpPr/>
            <p:nvPr/>
          </p:nvSpPr>
          <p:spPr>
            <a:xfrm>
              <a:off x="755280" y="4834440"/>
              <a:ext cx="61200" cy="61200"/>
            </a:xfrm>
            <a:custGeom>
              <a:avLst/>
              <a:gdLst/>
              <a:ahLst/>
              <a:rect l="l" t="t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6" name="Freeform 9"/>
            <p:cNvSpPr/>
            <p:nvPr/>
          </p:nvSpPr>
          <p:spPr>
            <a:xfrm>
              <a:off x="639000" y="4834440"/>
              <a:ext cx="40320" cy="61200"/>
            </a:xfrm>
            <a:custGeom>
              <a:avLst/>
              <a:gdLst/>
              <a:ahLst/>
              <a:rect l="l" t="t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7" name="Freeform 10"/>
            <p:cNvSpPr/>
            <p:nvPr/>
          </p:nvSpPr>
          <p:spPr>
            <a:xfrm>
              <a:off x="50796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8" name="Freeform 11"/>
            <p:cNvSpPr/>
            <p:nvPr/>
          </p:nvSpPr>
          <p:spPr>
            <a:xfrm>
              <a:off x="54864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9" name="Freeform 12"/>
            <p:cNvSpPr/>
            <p:nvPr/>
          </p:nvSpPr>
          <p:spPr>
            <a:xfrm>
              <a:off x="589320" y="4715280"/>
              <a:ext cx="14400" cy="9396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0" name="Freeform 13"/>
            <p:cNvSpPr/>
            <p:nvPr/>
          </p:nvSpPr>
          <p:spPr>
            <a:xfrm>
              <a:off x="63000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1" name="Freeform 14"/>
            <p:cNvSpPr/>
            <p:nvPr/>
          </p:nvSpPr>
          <p:spPr>
            <a:xfrm>
              <a:off x="67068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2" name="Freeform 15"/>
            <p:cNvSpPr/>
            <p:nvPr/>
          </p:nvSpPr>
          <p:spPr>
            <a:xfrm>
              <a:off x="71136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3" name="Freeform 16"/>
            <p:cNvSpPr/>
            <p:nvPr/>
          </p:nvSpPr>
          <p:spPr>
            <a:xfrm>
              <a:off x="752040" y="4715280"/>
              <a:ext cx="14400" cy="9396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4" name="Freeform 17"/>
            <p:cNvSpPr/>
            <p:nvPr/>
          </p:nvSpPr>
          <p:spPr>
            <a:xfrm>
              <a:off x="79272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5" name="Freeform 18"/>
            <p:cNvSpPr/>
            <p:nvPr/>
          </p:nvSpPr>
          <p:spPr>
            <a:xfrm>
              <a:off x="83340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46" name="Rectangle 6"/>
          <p:cNvSpPr/>
          <p:nvPr/>
        </p:nvSpPr>
        <p:spPr>
          <a:xfrm>
            <a:off x="0" y="0"/>
            <a:ext cx="9143640" cy="5142960"/>
          </a:xfrm>
          <a:prstGeom prst="rect">
            <a:avLst/>
          </a:prstGeom>
          <a:solidFill>
            <a:srgbClr val="0039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416520" y="915480"/>
            <a:ext cx="7597800" cy="256968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b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600" spc="-1" strike="noStrike">
                <a:solidFill>
                  <a:srgbClr val="38c6f4"/>
                </a:solidFill>
                <a:latin typeface="Arial"/>
                <a:ea typeface="ＭＳ Ｐゴシック"/>
              </a:rPr>
              <a:t>Click to edit Master title style</a:t>
            </a:r>
            <a:endParaRPr b="0" lang="en-US" sz="46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48" name="Rectangle 7"/>
          <p:cNvSpPr/>
          <p:nvPr/>
        </p:nvSpPr>
        <p:spPr>
          <a:xfrm>
            <a:off x="8389080" y="4743360"/>
            <a:ext cx="471600" cy="153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1560" rIns="61560" tIns="30960" bIns="30960" anchor="b">
            <a:spAutoFit/>
          </a:bodyPr>
          <a:p>
            <a:pPr algn="r">
              <a:lnSpc>
                <a:spcPct val="100000"/>
              </a:lnSpc>
              <a:buNone/>
            </a:pPr>
            <a:fld id="{EE4B17D1-8AB4-4A32-AB4B-E2E98EA9D1A9}" type="slidenum">
              <a:rPr b="0" lang="en-US" sz="600" spc="-1" strike="noStrike">
                <a:solidFill>
                  <a:srgbClr val="086d8e"/>
                </a:solidFill>
                <a:latin typeface="Arial"/>
              </a:rPr>
              <a:t>&lt;number&gt;</a:t>
            </a:fld>
            <a:endParaRPr b="0" lang="en-JM" sz="600" spc="-1" strike="noStrike">
              <a:latin typeface="Arial"/>
            </a:endParaRPr>
          </a:p>
        </p:txBody>
      </p:sp>
      <p:sp>
        <p:nvSpPr>
          <p:cNvPr id="149" name="Rectangle 4"/>
          <p:cNvSpPr/>
          <p:nvPr/>
        </p:nvSpPr>
        <p:spPr>
          <a:xfrm>
            <a:off x="5867640" y="4741920"/>
            <a:ext cx="2657520" cy="153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61560" rIns="61560" tIns="30960" bIns="30960" anchor="b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600" spc="-1" strike="noStrike">
                <a:solidFill>
                  <a:srgbClr val="086d8e"/>
                </a:solidFill>
                <a:latin typeface="Arial"/>
              </a:rPr>
              <a:t>© 2016  Cisco and/or its affiliates. All rights reserved.   Cisco Confidential</a:t>
            </a:r>
            <a:endParaRPr b="0" lang="en-JM" sz="600" spc="-1" strike="noStrike">
              <a:latin typeface="Arial"/>
            </a:endParaRPr>
          </a:p>
        </p:txBody>
      </p:sp>
      <p:grpSp>
        <p:nvGrpSpPr>
          <p:cNvPr id="150" name="Group 4"/>
          <p:cNvGrpSpPr/>
          <p:nvPr/>
        </p:nvGrpSpPr>
        <p:grpSpPr>
          <a:xfrm>
            <a:off x="507960" y="4715280"/>
            <a:ext cx="339840" cy="180360"/>
            <a:chOff x="507960" y="4715280"/>
            <a:chExt cx="339840" cy="180360"/>
          </a:xfrm>
        </p:grpSpPr>
        <p:sp>
          <p:nvSpPr>
            <p:cNvPr id="151" name="Rectangle 5"/>
            <p:cNvSpPr/>
            <p:nvPr/>
          </p:nvSpPr>
          <p:spPr>
            <a:xfrm>
              <a:off x="604440" y="4835160"/>
              <a:ext cx="14400" cy="59400"/>
            </a:xfrm>
            <a:prstGeom prst="rect">
              <a:avLst/>
            </a:pr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2" name="Freeform 6"/>
            <p:cNvSpPr/>
            <p:nvPr/>
          </p:nvSpPr>
          <p:spPr>
            <a:xfrm>
              <a:off x="694440" y="4834440"/>
              <a:ext cx="44280" cy="6120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3" name="Freeform 7"/>
            <p:cNvSpPr/>
            <p:nvPr/>
          </p:nvSpPr>
          <p:spPr>
            <a:xfrm>
              <a:off x="538560" y="4834440"/>
              <a:ext cx="45000" cy="6120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4" name="Freeform 8"/>
            <p:cNvSpPr/>
            <p:nvPr/>
          </p:nvSpPr>
          <p:spPr>
            <a:xfrm>
              <a:off x="755280" y="4834440"/>
              <a:ext cx="61200" cy="61200"/>
            </a:xfrm>
            <a:custGeom>
              <a:avLst/>
              <a:gdLst/>
              <a:ahLst/>
              <a:rect l="l" t="t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5" name="Freeform 9"/>
            <p:cNvSpPr/>
            <p:nvPr/>
          </p:nvSpPr>
          <p:spPr>
            <a:xfrm>
              <a:off x="639000" y="4834440"/>
              <a:ext cx="40320" cy="61200"/>
            </a:xfrm>
            <a:custGeom>
              <a:avLst/>
              <a:gdLst/>
              <a:ahLst/>
              <a:rect l="l" t="t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6" name="Freeform 10"/>
            <p:cNvSpPr/>
            <p:nvPr/>
          </p:nvSpPr>
          <p:spPr>
            <a:xfrm>
              <a:off x="50796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7" name="Freeform 11"/>
            <p:cNvSpPr/>
            <p:nvPr/>
          </p:nvSpPr>
          <p:spPr>
            <a:xfrm>
              <a:off x="54864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8" name="Freeform 12"/>
            <p:cNvSpPr/>
            <p:nvPr/>
          </p:nvSpPr>
          <p:spPr>
            <a:xfrm>
              <a:off x="589320" y="4715280"/>
              <a:ext cx="14400" cy="9396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9" name="Freeform 13"/>
            <p:cNvSpPr/>
            <p:nvPr/>
          </p:nvSpPr>
          <p:spPr>
            <a:xfrm>
              <a:off x="63000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0" name="Freeform 14"/>
            <p:cNvSpPr/>
            <p:nvPr/>
          </p:nvSpPr>
          <p:spPr>
            <a:xfrm>
              <a:off x="67068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1" name="Freeform 15"/>
            <p:cNvSpPr/>
            <p:nvPr/>
          </p:nvSpPr>
          <p:spPr>
            <a:xfrm>
              <a:off x="71136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2" name="Freeform 16"/>
            <p:cNvSpPr/>
            <p:nvPr/>
          </p:nvSpPr>
          <p:spPr>
            <a:xfrm>
              <a:off x="752040" y="4715280"/>
              <a:ext cx="14400" cy="9396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3" name="Freeform 17"/>
            <p:cNvSpPr/>
            <p:nvPr/>
          </p:nvSpPr>
          <p:spPr>
            <a:xfrm>
              <a:off x="79272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4" name="Freeform 18"/>
            <p:cNvSpPr/>
            <p:nvPr/>
          </p:nvSpPr>
          <p:spPr>
            <a:xfrm>
              <a:off x="83340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58585b"/>
                </a:solidFill>
                <a:latin typeface="Arial"/>
              </a:rPr>
              <a:t>Click to edit the outline text format</a:t>
            </a:r>
            <a:endParaRPr b="0" lang="en-US" sz="1500" spc="-1" strike="noStrike">
              <a:solidFill>
                <a:srgbClr val="58585b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58585b"/>
                </a:solidFill>
                <a:latin typeface="Arial"/>
              </a:rPr>
              <a:t>Second Outline Level</a:t>
            </a:r>
            <a:endParaRPr b="0" lang="en-US" sz="1200" spc="-1" strike="noStrike">
              <a:solidFill>
                <a:srgbClr val="58585b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58585b"/>
                </a:solidFill>
                <a:latin typeface="Arial"/>
              </a:rPr>
              <a:t>Third Outline Level</a:t>
            </a:r>
            <a:endParaRPr b="0" lang="en-US" sz="1100" spc="-1" strike="noStrike">
              <a:solidFill>
                <a:srgbClr val="58585b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58585b"/>
                </a:solidFill>
                <a:latin typeface="Arial"/>
              </a:rPr>
              <a:t>Fourth Outline Level</a:t>
            </a:r>
            <a:endParaRPr b="0" lang="en-US" sz="1100" spc="-1" strike="noStrike">
              <a:solidFill>
                <a:srgbClr val="58585b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58585b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58585b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58585b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58585b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58585b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Rectangle 7"/>
          <p:cNvSpPr/>
          <p:nvPr/>
        </p:nvSpPr>
        <p:spPr>
          <a:xfrm>
            <a:off x="8389080" y="4743360"/>
            <a:ext cx="471600" cy="153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1560" rIns="61560" tIns="30960" bIns="30960" anchor="b">
            <a:spAutoFit/>
          </a:bodyPr>
          <a:p>
            <a:pPr algn="r">
              <a:lnSpc>
                <a:spcPct val="100000"/>
              </a:lnSpc>
              <a:buNone/>
            </a:pPr>
            <a:fld id="{3AF6D3C1-C5C0-4E49-BDD1-450B7702C255}" type="slidenum">
              <a:rPr b="0" lang="en-US" sz="600" spc="-1" strike="noStrike">
                <a:solidFill>
                  <a:srgbClr val="d9d9d9"/>
                </a:solidFill>
                <a:latin typeface="Arial"/>
              </a:rPr>
              <a:t>&lt;number&gt;</a:t>
            </a:fld>
            <a:endParaRPr b="0" lang="en-JM" sz="600" spc="-1" strike="noStrike">
              <a:latin typeface="Arial"/>
            </a:endParaRPr>
          </a:p>
        </p:txBody>
      </p:sp>
      <p:sp>
        <p:nvSpPr>
          <p:cNvPr id="203" name="Rectangle 4"/>
          <p:cNvSpPr/>
          <p:nvPr/>
        </p:nvSpPr>
        <p:spPr>
          <a:xfrm>
            <a:off x="5530680" y="4741920"/>
            <a:ext cx="2994480" cy="153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61560" rIns="61560" tIns="30960" bIns="30960" anchor="b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600" spc="-1" strike="noStrike">
                <a:solidFill>
                  <a:srgbClr val="d9d9d9"/>
                </a:solidFill>
                <a:latin typeface="Arial"/>
              </a:rPr>
              <a:t>© 2019 Cisco and/or its affiliates. All rights reserved.   Cisco Confidential</a:t>
            </a:r>
            <a:endParaRPr b="0" lang="en-JM" sz="600" spc="-1" strike="noStrike">
              <a:latin typeface="Arial"/>
            </a:endParaRPr>
          </a:p>
        </p:txBody>
      </p:sp>
      <p:grpSp>
        <p:nvGrpSpPr>
          <p:cNvPr id="204" name="Group 4"/>
          <p:cNvGrpSpPr/>
          <p:nvPr/>
        </p:nvGrpSpPr>
        <p:grpSpPr>
          <a:xfrm>
            <a:off x="507960" y="4715280"/>
            <a:ext cx="339840" cy="180360"/>
            <a:chOff x="507960" y="4715280"/>
            <a:chExt cx="339840" cy="180360"/>
          </a:xfrm>
        </p:grpSpPr>
        <p:sp>
          <p:nvSpPr>
            <p:cNvPr id="205" name="Rectangle 5"/>
            <p:cNvSpPr/>
            <p:nvPr/>
          </p:nvSpPr>
          <p:spPr>
            <a:xfrm>
              <a:off x="604440" y="4835160"/>
              <a:ext cx="14400" cy="59400"/>
            </a:xfrm>
            <a:prstGeom prst="rect">
              <a:avLst/>
            </a:pr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6" name="Freeform 6"/>
            <p:cNvSpPr/>
            <p:nvPr/>
          </p:nvSpPr>
          <p:spPr>
            <a:xfrm>
              <a:off x="694440" y="4834440"/>
              <a:ext cx="44280" cy="6120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7" name="Freeform 7"/>
            <p:cNvSpPr/>
            <p:nvPr/>
          </p:nvSpPr>
          <p:spPr>
            <a:xfrm>
              <a:off x="538560" y="4834440"/>
              <a:ext cx="45000" cy="6120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8" name="Freeform 8"/>
            <p:cNvSpPr/>
            <p:nvPr/>
          </p:nvSpPr>
          <p:spPr>
            <a:xfrm>
              <a:off x="755280" y="4834440"/>
              <a:ext cx="61200" cy="61200"/>
            </a:xfrm>
            <a:custGeom>
              <a:avLst/>
              <a:gdLst/>
              <a:ahLst/>
              <a:rect l="l" t="t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9" name="Freeform 9"/>
            <p:cNvSpPr/>
            <p:nvPr/>
          </p:nvSpPr>
          <p:spPr>
            <a:xfrm>
              <a:off x="639000" y="4834440"/>
              <a:ext cx="40320" cy="61200"/>
            </a:xfrm>
            <a:custGeom>
              <a:avLst/>
              <a:gdLst/>
              <a:ahLst/>
              <a:rect l="l" t="t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0" name="Freeform 10"/>
            <p:cNvSpPr/>
            <p:nvPr/>
          </p:nvSpPr>
          <p:spPr>
            <a:xfrm>
              <a:off x="50796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1" name="Freeform 11"/>
            <p:cNvSpPr/>
            <p:nvPr/>
          </p:nvSpPr>
          <p:spPr>
            <a:xfrm>
              <a:off x="54864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2" name="Freeform 12"/>
            <p:cNvSpPr/>
            <p:nvPr/>
          </p:nvSpPr>
          <p:spPr>
            <a:xfrm>
              <a:off x="589320" y="4715280"/>
              <a:ext cx="14400" cy="9396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3" name="Freeform 13"/>
            <p:cNvSpPr/>
            <p:nvPr/>
          </p:nvSpPr>
          <p:spPr>
            <a:xfrm>
              <a:off x="63000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4" name="Freeform 14"/>
            <p:cNvSpPr/>
            <p:nvPr/>
          </p:nvSpPr>
          <p:spPr>
            <a:xfrm>
              <a:off x="67068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5" name="Freeform 15"/>
            <p:cNvSpPr/>
            <p:nvPr/>
          </p:nvSpPr>
          <p:spPr>
            <a:xfrm>
              <a:off x="71136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6" name="Freeform 16"/>
            <p:cNvSpPr/>
            <p:nvPr/>
          </p:nvSpPr>
          <p:spPr>
            <a:xfrm>
              <a:off x="752040" y="4715280"/>
              <a:ext cx="14400" cy="9396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7" name="Freeform 17"/>
            <p:cNvSpPr/>
            <p:nvPr/>
          </p:nvSpPr>
          <p:spPr>
            <a:xfrm>
              <a:off x="79272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8" name="Freeform 18"/>
            <p:cNvSpPr/>
            <p:nvPr/>
          </p:nvSpPr>
          <p:spPr>
            <a:xfrm>
              <a:off x="83340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19" name="PlaceHolder 1"/>
          <p:cNvSpPr>
            <a:spLocks noGrp="1"/>
          </p:cNvSpPr>
          <p:nvPr>
            <p:ph type="body"/>
          </p:nvPr>
        </p:nvSpPr>
        <p:spPr>
          <a:xfrm>
            <a:off x="474840" y="1347840"/>
            <a:ext cx="8279640" cy="30736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85840" indent="-285840" algn="ctr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  <a:ea typeface="ＭＳ Ｐゴシック"/>
              </a:rPr>
              <a:t>Click to edit Master text styles</a:t>
            </a:r>
            <a:endParaRPr b="0" lang="en-US" sz="20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 type="title"/>
          </p:nvPr>
        </p:nvSpPr>
        <p:spPr>
          <a:xfrm>
            <a:off x="437760" y="341280"/>
            <a:ext cx="8345160" cy="731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32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Click to edit Master title style</a:t>
            </a:r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8c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Rectangle 7" hidden="1"/>
          <p:cNvSpPr/>
          <p:nvPr/>
        </p:nvSpPr>
        <p:spPr>
          <a:xfrm>
            <a:off x="8389080" y="4743360"/>
            <a:ext cx="471600" cy="153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1560" rIns="61560" tIns="30960" bIns="30960" anchor="b">
            <a:spAutoFit/>
          </a:bodyPr>
          <a:p>
            <a:pPr algn="r">
              <a:lnSpc>
                <a:spcPct val="100000"/>
              </a:lnSpc>
              <a:buNone/>
            </a:pPr>
            <a:fld id="{F21DBAF8-6DB9-4488-8692-33A90B3EF832}" type="slidenum">
              <a:rPr b="0" lang="en-US" sz="600" spc="-1" strike="noStrike">
                <a:solidFill>
                  <a:srgbClr val="d9d9d9"/>
                </a:solidFill>
                <a:latin typeface="Arial"/>
              </a:rPr>
              <a:t>&lt;number&gt;</a:t>
            </a:fld>
            <a:endParaRPr b="0" lang="en-JM" sz="600" spc="-1" strike="noStrike">
              <a:latin typeface="Arial"/>
            </a:endParaRPr>
          </a:p>
        </p:txBody>
      </p:sp>
      <p:sp>
        <p:nvSpPr>
          <p:cNvPr id="258" name="Rectangle 4" hidden="1"/>
          <p:cNvSpPr/>
          <p:nvPr/>
        </p:nvSpPr>
        <p:spPr>
          <a:xfrm>
            <a:off x="5530680" y="4741920"/>
            <a:ext cx="2994480" cy="153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61560" rIns="61560" tIns="30960" bIns="30960" anchor="b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600" spc="-1" strike="noStrike">
                <a:solidFill>
                  <a:srgbClr val="d9d9d9"/>
                </a:solidFill>
                <a:latin typeface="Arial"/>
              </a:rPr>
              <a:t>© 2019 Cisco and/or its affiliates. All rights reserved.   Cisco Confidential</a:t>
            </a:r>
            <a:endParaRPr b="0" lang="en-JM" sz="600" spc="-1" strike="noStrike">
              <a:latin typeface="Arial"/>
            </a:endParaRPr>
          </a:p>
        </p:txBody>
      </p:sp>
      <p:grpSp>
        <p:nvGrpSpPr>
          <p:cNvPr id="259" name="Group 4"/>
          <p:cNvGrpSpPr/>
          <p:nvPr/>
        </p:nvGrpSpPr>
        <p:grpSpPr>
          <a:xfrm>
            <a:off x="507960" y="4715280"/>
            <a:ext cx="339840" cy="180360"/>
            <a:chOff x="507960" y="4715280"/>
            <a:chExt cx="339840" cy="180360"/>
          </a:xfrm>
        </p:grpSpPr>
        <p:sp>
          <p:nvSpPr>
            <p:cNvPr id="260" name="Rectangle 5"/>
            <p:cNvSpPr/>
            <p:nvPr/>
          </p:nvSpPr>
          <p:spPr>
            <a:xfrm>
              <a:off x="604440" y="4835160"/>
              <a:ext cx="14400" cy="59400"/>
            </a:xfrm>
            <a:prstGeom prst="rect">
              <a:avLst/>
            </a:pr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1" name="Freeform 6"/>
            <p:cNvSpPr/>
            <p:nvPr/>
          </p:nvSpPr>
          <p:spPr>
            <a:xfrm>
              <a:off x="694440" y="4834440"/>
              <a:ext cx="44280" cy="6120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2" name="Freeform 7"/>
            <p:cNvSpPr/>
            <p:nvPr/>
          </p:nvSpPr>
          <p:spPr>
            <a:xfrm>
              <a:off x="538560" y="4834440"/>
              <a:ext cx="45000" cy="6120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3" name="Freeform 8"/>
            <p:cNvSpPr/>
            <p:nvPr/>
          </p:nvSpPr>
          <p:spPr>
            <a:xfrm>
              <a:off x="755280" y="4834440"/>
              <a:ext cx="61200" cy="61200"/>
            </a:xfrm>
            <a:custGeom>
              <a:avLst/>
              <a:gdLst/>
              <a:ahLst/>
              <a:rect l="l" t="t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4" name="Freeform 9"/>
            <p:cNvSpPr/>
            <p:nvPr/>
          </p:nvSpPr>
          <p:spPr>
            <a:xfrm>
              <a:off x="639000" y="4834440"/>
              <a:ext cx="40320" cy="61200"/>
            </a:xfrm>
            <a:custGeom>
              <a:avLst/>
              <a:gdLst/>
              <a:ahLst/>
              <a:rect l="l" t="t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5" name="Freeform 10"/>
            <p:cNvSpPr/>
            <p:nvPr/>
          </p:nvSpPr>
          <p:spPr>
            <a:xfrm>
              <a:off x="50796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6" name="Freeform 11"/>
            <p:cNvSpPr/>
            <p:nvPr/>
          </p:nvSpPr>
          <p:spPr>
            <a:xfrm>
              <a:off x="54864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7" name="Freeform 12"/>
            <p:cNvSpPr/>
            <p:nvPr/>
          </p:nvSpPr>
          <p:spPr>
            <a:xfrm>
              <a:off x="589320" y="4715280"/>
              <a:ext cx="14400" cy="9396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8" name="Freeform 13"/>
            <p:cNvSpPr/>
            <p:nvPr/>
          </p:nvSpPr>
          <p:spPr>
            <a:xfrm>
              <a:off x="63000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9" name="Freeform 14"/>
            <p:cNvSpPr/>
            <p:nvPr/>
          </p:nvSpPr>
          <p:spPr>
            <a:xfrm>
              <a:off x="67068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0" name="Freeform 15"/>
            <p:cNvSpPr/>
            <p:nvPr/>
          </p:nvSpPr>
          <p:spPr>
            <a:xfrm>
              <a:off x="71136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1" name="Freeform 16"/>
            <p:cNvSpPr/>
            <p:nvPr/>
          </p:nvSpPr>
          <p:spPr>
            <a:xfrm>
              <a:off x="752040" y="4715280"/>
              <a:ext cx="14400" cy="9396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2" name="Freeform 17"/>
            <p:cNvSpPr/>
            <p:nvPr/>
          </p:nvSpPr>
          <p:spPr>
            <a:xfrm>
              <a:off x="79272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3" name="Freeform 18"/>
            <p:cNvSpPr/>
            <p:nvPr/>
          </p:nvSpPr>
          <p:spPr>
            <a:xfrm>
              <a:off x="83340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pic>
        <p:nvPicPr>
          <p:cNvPr id="274" name="Picture 1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65640"/>
          </a:xfrm>
          <a:prstGeom prst="rect">
            <a:avLst/>
          </a:prstGeom>
          <a:ln w="0">
            <a:noFill/>
          </a:ln>
        </p:spPr>
      </p:pic>
      <p:grpSp>
        <p:nvGrpSpPr>
          <p:cNvPr id="275" name="Group 4"/>
          <p:cNvGrpSpPr/>
          <p:nvPr/>
        </p:nvGrpSpPr>
        <p:grpSpPr>
          <a:xfrm>
            <a:off x="3746160" y="2129760"/>
            <a:ext cx="1617840" cy="860400"/>
            <a:chOff x="3746160" y="2129760"/>
            <a:chExt cx="1617840" cy="860400"/>
          </a:xfrm>
        </p:grpSpPr>
        <p:sp>
          <p:nvSpPr>
            <p:cNvPr id="276" name="Rectangle 5"/>
            <p:cNvSpPr/>
            <p:nvPr/>
          </p:nvSpPr>
          <p:spPr>
            <a:xfrm>
              <a:off x="4204080" y="2700360"/>
              <a:ext cx="70560" cy="283320"/>
            </a:xfrm>
            <a:prstGeom prst="rect">
              <a:avLst/>
            </a:pr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7" name="Freeform 6"/>
            <p:cNvSpPr/>
            <p:nvPr/>
          </p:nvSpPr>
          <p:spPr>
            <a:xfrm>
              <a:off x="4632480" y="2697120"/>
              <a:ext cx="212400" cy="29304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8" name="Freeform 7"/>
            <p:cNvSpPr/>
            <p:nvPr/>
          </p:nvSpPr>
          <p:spPr>
            <a:xfrm>
              <a:off x="3891240" y="2697120"/>
              <a:ext cx="215640" cy="29304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9" name="Freeform 8"/>
            <p:cNvSpPr/>
            <p:nvPr/>
          </p:nvSpPr>
          <p:spPr>
            <a:xfrm>
              <a:off x="4922640" y="2697120"/>
              <a:ext cx="293040" cy="293040"/>
            </a:xfrm>
            <a:custGeom>
              <a:avLst/>
              <a:gdLst/>
              <a:ahLst/>
              <a:rect l="l" t="t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0" name="Freeform 9"/>
            <p:cNvSpPr/>
            <p:nvPr/>
          </p:nvSpPr>
          <p:spPr>
            <a:xfrm>
              <a:off x="4368240" y="2697120"/>
              <a:ext cx="192960" cy="293040"/>
            </a:xfrm>
            <a:custGeom>
              <a:avLst/>
              <a:gdLst/>
              <a:ahLst/>
              <a:rect l="l" t="t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1" name="Freeform 10"/>
            <p:cNvSpPr/>
            <p:nvPr/>
          </p:nvSpPr>
          <p:spPr>
            <a:xfrm>
              <a:off x="3746160" y="2361960"/>
              <a:ext cx="70560" cy="14472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2" name="Freeform 11"/>
            <p:cNvSpPr/>
            <p:nvPr/>
          </p:nvSpPr>
          <p:spPr>
            <a:xfrm>
              <a:off x="3939840" y="2265120"/>
              <a:ext cx="70560" cy="2412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3" name="Freeform 12"/>
            <p:cNvSpPr/>
            <p:nvPr/>
          </p:nvSpPr>
          <p:spPr>
            <a:xfrm>
              <a:off x="4133160" y="2129760"/>
              <a:ext cx="70560" cy="44748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4" name="Freeform 13"/>
            <p:cNvSpPr/>
            <p:nvPr/>
          </p:nvSpPr>
          <p:spPr>
            <a:xfrm>
              <a:off x="4326480" y="2265120"/>
              <a:ext cx="70560" cy="2412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5" name="Freeform 14"/>
            <p:cNvSpPr/>
            <p:nvPr/>
          </p:nvSpPr>
          <p:spPr>
            <a:xfrm>
              <a:off x="4519800" y="2361960"/>
              <a:ext cx="70560" cy="14472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6" name="Freeform 15"/>
            <p:cNvSpPr/>
            <p:nvPr/>
          </p:nvSpPr>
          <p:spPr>
            <a:xfrm>
              <a:off x="4713120" y="2265120"/>
              <a:ext cx="70560" cy="2412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7" name="Freeform 16"/>
            <p:cNvSpPr/>
            <p:nvPr/>
          </p:nvSpPr>
          <p:spPr>
            <a:xfrm>
              <a:off x="4906440" y="2129760"/>
              <a:ext cx="70560" cy="44748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8" name="Freeform 17"/>
            <p:cNvSpPr/>
            <p:nvPr/>
          </p:nvSpPr>
          <p:spPr>
            <a:xfrm>
              <a:off x="5100120" y="2265120"/>
              <a:ext cx="70560" cy="2412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9" name="Freeform 18"/>
            <p:cNvSpPr/>
            <p:nvPr/>
          </p:nvSpPr>
          <p:spPr>
            <a:xfrm>
              <a:off x="5293440" y="2361960"/>
              <a:ext cx="70560" cy="14472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3200" spc="-1" strike="noStrike">
                <a:solidFill>
                  <a:srgbClr val="58585b"/>
                </a:solidFill>
                <a:latin typeface="Arial"/>
              </a:rPr>
              <a:t>Click to edit the title text format</a:t>
            </a:r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58585b"/>
                </a:solidFill>
                <a:latin typeface="Arial"/>
              </a:rPr>
              <a:t>Click to edit the outline text format</a:t>
            </a:r>
            <a:endParaRPr b="0" lang="en-US" sz="1500" spc="-1" strike="noStrike">
              <a:solidFill>
                <a:srgbClr val="58585b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58585b"/>
                </a:solidFill>
                <a:latin typeface="Arial"/>
              </a:rPr>
              <a:t>Second Outline Level</a:t>
            </a:r>
            <a:endParaRPr b="0" lang="en-US" sz="1200" spc="-1" strike="noStrike">
              <a:solidFill>
                <a:srgbClr val="58585b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58585b"/>
                </a:solidFill>
                <a:latin typeface="Arial"/>
              </a:rPr>
              <a:t>Third Outline Level</a:t>
            </a:r>
            <a:endParaRPr b="0" lang="en-US" sz="1100" spc="-1" strike="noStrike">
              <a:solidFill>
                <a:srgbClr val="58585b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58585b"/>
                </a:solidFill>
                <a:latin typeface="Arial"/>
              </a:rPr>
              <a:t>Fourth Outline Level</a:t>
            </a:r>
            <a:endParaRPr b="0" lang="en-US" sz="1100" spc="-1" strike="noStrike">
              <a:solidFill>
                <a:srgbClr val="58585b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58585b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58585b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58585b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58585b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58585b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37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7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7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7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37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title"/>
          </p:nvPr>
        </p:nvSpPr>
        <p:spPr>
          <a:xfrm>
            <a:off x="469440" y="2316600"/>
            <a:ext cx="6672240" cy="1079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b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afe8fb"/>
                </a:solidFill>
                <a:latin typeface="Arial"/>
                <a:ea typeface="ＭＳ Ｐゴシック"/>
              </a:rPr>
              <a:t>Module 5: Number Systems</a:t>
            </a:r>
            <a:endParaRPr b="0" lang="en-US" sz="36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35" name="Subtitle 6"/>
          <p:cNvSpPr/>
          <p:nvPr/>
        </p:nvSpPr>
        <p:spPr>
          <a:xfrm>
            <a:off x="469440" y="3646080"/>
            <a:ext cx="2368440" cy="90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>
              <a:lnSpc>
                <a:spcPct val="95000"/>
              </a:lnSpc>
              <a:spcBef>
                <a:spcPts val="1074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fe8fb"/>
                </a:solidFill>
                <a:latin typeface="Arial"/>
                <a:ea typeface="ＭＳ Ｐゴシック"/>
              </a:rPr>
              <a:t>Introduction to Networks v7.0 (ITN)</a:t>
            </a:r>
            <a:endParaRPr b="0" lang="en-JM" sz="1200" spc="-1" strike="noStrike">
              <a:latin typeface="Arial"/>
            </a:endParaRPr>
          </a:p>
          <a:p>
            <a:pPr>
              <a:lnSpc>
                <a:spcPct val="95000"/>
              </a:lnSpc>
              <a:spcBef>
                <a:spcPts val="1074"/>
              </a:spcBef>
              <a:buNone/>
              <a:tabLst>
                <a:tab algn="l" pos="0"/>
              </a:tabLst>
            </a:pPr>
            <a:endParaRPr b="0" lang="en-JM" sz="1200" spc="-1" strike="noStrike">
              <a:latin typeface="Arial"/>
            </a:endParaRPr>
          </a:p>
        </p:txBody>
      </p:sp>
    </p:spTree>
  </p:cSld>
  <p:transition spd="slow">
    <p:wipe dir="l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title"/>
          </p:nvPr>
        </p:nvSpPr>
        <p:spPr>
          <a:xfrm>
            <a:off x="0" y="41400"/>
            <a:ext cx="9143640" cy="75708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Module Objectives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37" name="PlaceHolder 2"/>
          <p:cNvSpPr>
            <a:spLocks noGrp="1"/>
          </p:cNvSpPr>
          <p:nvPr>
            <p:ph/>
          </p:nvPr>
        </p:nvSpPr>
        <p:spPr>
          <a:xfrm>
            <a:off x="144360" y="-277920"/>
            <a:ext cx="8853120" cy="298440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58585b"/>
                </a:solidFill>
                <a:latin typeface="Arial"/>
                <a:ea typeface="Calibri"/>
              </a:rPr>
              <a:t>Module Title: </a:t>
            </a:r>
            <a:r>
              <a:rPr b="0" lang="en-US" sz="1600" spc="-1" strike="noStrike">
                <a:solidFill>
                  <a:srgbClr val="58585b"/>
                </a:solidFill>
                <a:latin typeface="Arial"/>
                <a:ea typeface="Calibri"/>
              </a:rPr>
              <a:t>Number Systems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58585b"/>
                </a:solidFill>
                <a:latin typeface="Arial"/>
                <a:ea typeface="Calibri"/>
              </a:rPr>
              <a:t>Module Objective</a:t>
            </a:r>
            <a:r>
              <a:rPr b="0" lang="en-US" sz="1600" spc="-1" strike="noStrike">
                <a:solidFill>
                  <a:srgbClr val="58585b"/>
                </a:solidFill>
                <a:latin typeface="Arial"/>
                <a:ea typeface="Calibri"/>
              </a:rPr>
              <a:t>: Calculate numbers between decimal, binary, and hexadecimal systems.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</p:txBody>
      </p:sp>
      <p:graphicFrame>
        <p:nvGraphicFramePr>
          <p:cNvPr id="338" name="Table 10"/>
          <p:cNvGraphicFramePr/>
          <p:nvPr/>
        </p:nvGraphicFramePr>
        <p:xfrm>
          <a:off x="1080720" y="2050560"/>
          <a:ext cx="6980400" cy="975960"/>
        </p:xfrm>
        <a:graphic>
          <a:graphicData uri="http://schemas.openxmlformats.org/drawingml/2006/table">
            <a:tbl>
              <a:tblPr/>
              <a:tblGrid>
                <a:gridCol w="3490200"/>
                <a:gridCol w="3490200"/>
              </a:tblGrid>
              <a:tr h="216000">
                <a:tc>
                  <a:txBody>
                    <a:bodyPr lIns="68400" rIns="68400" tIns="0" bIns="0" anchor="t">
                      <a:noAutofit/>
                    </a:bodyPr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Topic Title</a:t>
                      </a:r>
                      <a:endParaRPr b="0" lang="en-JM" sz="1200" spc="-1" strike="noStrike"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Topic Objective</a:t>
                      </a:r>
                      <a:endParaRPr b="0" lang="en-JM" sz="1200" spc="-1" strike="noStrike"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</a:tr>
              <a:tr h="443880">
                <a:tc>
                  <a:txBody>
                    <a:bodyPr lIns="68400" rIns="68400" tIns="0" bIns="0" anchor="t">
                      <a:noAutofit/>
                    </a:bodyPr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Binary Number System</a:t>
                      </a:r>
                      <a:endParaRPr b="0" lang="en-JM" sz="1200" spc="-1" strike="noStrike"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Calculate numbers between decimal and binary systems.</a:t>
                      </a:r>
                      <a:endParaRPr b="0" lang="en-JM" sz="1200" spc="-1" strike="noStrike"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</a:tr>
              <a:tr h="390600">
                <a:tc>
                  <a:txBody>
                    <a:bodyPr lIns="68400" rIns="68400" tIns="0" bIns="0" anchor="t">
                      <a:noAutofit/>
                    </a:bodyPr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Hexadecimal Number System</a:t>
                      </a:r>
                      <a:endParaRPr b="0" lang="en-JM" sz="1200" spc="-1" strike="noStrike"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>
                        <a:lnSpc>
                          <a:spcPct val="107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Calculate numbers between decimal and hexadecimal systems.</a:t>
                      </a:r>
                      <a:endParaRPr b="0" lang="en-JM" sz="1200" spc="-1" strike="noStrike"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8ea"/>
                    </a:solidFill>
                  </a:tcPr>
                </a:tc>
              </a:tr>
            </a:tbl>
          </a:graphicData>
        </a:graphic>
      </p:graphicFrame>
    </p:spTree>
  </p:cSld>
  <p:transition spd="slow">
    <p:wipe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title"/>
          </p:nvPr>
        </p:nvSpPr>
        <p:spPr>
          <a:xfrm>
            <a:off x="416520" y="1788120"/>
            <a:ext cx="7597800" cy="9291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b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600" spc="-1" strike="noStrike">
                <a:solidFill>
                  <a:srgbClr val="afe8fb"/>
                </a:solidFill>
                <a:latin typeface="Arial"/>
                <a:ea typeface="ＭＳ Ｐゴシック"/>
              </a:rPr>
              <a:t>5.1 Binary Number System</a:t>
            </a:r>
            <a:endParaRPr b="0" lang="en-US" sz="46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  <p:transition spd="slow">
    <p:wipe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345160" cy="731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16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Binary Number System</a:t>
            </a:r>
            <a:br/>
            <a:r>
              <a:rPr b="0" lang="en-US" sz="24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Binary and IPv4 Addresses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41" name="PlaceHolder 2"/>
          <p:cNvSpPr>
            <a:spLocks noGrp="1"/>
          </p:cNvSpPr>
          <p:nvPr>
            <p:ph/>
          </p:nvPr>
        </p:nvSpPr>
        <p:spPr>
          <a:xfrm>
            <a:off x="432000" y="855360"/>
            <a:ext cx="8530920" cy="1745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Binary numbering system consists of 1s and 0s, called bits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Decimal numbering system consists of digits 0 through 9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Hosts, servers, and network equipment using binary addressing to identify each other.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Each address is made up of a string of 32 bits, divided into four sections called octets.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Each octet contains 8 bits (or 1 byte) separated by a dot.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For ease of use by people, this dotted notation is converted to dotted decimal.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buNone/>
            </a:pP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</p:txBody>
      </p:sp>
      <p:pic>
        <p:nvPicPr>
          <p:cNvPr id="342" name="Picture 4" descr=""/>
          <p:cNvPicPr/>
          <p:nvPr/>
        </p:nvPicPr>
        <p:blipFill>
          <a:blip r:embed="rId1"/>
          <a:stretch/>
        </p:blipFill>
        <p:spPr>
          <a:xfrm>
            <a:off x="577440" y="2721960"/>
            <a:ext cx="3473280" cy="1745280"/>
          </a:xfrm>
          <a:prstGeom prst="rect">
            <a:avLst/>
          </a:prstGeom>
          <a:ln w="0">
            <a:noFill/>
          </a:ln>
        </p:spPr>
      </p:pic>
      <p:sp>
        <p:nvSpPr>
          <p:cNvPr id="343" name="Striped Right Arrow 6"/>
          <p:cNvSpPr/>
          <p:nvPr/>
        </p:nvSpPr>
        <p:spPr>
          <a:xfrm>
            <a:off x="3992400" y="3474720"/>
            <a:ext cx="520560" cy="239400"/>
          </a:xfrm>
          <a:prstGeom prst="stripedRightArrow">
            <a:avLst>
              <a:gd name="adj1" fmla="val 50000"/>
              <a:gd name="adj2" fmla="val 50000"/>
            </a:avLst>
          </a:prstGeom>
          <a:solidFill>
            <a:srgbClr val="36a4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344" name="Picture 5" descr=""/>
          <p:cNvPicPr/>
          <p:nvPr/>
        </p:nvPicPr>
        <p:blipFill>
          <a:blip r:embed="rId2"/>
          <a:stretch/>
        </p:blipFill>
        <p:spPr>
          <a:xfrm>
            <a:off x="4697640" y="2721960"/>
            <a:ext cx="3227400" cy="1745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title"/>
          </p:nvPr>
        </p:nvSpPr>
        <p:spPr>
          <a:xfrm>
            <a:off x="0" y="32040"/>
            <a:ext cx="8345160" cy="731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16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Binary Number System</a:t>
            </a:r>
            <a:br/>
            <a:r>
              <a:rPr b="0" lang="en-US" sz="24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Video – Convert Between Binary and Decimal Numbering Systems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46" name="Rectangle 6"/>
          <p:cNvSpPr/>
          <p:nvPr/>
        </p:nvSpPr>
        <p:spPr>
          <a:xfrm>
            <a:off x="332640" y="1138680"/>
            <a:ext cx="8345160" cy="185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57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58585b"/>
                </a:solidFill>
                <a:latin typeface="Arial"/>
                <a:ea typeface="ＭＳ Ｐゴシック"/>
              </a:rPr>
              <a:t>This video will cover the following:</a:t>
            </a:r>
            <a:endParaRPr b="0" lang="en-JM" sz="1800" spc="-1" strike="noStrike">
              <a:latin typeface="Arial"/>
            </a:endParaRPr>
          </a:p>
          <a:p>
            <a:pPr marL="57240">
              <a:lnSpc>
                <a:spcPct val="100000"/>
              </a:lnSpc>
              <a:buNone/>
              <a:tabLst>
                <a:tab algn="l" pos="0"/>
              </a:tabLst>
            </a:pPr>
            <a:endParaRPr b="0" lang="en-JM" sz="18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58585b"/>
                </a:solidFill>
                <a:latin typeface="Arial"/>
                <a:ea typeface="ＭＳ Ｐゴシック"/>
              </a:rPr>
              <a:t>Positional notation review</a:t>
            </a:r>
            <a:endParaRPr b="0" lang="en-JM" sz="16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58585b"/>
                </a:solidFill>
                <a:latin typeface="Arial"/>
                <a:ea typeface="ＭＳ Ｐゴシック"/>
              </a:rPr>
              <a:t>Powers of 10 review</a:t>
            </a:r>
            <a:endParaRPr b="0" lang="en-JM" sz="16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58585b"/>
                </a:solidFill>
                <a:latin typeface="Arial"/>
                <a:ea typeface="ＭＳ Ｐゴシック"/>
              </a:rPr>
              <a:t>Decimal – base 10 numbering review</a:t>
            </a:r>
            <a:endParaRPr b="0" lang="en-JM" sz="16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58585b"/>
                </a:solidFill>
                <a:latin typeface="Arial"/>
                <a:ea typeface="ＭＳ Ｐゴシック"/>
              </a:rPr>
              <a:t>Binary – base 2 numbering review</a:t>
            </a:r>
            <a:endParaRPr b="0" lang="en-JM" sz="16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58585b"/>
                </a:solidFill>
                <a:latin typeface="Arial"/>
                <a:ea typeface="ＭＳ Ｐゴシック"/>
              </a:rPr>
              <a:t>Convert an P address in binary to decimal numbering</a:t>
            </a:r>
            <a:endParaRPr b="0" lang="en-JM" sz="16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title"/>
          </p:nvPr>
        </p:nvSpPr>
        <p:spPr>
          <a:xfrm>
            <a:off x="0" y="32040"/>
            <a:ext cx="8345160" cy="731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16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Binary Number System</a:t>
            </a:r>
            <a:br/>
            <a:r>
              <a:rPr b="0" lang="en-US" sz="24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Binary Positional Notation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48" name="PlaceHolder 2"/>
          <p:cNvSpPr>
            <a:spLocks noGrp="1"/>
          </p:cNvSpPr>
          <p:nvPr>
            <p:ph/>
          </p:nvPr>
        </p:nvSpPr>
        <p:spPr>
          <a:xfrm>
            <a:off x="474840" y="839880"/>
            <a:ext cx="8279640" cy="1005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85840" indent="-28584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Positional notation means that a digit represents different values depending on the “position” the digit occupies in the sequence of numbers.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The decimal positional notation system operates as shown in the tables below.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</p:txBody>
      </p:sp>
      <p:graphicFrame>
        <p:nvGraphicFramePr>
          <p:cNvPr id="349" name="Table 4"/>
          <p:cNvGraphicFramePr/>
          <p:nvPr/>
        </p:nvGraphicFramePr>
        <p:xfrm>
          <a:off x="389160" y="2464560"/>
          <a:ext cx="3402000" cy="1214280"/>
        </p:xfrm>
        <a:graphic>
          <a:graphicData uri="http://schemas.openxmlformats.org/drawingml/2006/table">
            <a:tbl>
              <a:tblPr/>
              <a:tblGrid>
                <a:gridCol w="1318320"/>
                <a:gridCol w="465480"/>
                <a:gridCol w="490680"/>
                <a:gridCol w="480240"/>
                <a:gridCol w="647280"/>
              </a:tblGrid>
              <a:tr h="303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Radix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10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10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10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10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</a:tr>
              <a:tr h="303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Position in Number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3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2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1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0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</a:tr>
              <a:tr h="303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Calculate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(10</a:t>
                      </a:r>
                      <a:r>
                        <a:rPr b="0" lang="en-US" sz="1000" spc="-1" strike="noStrike" baseline="30000">
                          <a:solidFill>
                            <a:srgbClr val="58585b"/>
                          </a:solidFill>
                          <a:latin typeface="Arial"/>
                        </a:rPr>
                        <a:t>3</a:t>
                      </a: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)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(10</a:t>
                      </a:r>
                      <a:r>
                        <a:rPr b="0" lang="en-US" sz="1000" spc="-1" strike="noStrike" baseline="30000">
                          <a:solidFill>
                            <a:srgbClr val="58585b"/>
                          </a:solidFill>
                          <a:latin typeface="Arial"/>
                        </a:rPr>
                        <a:t>2</a:t>
                      </a: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)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(10</a:t>
                      </a:r>
                      <a:r>
                        <a:rPr b="0" lang="en-US" sz="1000" spc="-1" strike="noStrike" baseline="30000">
                          <a:solidFill>
                            <a:srgbClr val="58585b"/>
                          </a:solidFill>
                          <a:latin typeface="Arial"/>
                        </a:rPr>
                        <a:t>1</a:t>
                      </a: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)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(10</a:t>
                      </a:r>
                      <a:r>
                        <a:rPr b="0" lang="en-US" sz="1000" spc="-1" strike="noStrike" baseline="30000">
                          <a:solidFill>
                            <a:srgbClr val="58585b"/>
                          </a:solidFill>
                          <a:latin typeface="Arial"/>
                        </a:rPr>
                        <a:t>0</a:t>
                      </a: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)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8ea"/>
                    </a:solidFill>
                  </a:tcPr>
                </a:tc>
              </a:tr>
              <a:tr h="303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Position Value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1000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100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10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1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</a:tr>
            </a:tbl>
          </a:graphicData>
        </a:graphic>
      </p:graphicFrame>
      <p:sp>
        <p:nvSpPr>
          <p:cNvPr id="350" name="Striped Right Arrow 6"/>
          <p:cNvSpPr/>
          <p:nvPr/>
        </p:nvSpPr>
        <p:spPr>
          <a:xfrm>
            <a:off x="3846240" y="2975760"/>
            <a:ext cx="380520" cy="191880"/>
          </a:xfrm>
          <a:prstGeom prst="stripedRightArrow">
            <a:avLst>
              <a:gd name="adj1" fmla="val 50000"/>
              <a:gd name="adj2" fmla="val 50000"/>
            </a:avLst>
          </a:prstGeom>
          <a:solidFill>
            <a:srgbClr val="36a4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aphicFrame>
        <p:nvGraphicFramePr>
          <p:cNvPr id="351" name="Table 5"/>
          <p:cNvGraphicFramePr/>
          <p:nvPr/>
        </p:nvGraphicFramePr>
        <p:xfrm>
          <a:off x="4285440" y="2286720"/>
          <a:ext cx="4469040" cy="1569960"/>
        </p:xfrm>
        <a:graphic>
          <a:graphicData uri="http://schemas.openxmlformats.org/drawingml/2006/table">
            <a:tbl>
              <a:tblPr/>
              <a:tblGrid>
                <a:gridCol w="1562760"/>
                <a:gridCol w="914400"/>
                <a:gridCol w="776160"/>
                <a:gridCol w="659160"/>
                <a:gridCol w="556560"/>
              </a:tblGrid>
              <a:tr h="261720">
                <a:tc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9e0b0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Thousands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9e0b0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Hundreds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9e0b0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Tens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9e0b0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Ones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9e0b0f"/>
                    </a:solidFill>
                  </a:tcPr>
                </a:tc>
              </a:tr>
              <a:tr h="261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Positional Value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ecc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1000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ecc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100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ecc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10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ecc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1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ecccc"/>
                    </a:solidFill>
                  </a:tcPr>
                </a:tc>
              </a:tr>
              <a:tr h="261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Decimal Number (1234)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fe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1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fe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2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fe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3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fe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4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fe7e7"/>
                    </a:solidFill>
                  </a:tcPr>
                </a:tc>
              </a:tr>
              <a:tr h="261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Calculate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ecc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1 x 1000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ecc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2 x 100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ecc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3 x 10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ecc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4 x 1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ecccc"/>
                    </a:solidFill>
                  </a:tcPr>
                </a:tc>
              </a:tr>
              <a:tr h="261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Add them up…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fe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1000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fe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+ 200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fe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+ 30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fe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+ 4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fe7e7"/>
                    </a:solidFill>
                  </a:tcPr>
                </a:tc>
              </a:tr>
              <a:tr h="261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Result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ecccc"/>
                    </a:solidFill>
                  </a:tcPr>
                </a:tc>
                <a:tc gridSpan="4"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1,234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ecccc"/>
                    </a:solidFill>
                  </a:tcPr>
                </a:tc>
                <a:tc hMerge="1">
                  <a:tcPr anchor="t" marL="90000" marR="90000">
                    <a:solidFill>
                      <a:srgbClr val="729fcf"/>
                    </a:solidFill>
                  </a:tcPr>
                </a:tc>
                <a:tc hMerge="1">
                  <a:tcPr anchor="t" marL="90000" marR="90000">
                    <a:solidFill>
                      <a:srgbClr val="729fcf"/>
                    </a:solidFill>
                  </a:tcPr>
                </a:tc>
                <a:tc hMerge="1">
                  <a:tcPr anchor="t" marL="90000" marR="90000"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title"/>
          </p:nvPr>
        </p:nvSpPr>
        <p:spPr>
          <a:xfrm>
            <a:off x="0" y="32040"/>
            <a:ext cx="8345160" cy="731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16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Binary Number System</a:t>
            </a:r>
            <a:br/>
            <a:r>
              <a:rPr b="0" lang="en-US" sz="24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Binary Positional Notation (Cont.)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53" name="PlaceHolder 2"/>
          <p:cNvSpPr>
            <a:spLocks noGrp="1"/>
          </p:cNvSpPr>
          <p:nvPr>
            <p:ph/>
          </p:nvPr>
        </p:nvSpPr>
        <p:spPr>
          <a:xfrm>
            <a:off x="474840" y="839880"/>
            <a:ext cx="8279640" cy="33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The binary positional notation system operates as shown in the tables below.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</p:txBody>
      </p:sp>
      <p:graphicFrame>
        <p:nvGraphicFramePr>
          <p:cNvPr id="354" name="Table 4"/>
          <p:cNvGraphicFramePr/>
          <p:nvPr/>
        </p:nvGraphicFramePr>
        <p:xfrm>
          <a:off x="389160" y="1265760"/>
          <a:ext cx="5733360" cy="1214280"/>
        </p:xfrm>
        <a:graphic>
          <a:graphicData uri="http://schemas.openxmlformats.org/drawingml/2006/table">
            <a:tbl>
              <a:tblPr/>
              <a:tblGrid>
                <a:gridCol w="1980360"/>
                <a:gridCol w="499680"/>
                <a:gridCol w="457200"/>
                <a:gridCol w="435600"/>
                <a:gridCol w="435600"/>
                <a:gridCol w="499680"/>
                <a:gridCol w="457200"/>
                <a:gridCol w="478440"/>
                <a:gridCol w="489600"/>
              </a:tblGrid>
              <a:tr h="303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Radix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</a:tr>
              <a:tr h="303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Position in Number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7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6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5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4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3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2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1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0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</a:tr>
              <a:tr h="303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Calculate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(2</a:t>
                      </a:r>
                      <a:r>
                        <a:rPr b="0" lang="en-US" sz="1000" spc="-1" strike="noStrike" baseline="30000">
                          <a:solidFill>
                            <a:srgbClr val="58585b"/>
                          </a:solidFill>
                          <a:latin typeface="Arial"/>
                        </a:rPr>
                        <a:t>7</a:t>
                      </a: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)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(2</a:t>
                      </a:r>
                      <a:r>
                        <a:rPr b="0" lang="en-US" sz="1000" spc="-1" strike="noStrike" baseline="30000">
                          <a:solidFill>
                            <a:srgbClr val="58585b"/>
                          </a:solidFill>
                          <a:latin typeface="Arial"/>
                        </a:rPr>
                        <a:t>6</a:t>
                      </a: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)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(2</a:t>
                      </a:r>
                      <a:r>
                        <a:rPr b="0" lang="en-US" sz="1000" spc="-1" strike="noStrike" baseline="30000">
                          <a:solidFill>
                            <a:srgbClr val="58585b"/>
                          </a:solidFill>
                          <a:latin typeface="Arial"/>
                        </a:rPr>
                        <a:t>5</a:t>
                      </a: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)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(2</a:t>
                      </a:r>
                      <a:r>
                        <a:rPr b="0" lang="en-US" sz="1000" spc="-1" strike="noStrike" baseline="30000">
                          <a:solidFill>
                            <a:srgbClr val="58585b"/>
                          </a:solidFill>
                          <a:latin typeface="Arial"/>
                        </a:rPr>
                        <a:t>4</a:t>
                      </a: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)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(2</a:t>
                      </a:r>
                      <a:r>
                        <a:rPr b="0" lang="en-US" sz="1000" spc="-1" strike="noStrike" baseline="30000">
                          <a:solidFill>
                            <a:srgbClr val="58585b"/>
                          </a:solidFill>
                          <a:latin typeface="Arial"/>
                        </a:rPr>
                        <a:t>3</a:t>
                      </a: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)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(2</a:t>
                      </a:r>
                      <a:r>
                        <a:rPr b="0" lang="en-US" sz="1000" spc="-1" strike="noStrike" baseline="30000">
                          <a:solidFill>
                            <a:srgbClr val="58585b"/>
                          </a:solidFill>
                          <a:latin typeface="Arial"/>
                        </a:rPr>
                        <a:t>2</a:t>
                      </a: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)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(2</a:t>
                      </a:r>
                      <a:r>
                        <a:rPr b="0" lang="en-US" sz="1000" spc="-1" strike="noStrike" baseline="30000">
                          <a:solidFill>
                            <a:srgbClr val="58585b"/>
                          </a:solidFill>
                          <a:latin typeface="Arial"/>
                        </a:rPr>
                        <a:t>1</a:t>
                      </a: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)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(2</a:t>
                      </a:r>
                      <a:r>
                        <a:rPr b="0" lang="en-US" sz="1000" spc="-1" strike="noStrike" baseline="30000">
                          <a:solidFill>
                            <a:srgbClr val="58585b"/>
                          </a:solidFill>
                          <a:latin typeface="Arial"/>
                        </a:rPr>
                        <a:t>0</a:t>
                      </a: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)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8ea"/>
                    </a:solidFill>
                  </a:tcPr>
                </a:tc>
              </a:tr>
              <a:tr h="303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Position Value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128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64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32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16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8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4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2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1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</a:tr>
            </a:tbl>
          </a:graphicData>
        </a:graphic>
      </p:graphicFrame>
      <p:sp>
        <p:nvSpPr>
          <p:cNvPr id="355" name="Striped Right Arrow 6"/>
          <p:cNvSpPr/>
          <p:nvPr/>
        </p:nvSpPr>
        <p:spPr>
          <a:xfrm rot="5400000">
            <a:off x="3754440" y="2666160"/>
            <a:ext cx="380520" cy="191880"/>
          </a:xfrm>
          <a:prstGeom prst="stripedRightArrow">
            <a:avLst>
              <a:gd name="adj1" fmla="val 50000"/>
              <a:gd name="adj2" fmla="val 50000"/>
            </a:avLst>
          </a:prstGeom>
          <a:solidFill>
            <a:srgbClr val="36a4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aphicFrame>
        <p:nvGraphicFramePr>
          <p:cNvPr id="356" name="Table 7"/>
          <p:cNvGraphicFramePr/>
          <p:nvPr/>
        </p:nvGraphicFramePr>
        <p:xfrm>
          <a:off x="2611800" y="3037320"/>
          <a:ext cx="5733360" cy="1517760"/>
        </p:xfrm>
        <a:graphic>
          <a:graphicData uri="http://schemas.openxmlformats.org/drawingml/2006/table">
            <a:tbl>
              <a:tblPr/>
              <a:tblGrid>
                <a:gridCol w="1800720"/>
                <a:gridCol w="584640"/>
                <a:gridCol w="488880"/>
                <a:gridCol w="499680"/>
                <a:gridCol w="478440"/>
                <a:gridCol w="456120"/>
                <a:gridCol w="457200"/>
                <a:gridCol w="478440"/>
                <a:gridCol w="489240"/>
              </a:tblGrid>
              <a:tr h="303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Positional Value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9e0b0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128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9e0b0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64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9e0b0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32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9e0b0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16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9e0b0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8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9e0b0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9e0b0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9e0b0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1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9e0b0f"/>
                    </a:solidFill>
                  </a:tcPr>
                </a:tc>
              </a:tr>
              <a:tr h="303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Binary Number (11000000)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ecc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1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ecc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1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ecc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0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ecc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0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ecc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0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ecc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0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ecc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0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ecc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0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ecccc"/>
                    </a:solidFill>
                  </a:tcPr>
                </a:tc>
              </a:tr>
              <a:tr h="303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Calculate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fe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1x128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fe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1x64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fe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0x32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fe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0x16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fe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0x8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fe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0x4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fe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0x2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fe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0x1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fe7e7"/>
                    </a:solidFill>
                  </a:tcPr>
                </a:tc>
              </a:tr>
              <a:tr h="303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Add Them Up…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ecc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128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ecc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+ 64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ecc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+ 0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ecc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+ 0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ecc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+ 0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ecc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+ 0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ecc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+ 0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ecc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+ 0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ecccc"/>
                    </a:solidFill>
                  </a:tcPr>
                </a:tc>
              </a:tr>
              <a:tr h="303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Result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fe7e7"/>
                    </a:solidFill>
                  </a:tcPr>
                </a:tc>
                <a:tc gridSpan="8"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192</a:t>
                      </a:r>
                      <a:endParaRPr b="0" lang="en-JM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fe7e7"/>
                    </a:solidFill>
                  </a:tcPr>
                </a:tc>
                <a:tc hMerge="1">
                  <a:tcPr anchor="t" marL="90000" marR="90000">
                    <a:solidFill>
                      <a:srgbClr val="729fcf"/>
                    </a:solidFill>
                  </a:tcPr>
                </a:tc>
                <a:tc hMerge="1">
                  <a:tcPr anchor="t" marL="90000" marR="90000">
                    <a:solidFill>
                      <a:srgbClr val="729fcf"/>
                    </a:solidFill>
                  </a:tcPr>
                </a:tc>
                <a:tc hMerge="1">
                  <a:tcPr anchor="t" marL="90000" marR="90000">
                    <a:solidFill>
                      <a:srgbClr val="729fcf"/>
                    </a:solidFill>
                  </a:tcPr>
                </a:tc>
                <a:tc hMerge="1">
                  <a:tcPr anchor="t" marL="90000" marR="90000">
                    <a:solidFill>
                      <a:srgbClr val="729fcf"/>
                    </a:solidFill>
                  </a:tcPr>
                </a:tc>
                <a:tc hMerge="1">
                  <a:tcPr anchor="t" marL="90000" marR="90000">
                    <a:solidFill>
                      <a:srgbClr val="729fcf"/>
                    </a:solidFill>
                  </a:tcPr>
                </a:tc>
                <a:tc hMerge="1">
                  <a:tcPr anchor="t" marL="90000" marR="90000">
                    <a:solidFill>
                      <a:srgbClr val="729fcf"/>
                    </a:solidFill>
                  </a:tcPr>
                </a:tc>
                <a:tc hMerge="1">
                  <a:tcPr anchor="t" marL="90000" marR="90000"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title"/>
          </p:nvPr>
        </p:nvSpPr>
        <p:spPr>
          <a:xfrm>
            <a:off x="0" y="32040"/>
            <a:ext cx="8345160" cy="641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16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Binary Number System</a:t>
            </a:r>
            <a:br/>
            <a:r>
              <a:rPr b="0" lang="en-US" sz="24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Convert Binary to Decimal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58" name="TextBox 8"/>
          <p:cNvSpPr/>
          <p:nvPr/>
        </p:nvSpPr>
        <p:spPr>
          <a:xfrm>
            <a:off x="464400" y="609840"/>
            <a:ext cx="506412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58585b"/>
                </a:solidFill>
                <a:latin typeface="Arial"/>
                <a:ea typeface="ＭＳ Ｐゴシック"/>
              </a:rPr>
              <a:t>Convert 11000000.10101000.00001011.00001010 to decimal.</a:t>
            </a:r>
            <a:endParaRPr b="0" lang="en-JM" sz="1400" spc="-1" strike="noStrike">
              <a:latin typeface="Arial"/>
            </a:endParaRPr>
          </a:p>
        </p:txBody>
      </p:sp>
      <p:graphicFrame>
        <p:nvGraphicFramePr>
          <p:cNvPr id="359" name="Table 7"/>
          <p:cNvGraphicFramePr/>
          <p:nvPr/>
        </p:nvGraphicFramePr>
        <p:xfrm>
          <a:off x="457200" y="870120"/>
          <a:ext cx="5220360" cy="3712320"/>
        </p:xfrm>
        <a:graphic>
          <a:graphicData uri="http://schemas.openxmlformats.org/drawingml/2006/table">
            <a:tbl>
              <a:tblPr/>
              <a:tblGrid>
                <a:gridCol w="1650240"/>
                <a:gridCol w="530640"/>
                <a:gridCol w="443880"/>
                <a:gridCol w="453600"/>
                <a:gridCol w="434160"/>
                <a:gridCol w="414000"/>
                <a:gridCol w="414720"/>
                <a:gridCol w="434160"/>
                <a:gridCol w="444960"/>
              </a:tblGrid>
              <a:tr h="285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Positional Value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36718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128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36718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64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36718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32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36718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16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36718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8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36718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36718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36718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1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367187"/>
                    </a:solidFill>
                  </a:tcPr>
                </a:tc>
              </a:tr>
              <a:tr h="285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Binary Number (11000000)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dd5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1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dd5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1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dd5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0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dd5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0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dd5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0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dd5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0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dd5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0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dd5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0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dd5d9"/>
                    </a:solidFill>
                  </a:tcPr>
                </a:tc>
              </a:tr>
              <a:tr h="285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Calculate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e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1x128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e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1x64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e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0x32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e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0x16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e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0x8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e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0x4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e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0x2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e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0x1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ed"/>
                    </a:solidFill>
                  </a:tcPr>
                </a:tc>
              </a:tr>
              <a:tr h="285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Add Them Up…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dd5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128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dd5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+ 64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dd5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+ 0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dd5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+ 0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dd5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+ 0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dd5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+ 0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dd5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+ 0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dd5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+ 0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dd5d9"/>
                    </a:solidFill>
                  </a:tcPr>
                </a:tc>
              </a:tr>
              <a:tr h="285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Binary Number (10101000)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e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1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e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0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e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1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e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0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e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1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e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0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e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0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e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0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ed"/>
                    </a:solidFill>
                  </a:tcPr>
                </a:tc>
              </a:tr>
              <a:tr h="285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Calculate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dd5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1x128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dd5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0x64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dd5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1x32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dd5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0x16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dd5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1x8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dd5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0x4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dd5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0x2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dd5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0x1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dd5d9"/>
                    </a:solidFill>
                  </a:tcPr>
                </a:tc>
              </a:tr>
              <a:tr h="285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Add Them Up…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e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128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e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+ 0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e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+ 32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e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+ 0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e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+ 8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e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+ 0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e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+ 0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e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+ 0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ed"/>
                    </a:solidFill>
                  </a:tcPr>
                </a:tc>
              </a:tr>
              <a:tr h="285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Binary Number (00001011)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dd5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0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dd5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0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dd5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0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dd5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0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dd5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1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dd5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0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dd5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1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dd5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1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dd5d9"/>
                    </a:solidFill>
                  </a:tcPr>
                </a:tc>
              </a:tr>
              <a:tr h="285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Calculate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e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0x128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e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0x64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e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0x32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e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0x16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e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1x8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e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0x4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e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1x2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e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1x1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ed"/>
                    </a:solidFill>
                  </a:tcPr>
                </a:tc>
              </a:tr>
              <a:tr h="285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Add Them Up…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dd5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0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dd5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+ 0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dd5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+ 0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dd5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+ 0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dd5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+ 8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dd5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+ 0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dd5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+ 2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dd5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+ 1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dd5d9"/>
                    </a:solidFill>
                  </a:tcPr>
                </a:tc>
              </a:tr>
              <a:tr h="285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Binary Number (00001010)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e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0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e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0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e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0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e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0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e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1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e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0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e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1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e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0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ed"/>
                    </a:solidFill>
                  </a:tcPr>
                </a:tc>
              </a:tr>
              <a:tr h="285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Calculate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dd5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0x128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dd5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0x64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dd5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0x32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dd5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0x16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dd5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1x8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dd5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0x4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dd5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1x2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dd5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0x1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dd5d9"/>
                    </a:solidFill>
                  </a:tcPr>
                </a:tc>
              </a:tr>
              <a:tr h="2865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Add Them Up…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e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0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e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+ 0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e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+ 0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e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+ 0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e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+ 8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e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+ 0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e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+ 2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e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+ 0</a:t>
                      </a:r>
                      <a:endParaRPr b="0" lang="en-JM" sz="9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ed"/>
                    </a:solidFill>
                  </a:tcPr>
                </a:tc>
              </a:tr>
            </a:tbl>
          </a:graphicData>
        </a:graphic>
      </p:graphicFrame>
      <p:sp>
        <p:nvSpPr>
          <p:cNvPr id="360" name="Striped Right Arrow 9"/>
          <p:cNvSpPr/>
          <p:nvPr/>
        </p:nvSpPr>
        <p:spPr>
          <a:xfrm>
            <a:off x="5760000" y="1774440"/>
            <a:ext cx="380520" cy="191880"/>
          </a:xfrm>
          <a:prstGeom prst="stripedRightArrow">
            <a:avLst>
              <a:gd name="adj1" fmla="val 50000"/>
              <a:gd name="adj2" fmla="val 50000"/>
            </a:avLst>
          </a:prstGeom>
          <a:solidFill>
            <a:srgbClr val="36a4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61" name="TextBox 13"/>
          <p:cNvSpPr/>
          <p:nvPr/>
        </p:nvSpPr>
        <p:spPr>
          <a:xfrm>
            <a:off x="6143760" y="1668600"/>
            <a:ext cx="51948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58585b"/>
                </a:solidFill>
                <a:latin typeface="Arial"/>
                <a:ea typeface="ＭＳ Ｐゴシック"/>
              </a:rPr>
              <a:t>192</a:t>
            </a:r>
            <a:endParaRPr b="0" lang="en-JM" sz="1600" spc="-1" strike="noStrike">
              <a:latin typeface="Arial"/>
            </a:endParaRPr>
          </a:p>
        </p:txBody>
      </p:sp>
      <p:sp>
        <p:nvSpPr>
          <p:cNvPr id="362" name="Striped Right Arrow 10"/>
          <p:cNvSpPr/>
          <p:nvPr/>
        </p:nvSpPr>
        <p:spPr>
          <a:xfrm>
            <a:off x="5760000" y="2630160"/>
            <a:ext cx="380520" cy="191880"/>
          </a:xfrm>
          <a:prstGeom prst="stripedRightArrow">
            <a:avLst>
              <a:gd name="adj1" fmla="val 50000"/>
              <a:gd name="adj2" fmla="val 50000"/>
            </a:avLst>
          </a:prstGeom>
          <a:solidFill>
            <a:srgbClr val="36a4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63" name="TextBox 14"/>
          <p:cNvSpPr/>
          <p:nvPr/>
        </p:nvSpPr>
        <p:spPr>
          <a:xfrm>
            <a:off x="6143760" y="2562840"/>
            <a:ext cx="51948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58585b"/>
                </a:solidFill>
                <a:latin typeface="Arial"/>
                <a:ea typeface="ＭＳ Ｐゴシック"/>
              </a:rPr>
              <a:t>168</a:t>
            </a:r>
            <a:endParaRPr b="0" lang="en-JM" sz="1600" spc="-1" strike="noStrike">
              <a:latin typeface="Arial"/>
            </a:endParaRPr>
          </a:p>
        </p:txBody>
      </p:sp>
      <p:sp>
        <p:nvSpPr>
          <p:cNvPr id="364" name="Striped Right Arrow 11"/>
          <p:cNvSpPr/>
          <p:nvPr/>
        </p:nvSpPr>
        <p:spPr>
          <a:xfrm>
            <a:off x="5760000" y="3453840"/>
            <a:ext cx="380520" cy="191880"/>
          </a:xfrm>
          <a:prstGeom prst="stripedRightArrow">
            <a:avLst>
              <a:gd name="adj1" fmla="val 50000"/>
              <a:gd name="adj2" fmla="val 50000"/>
            </a:avLst>
          </a:prstGeom>
          <a:solidFill>
            <a:srgbClr val="36a4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65" name="TextBox 15"/>
          <p:cNvSpPr/>
          <p:nvPr/>
        </p:nvSpPr>
        <p:spPr>
          <a:xfrm>
            <a:off x="6143400" y="3380760"/>
            <a:ext cx="39132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58585b"/>
                </a:solidFill>
                <a:latin typeface="Arial"/>
                <a:ea typeface="ＭＳ Ｐゴシック"/>
              </a:rPr>
              <a:t>11</a:t>
            </a:r>
            <a:endParaRPr b="0" lang="en-JM" sz="1600" spc="-1" strike="noStrike">
              <a:latin typeface="Arial"/>
            </a:endParaRPr>
          </a:p>
        </p:txBody>
      </p:sp>
      <p:sp>
        <p:nvSpPr>
          <p:cNvPr id="366" name="Striped Right Arrow 12"/>
          <p:cNvSpPr/>
          <p:nvPr/>
        </p:nvSpPr>
        <p:spPr>
          <a:xfrm>
            <a:off x="5760000" y="4277160"/>
            <a:ext cx="380520" cy="191880"/>
          </a:xfrm>
          <a:prstGeom prst="stripedRightArrow">
            <a:avLst>
              <a:gd name="adj1" fmla="val 50000"/>
              <a:gd name="adj2" fmla="val 50000"/>
            </a:avLst>
          </a:prstGeom>
          <a:solidFill>
            <a:srgbClr val="36a4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67" name="TextBox 16"/>
          <p:cNvSpPr/>
          <p:nvPr/>
        </p:nvSpPr>
        <p:spPr>
          <a:xfrm>
            <a:off x="6179040" y="4215240"/>
            <a:ext cx="40680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58585b"/>
                </a:solidFill>
                <a:latin typeface="Arial"/>
                <a:ea typeface="ＭＳ Ｐゴシック"/>
              </a:rPr>
              <a:t>10</a:t>
            </a:r>
            <a:endParaRPr b="0" lang="en-JM" sz="1600" spc="-1" strike="noStrike">
              <a:latin typeface="Arial"/>
            </a:endParaRPr>
          </a:p>
        </p:txBody>
      </p:sp>
      <p:sp>
        <p:nvSpPr>
          <p:cNvPr id="368" name="TextBox 17"/>
          <p:cNvSpPr/>
          <p:nvPr/>
        </p:nvSpPr>
        <p:spPr>
          <a:xfrm>
            <a:off x="7056720" y="2901240"/>
            <a:ext cx="146268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58585b"/>
                </a:solidFill>
                <a:latin typeface="Arial"/>
                <a:ea typeface="ＭＳ Ｐゴシック"/>
              </a:rPr>
              <a:t>192.168.11.10</a:t>
            </a:r>
            <a:endParaRPr b="0" lang="en-JM" sz="16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title"/>
          </p:nvPr>
        </p:nvSpPr>
        <p:spPr>
          <a:xfrm>
            <a:off x="0" y="32040"/>
            <a:ext cx="8345160" cy="731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16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Binary Number System</a:t>
            </a:r>
            <a:br/>
            <a:r>
              <a:rPr b="0" lang="en-US" sz="24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Decimal to Binary Conversion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70" name="PlaceHolder 2"/>
          <p:cNvSpPr>
            <a:spLocks noGrp="1"/>
          </p:cNvSpPr>
          <p:nvPr>
            <p:ph/>
          </p:nvPr>
        </p:nvSpPr>
        <p:spPr>
          <a:xfrm>
            <a:off x="358200" y="753840"/>
            <a:ext cx="8169120" cy="613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The binary positional value table is useful in converting a dotted decimal IPv4 address to binary.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71" name="TextBox 10"/>
          <p:cNvSpPr/>
          <p:nvPr/>
        </p:nvSpPr>
        <p:spPr>
          <a:xfrm>
            <a:off x="499680" y="1453680"/>
            <a:ext cx="3830760" cy="28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lvl="2" marL="43200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Start in the 128 position (the most significant bit). Is the decimal number of the octet (n) equal to or greater than 128?</a:t>
            </a:r>
            <a:endParaRPr b="0" lang="en-JM" sz="1400" spc="-1" strike="noStrike">
              <a:latin typeface="Arial"/>
            </a:endParaRPr>
          </a:p>
          <a:p>
            <a:pPr lvl="2" marL="43200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If no, record a binary 0 in the 128 positional value and move to the 64 positional value.</a:t>
            </a:r>
            <a:endParaRPr b="0" lang="en-JM" sz="1400" spc="-1" strike="noStrike">
              <a:latin typeface="Arial"/>
            </a:endParaRPr>
          </a:p>
          <a:p>
            <a:pPr lvl="2" marL="43200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If yes, record a binary 1 in the 128 positional value, subtract 128 from the decimal number, and move to the 64 positional value.</a:t>
            </a:r>
            <a:endParaRPr b="0" lang="en-JM" sz="1400" spc="-1" strike="noStrike">
              <a:latin typeface="Arial"/>
            </a:endParaRPr>
          </a:p>
          <a:p>
            <a:pPr lvl="2" marL="43200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Repeat these steps through the 1 positional value.</a:t>
            </a:r>
            <a:endParaRPr b="0" lang="en-JM" sz="1400" spc="-1" strike="noStrike">
              <a:latin typeface="Arial"/>
            </a:endParaRPr>
          </a:p>
        </p:txBody>
      </p:sp>
      <p:pic>
        <p:nvPicPr>
          <p:cNvPr id="372" name="Picture 9" descr=""/>
          <p:cNvPicPr/>
          <p:nvPr/>
        </p:nvPicPr>
        <p:blipFill>
          <a:blip r:embed="rId1"/>
          <a:stretch/>
        </p:blipFill>
        <p:spPr>
          <a:xfrm>
            <a:off x="4330800" y="1383480"/>
            <a:ext cx="4680000" cy="2806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title"/>
          </p:nvPr>
        </p:nvSpPr>
        <p:spPr>
          <a:xfrm>
            <a:off x="0" y="32040"/>
            <a:ext cx="8345160" cy="731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16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Binary Number System</a:t>
            </a:r>
            <a:br/>
            <a:r>
              <a:rPr b="0" lang="en-US" sz="24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Decimal to Binary Conversion Example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74" name="PlaceHolder 2"/>
          <p:cNvSpPr>
            <a:spLocks noGrp="1"/>
          </p:cNvSpPr>
          <p:nvPr>
            <p:ph/>
          </p:nvPr>
        </p:nvSpPr>
        <p:spPr>
          <a:xfrm>
            <a:off x="474840" y="786960"/>
            <a:ext cx="8279640" cy="447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Convert decimal 168 to binary</a:t>
            </a:r>
            <a:endParaRPr b="0" lang="en-US" sz="20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75" name="TextBox 6"/>
          <p:cNvSpPr/>
          <p:nvPr/>
        </p:nvSpPr>
        <p:spPr>
          <a:xfrm>
            <a:off x="1724760" y="1235160"/>
            <a:ext cx="5124240" cy="24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Is 168 &gt; 128?</a:t>
            </a:r>
            <a:endParaRPr b="0" lang="en-JM" sz="14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Yes, enter 1 in 128 position and subtract 128 (168-128=40)</a:t>
            </a:r>
            <a:endParaRPr b="0" lang="en-JM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Is 40 &gt; 64?</a:t>
            </a:r>
            <a:endParaRPr b="0" lang="en-JM" sz="14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No, enter 0 in 64 position and move on</a:t>
            </a:r>
            <a:endParaRPr b="0" lang="en-JM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Is 40 &gt; 32?</a:t>
            </a:r>
            <a:endParaRPr b="0" lang="en-JM" sz="14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Yes, enter 1 in 32 position and subtract 32 (40-32=8)</a:t>
            </a:r>
            <a:endParaRPr b="0" lang="en-JM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Is 8 &gt; 16?</a:t>
            </a:r>
            <a:endParaRPr b="0" lang="en-JM" sz="14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No, enter 0 in 16 position and move on</a:t>
            </a:r>
            <a:endParaRPr b="0" lang="en-JM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Is 8 &gt; 8?</a:t>
            </a:r>
            <a:endParaRPr b="0" lang="en-JM" sz="14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Equal. Enter 1 in 8 position and subtract 8 (8-8=0)</a:t>
            </a:r>
            <a:endParaRPr b="0" lang="en-JM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No values left. Enter 0 in remaining binary positions</a:t>
            </a:r>
            <a:endParaRPr b="0" lang="en-JM" sz="1400" spc="-1" strike="noStrike">
              <a:latin typeface="Arial"/>
            </a:endParaRPr>
          </a:p>
        </p:txBody>
      </p:sp>
      <p:graphicFrame>
        <p:nvGraphicFramePr>
          <p:cNvPr id="376" name="Table 5"/>
          <p:cNvGraphicFramePr/>
          <p:nvPr/>
        </p:nvGraphicFramePr>
        <p:xfrm>
          <a:off x="1523880" y="3720600"/>
          <a:ext cx="6095520" cy="741240"/>
        </p:xfrm>
        <a:graphic>
          <a:graphicData uri="http://schemas.openxmlformats.org/drawingml/2006/table">
            <a:tbl>
              <a:tblPr/>
              <a:tblGrid>
                <a:gridCol w="761760"/>
                <a:gridCol w="761760"/>
                <a:gridCol w="761760"/>
                <a:gridCol w="761760"/>
                <a:gridCol w="761760"/>
                <a:gridCol w="761760"/>
                <a:gridCol w="761760"/>
                <a:gridCol w="76320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128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64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32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16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8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1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1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0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1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0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1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0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0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0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</a:tr>
            </a:tbl>
          </a:graphicData>
        </a:graphic>
      </p:graphicFrame>
      <p:sp>
        <p:nvSpPr>
          <p:cNvPr id="377" name="TextBox 11"/>
          <p:cNvSpPr/>
          <p:nvPr/>
        </p:nvSpPr>
        <p:spPr>
          <a:xfrm>
            <a:off x="2746800" y="4462200"/>
            <a:ext cx="373500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58585b"/>
                </a:solidFill>
                <a:latin typeface="Arial"/>
                <a:ea typeface="ＭＳ Ｐゴシック"/>
              </a:rPr>
              <a:t>Decimal 168 is written as 10101000 in binary</a:t>
            </a:r>
            <a:endParaRPr b="0" lang="en-JM" sz="14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title"/>
          </p:nvPr>
        </p:nvSpPr>
        <p:spPr>
          <a:xfrm>
            <a:off x="0" y="32040"/>
            <a:ext cx="8345160" cy="731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16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Binary Number System</a:t>
            </a:r>
            <a:br/>
            <a:r>
              <a:rPr b="0" lang="en-US" sz="24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IPv4 Addresses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79" name="PlaceHolder 2"/>
          <p:cNvSpPr>
            <a:spLocks noGrp="1"/>
          </p:cNvSpPr>
          <p:nvPr>
            <p:ph/>
          </p:nvPr>
        </p:nvSpPr>
        <p:spPr>
          <a:xfrm>
            <a:off x="474840" y="861120"/>
            <a:ext cx="8279640" cy="1068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Routers and computers only understand binary, while humans work in decimal. It is important for you to gain a thorough understanding of these two numbering systems and how they are used in networking.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</p:txBody>
      </p:sp>
      <p:pic>
        <p:nvPicPr>
          <p:cNvPr id="380" name="Picture 6" descr=""/>
          <p:cNvPicPr/>
          <p:nvPr/>
        </p:nvPicPr>
        <p:blipFill>
          <a:blip r:embed="rId1"/>
          <a:stretch/>
        </p:blipFill>
        <p:spPr>
          <a:xfrm>
            <a:off x="670320" y="2027880"/>
            <a:ext cx="7803000" cy="1994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title"/>
          </p:nvPr>
        </p:nvSpPr>
        <p:spPr>
          <a:xfrm>
            <a:off x="416520" y="1788120"/>
            <a:ext cx="7848000" cy="9291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b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600" spc="-1" strike="noStrike">
                <a:solidFill>
                  <a:srgbClr val="afe8fb"/>
                </a:solidFill>
                <a:latin typeface="Arial"/>
                <a:ea typeface="ＭＳ Ｐゴシック"/>
              </a:rPr>
              <a:t>5.2 Hexadecimal Number System</a:t>
            </a:r>
            <a:endParaRPr b="0" lang="en-US" sz="46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  <p:transition spd="slow">
    <p:wipe dir="l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laceHolder 1"/>
          <p:cNvSpPr>
            <a:spLocks noGrp="1"/>
          </p:cNvSpPr>
          <p:nvPr>
            <p:ph type="title"/>
          </p:nvPr>
        </p:nvSpPr>
        <p:spPr>
          <a:xfrm>
            <a:off x="0" y="32040"/>
            <a:ext cx="8345160" cy="731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16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Hexadecimal Number System</a:t>
            </a:r>
            <a:br/>
            <a:r>
              <a:rPr b="0" lang="en-US" sz="24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Hexadecimal and IPv6 Addresses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83" name="PlaceHolder 2"/>
          <p:cNvSpPr>
            <a:spLocks noGrp="1"/>
          </p:cNvSpPr>
          <p:nvPr>
            <p:ph/>
          </p:nvPr>
        </p:nvSpPr>
        <p:spPr>
          <a:xfrm>
            <a:off x="474840" y="763560"/>
            <a:ext cx="3331440" cy="3657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To understand IPv6 addresses, you must be able to convert hexadecimal to decimal and vice versa.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Hexadecimal is a base sixteen numbering system, using the digits 0 through 9 and letters A to F.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It is easier to express a value as a single hexadecimal digit than as four binary bit.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Hexadecimal is used to represent IPv6 addresses and MAC addresses.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</p:txBody>
      </p:sp>
      <p:pic>
        <p:nvPicPr>
          <p:cNvPr id="384" name="Picture 6" descr=""/>
          <p:cNvPicPr/>
          <p:nvPr/>
        </p:nvPicPr>
        <p:blipFill>
          <a:blip r:embed="rId1"/>
          <a:stretch/>
        </p:blipFill>
        <p:spPr>
          <a:xfrm>
            <a:off x="3970440" y="763560"/>
            <a:ext cx="4698720" cy="3136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/>
          </p:cNvSpPr>
          <p:nvPr>
            <p:ph type="title"/>
          </p:nvPr>
        </p:nvSpPr>
        <p:spPr>
          <a:xfrm>
            <a:off x="0" y="32040"/>
            <a:ext cx="8345160" cy="731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16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Hexadecimal Number System</a:t>
            </a:r>
            <a:br/>
            <a:r>
              <a:rPr b="0" lang="en-US" sz="24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Hexadecimal and IPv6 Addresses (Cont.)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86" name="PlaceHolder 2"/>
          <p:cNvSpPr>
            <a:spLocks noGrp="1"/>
          </p:cNvSpPr>
          <p:nvPr>
            <p:ph/>
          </p:nvPr>
        </p:nvSpPr>
        <p:spPr>
          <a:xfrm>
            <a:off x="474840" y="763560"/>
            <a:ext cx="3331440" cy="3657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IPv6 addresses are 128 bits in length. Every 4 bits is represented by a single hexadecimal digit. That makes the IPv6 address a total of 32 hexadecimal values.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The figure shows the preferred method of writing out an IPv6 address, with each X representing four hexadecimal values.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Each four hexadecimal character group is referred to as a hextet.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</p:txBody>
      </p:sp>
      <p:pic>
        <p:nvPicPr>
          <p:cNvPr id="387" name="Picture 3" descr=""/>
          <p:cNvPicPr/>
          <p:nvPr/>
        </p:nvPicPr>
        <p:blipFill>
          <a:blip r:embed="rId1"/>
          <a:stretch/>
        </p:blipFill>
        <p:spPr>
          <a:xfrm>
            <a:off x="4088520" y="949320"/>
            <a:ext cx="4858920" cy="3244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PlaceHolder 1"/>
          <p:cNvSpPr>
            <a:spLocks noGrp="1"/>
          </p:cNvSpPr>
          <p:nvPr>
            <p:ph type="title"/>
          </p:nvPr>
        </p:nvSpPr>
        <p:spPr>
          <a:xfrm>
            <a:off x="0" y="32040"/>
            <a:ext cx="8345160" cy="731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16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Hexadecimal Number System</a:t>
            </a:r>
            <a:br/>
            <a:r>
              <a:rPr b="0" lang="en-US" sz="24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Video – Converting Between Hexadecimal and Decimal Numbering Systems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89" name="Rectangle 6"/>
          <p:cNvSpPr/>
          <p:nvPr/>
        </p:nvSpPr>
        <p:spPr>
          <a:xfrm>
            <a:off x="182520" y="1094400"/>
            <a:ext cx="816264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572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58585b"/>
                </a:solidFill>
                <a:latin typeface="Arial"/>
                <a:ea typeface="ＭＳ Ｐゴシック"/>
              </a:rPr>
              <a:t>This video will cover the following:</a:t>
            </a:r>
            <a:endParaRPr b="0" lang="en-JM" sz="1800" spc="-1" strike="noStrike">
              <a:latin typeface="Arial"/>
            </a:endParaRPr>
          </a:p>
          <a:p>
            <a:pPr marL="57240">
              <a:lnSpc>
                <a:spcPct val="100000"/>
              </a:lnSpc>
              <a:buNone/>
              <a:tabLst>
                <a:tab algn="l" pos="0"/>
              </a:tabLst>
            </a:pPr>
            <a:endParaRPr b="0" lang="en-JM" sz="18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58585b"/>
                </a:solidFill>
                <a:latin typeface="Arial"/>
                <a:ea typeface="ＭＳ Ｐゴシック"/>
              </a:rPr>
              <a:t>Characteristics of the Hexadecimal System</a:t>
            </a:r>
            <a:endParaRPr b="0" lang="en-JM" sz="18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58585b"/>
                </a:solidFill>
                <a:latin typeface="Arial"/>
                <a:ea typeface="ＭＳ Ｐゴシック"/>
              </a:rPr>
              <a:t>Convert from Hexadecimal to Decimal</a:t>
            </a:r>
            <a:endParaRPr b="0" lang="en-JM" sz="18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58585b"/>
                </a:solidFill>
                <a:latin typeface="Arial"/>
                <a:ea typeface="ＭＳ Ｐゴシック"/>
              </a:rPr>
              <a:t>Convert from Decimal to Hexadecimal</a:t>
            </a:r>
            <a:endParaRPr b="0" lang="en-JM" sz="18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/>
          </p:cNvSpPr>
          <p:nvPr>
            <p:ph type="title"/>
          </p:nvPr>
        </p:nvSpPr>
        <p:spPr>
          <a:xfrm>
            <a:off x="0" y="32040"/>
            <a:ext cx="8345160" cy="731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16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Hexadecimal Number System</a:t>
            </a:r>
            <a:br/>
            <a:r>
              <a:rPr b="0" lang="en-US" sz="24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Decimal to Hexadecimal Conversions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91" name="PlaceHolder 2"/>
          <p:cNvSpPr>
            <a:spLocks noGrp="1"/>
          </p:cNvSpPr>
          <p:nvPr>
            <p:ph/>
          </p:nvPr>
        </p:nvSpPr>
        <p:spPr>
          <a:xfrm>
            <a:off x="474840" y="850680"/>
            <a:ext cx="8279640" cy="3570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85840" indent="-28584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Follow the steps listed to convert decimal numbers to hexadecimal values: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Convert the decimal number to 8-bit binary strings.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Divide the binary strings in groups of four starting from the rightmost position.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Convert each four binary numbers into their equivalent hexadecimal digit.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For example, 168 converted into hex using the three-step process.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168 in binary is 10101000.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10101000 in two groups of four binary digits is 1010 and 1000.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1010 is hex A and 1000 is hex 8, so 168 is A8 in hexadecimal.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/>
          </p:cNvSpPr>
          <p:nvPr>
            <p:ph type="title"/>
          </p:nvPr>
        </p:nvSpPr>
        <p:spPr>
          <a:xfrm>
            <a:off x="0" y="32040"/>
            <a:ext cx="8345160" cy="731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0" lang="en-US" sz="16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Hexadecimal Number System</a:t>
            </a:r>
            <a:br/>
            <a:r>
              <a:rPr b="0" lang="en-US" sz="2400" spc="-1" strike="noStrike">
                <a:solidFill>
                  <a:srgbClr val="004c69"/>
                </a:solidFill>
                <a:latin typeface="Arial"/>
                <a:ea typeface="ＭＳ Ｐゴシック"/>
              </a:rPr>
              <a:t>Hexadecimal to Decimal Conversions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93" name="PlaceHolder 2"/>
          <p:cNvSpPr>
            <a:spLocks noGrp="1"/>
          </p:cNvSpPr>
          <p:nvPr>
            <p:ph/>
          </p:nvPr>
        </p:nvSpPr>
        <p:spPr>
          <a:xfrm>
            <a:off x="474840" y="850680"/>
            <a:ext cx="8279640" cy="3570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85840" indent="-28584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Follow the steps listed to convert hexadecimal numbers to decimal values: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Convert the hexadecimal number to 4-bit binary strings.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Create 8-bit binary grouping starting from the rightmost position.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Convert each 8-bit binary grouping into their equivalent decimal digit.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For example, D2 converted into decimal using the three-step process: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D2 in 4-bit binary strings is 1101 and 0010.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1101 and 0010 is 11010010 in an 8-bit grouping.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11010010 in binary is equivalent to 210 in decimal, so D2 is 210 is decimal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1"/>
          <p:cNvSpPr>
            <a:spLocks noGrp="1"/>
          </p:cNvSpPr>
          <p:nvPr>
            <p:ph type="title"/>
          </p:nvPr>
        </p:nvSpPr>
        <p:spPr>
          <a:xfrm>
            <a:off x="416520" y="1747440"/>
            <a:ext cx="8280000" cy="9698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b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600" spc="-1" strike="noStrike">
                <a:solidFill>
                  <a:srgbClr val="afe8fb"/>
                </a:solidFill>
                <a:latin typeface="Arial"/>
                <a:ea typeface="ＭＳ Ｐゴシック"/>
              </a:rPr>
              <a:t>5.3 Module Practice and Quiz</a:t>
            </a:r>
            <a:endParaRPr b="0" lang="en-US" sz="46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  <p:transition spd="slow">
    <p:wipe dir="l"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title"/>
          </p:nvPr>
        </p:nvSpPr>
        <p:spPr>
          <a:xfrm>
            <a:off x="0" y="41400"/>
            <a:ext cx="9143640" cy="75708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Module Practice and Quiz</a:t>
            </a:r>
            <a:br/>
            <a:r>
              <a:rPr b="0" lang="en-US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What did I learn in this module?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96" name="PlaceHolder 2"/>
          <p:cNvSpPr>
            <a:spLocks noGrp="1"/>
          </p:cNvSpPr>
          <p:nvPr>
            <p:ph/>
          </p:nvPr>
        </p:nvSpPr>
        <p:spPr>
          <a:xfrm>
            <a:off x="144000" y="798840"/>
            <a:ext cx="8852760" cy="4155120"/>
          </a:xfrm>
          <a:prstGeom prst="rect">
            <a:avLst/>
          </a:prstGeom>
          <a:noFill/>
          <a:ln w="0">
            <a:noFill/>
          </a:ln>
        </p:spPr>
        <p:txBody>
          <a:bodyPr numCol="1" spcCol="0" rIns="182880" anchor="t">
            <a:noAutofit/>
          </a:bodyPr>
          <a:p>
            <a:pPr marL="115920" indent="-285840">
              <a:lnSpc>
                <a:spcPct val="100000"/>
              </a:lnSpc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Binary is a base two numbering system that consists of the numbers 0 and 1, called bits.</a:t>
            </a:r>
            <a:endParaRPr b="0" lang="en-US" sz="1500" spc="-1" strike="noStrike">
              <a:solidFill>
                <a:srgbClr val="58585b"/>
              </a:solidFill>
              <a:latin typeface="Arial"/>
            </a:endParaRPr>
          </a:p>
          <a:p>
            <a:pPr marL="115920" indent="-285840">
              <a:lnSpc>
                <a:spcPct val="100000"/>
              </a:lnSpc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Decimal is a base ten numbering system that consists of the numbers 0 through 9.</a:t>
            </a:r>
            <a:endParaRPr b="0" lang="en-US" sz="1500" spc="-1" strike="noStrike">
              <a:solidFill>
                <a:srgbClr val="58585b"/>
              </a:solidFill>
              <a:latin typeface="Arial"/>
            </a:endParaRPr>
          </a:p>
          <a:p>
            <a:pPr marL="115920" indent="-285840">
              <a:lnSpc>
                <a:spcPct val="100000"/>
              </a:lnSpc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Binary is what hosts, servers, and networking equipment uses to identify each other.</a:t>
            </a:r>
            <a:endParaRPr b="0" lang="en-US" sz="1500" spc="-1" strike="noStrike">
              <a:solidFill>
                <a:srgbClr val="58585b"/>
              </a:solidFill>
              <a:latin typeface="Arial"/>
            </a:endParaRPr>
          </a:p>
          <a:p>
            <a:pPr marL="115920" indent="-285840">
              <a:lnSpc>
                <a:spcPct val="100000"/>
              </a:lnSpc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Hexadecimal is a base sixteen numbering system that consists of the numbers 0 through 9 and the letters A to F.</a:t>
            </a:r>
            <a:endParaRPr b="0" lang="en-US" sz="1500" spc="-1" strike="noStrike">
              <a:solidFill>
                <a:srgbClr val="58585b"/>
              </a:solidFill>
              <a:latin typeface="Arial"/>
            </a:endParaRPr>
          </a:p>
          <a:p>
            <a:pPr marL="115920" indent="-285840">
              <a:lnSpc>
                <a:spcPct val="100000"/>
              </a:lnSpc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Hexadecimal is used to represent IPv6 addresses and MAC addresses.</a:t>
            </a:r>
            <a:endParaRPr b="0" lang="en-US" sz="1500" spc="-1" strike="noStrike">
              <a:solidFill>
                <a:srgbClr val="58585b"/>
              </a:solidFill>
              <a:latin typeface="Arial"/>
            </a:endParaRPr>
          </a:p>
          <a:p>
            <a:pPr marL="115920" indent="-285840">
              <a:lnSpc>
                <a:spcPct val="100000"/>
              </a:lnSpc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IPv6 addresses are 128 bits long, and every 4 bits is represented by a hexadecimal digit for a total of 32 hexadecimal digits.</a:t>
            </a:r>
            <a:endParaRPr b="0" lang="en-US" sz="1500" spc="-1" strike="noStrike">
              <a:solidFill>
                <a:srgbClr val="58585b"/>
              </a:solidFill>
              <a:latin typeface="Arial"/>
            </a:endParaRPr>
          </a:p>
          <a:p>
            <a:pPr marL="115920" indent="-285840">
              <a:lnSpc>
                <a:spcPct val="100000"/>
              </a:lnSpc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To convert hexadecimal to decimal, you must first convert the hexadecimal to binary, then convert the binary to decimal.</a:t>
            </a:r>
            <a:endParaRPr b="0" lang="en-US" sz="1500" spc="-1" strike="noStrike">
              <a:solidFill>
                <a:srgbClr val="58585b"/>
              </a:solidFill>
              <a:latin typeface="Arial"/>
            </a:endParaRPr>
          </a:p>
          <a:p>
            <a:pPr marL="115920" indent="-285840">
              <a:lnSpc>
                <a:spcPct val="100000"/>
              </a:lnSpc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To convert decimal to hexadecimal, you must first convert the decimal to binary and then the binary to hexadecimal.</a:t>
            </a:r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  <p:transition spd="slow">
    <p:wipe dir="l"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PlaceHolder 1"/>
          <p:cNvSpPr>
            <a:spLocks noGrp="1"/>
          </p:cNvSpPr>
          <p:nvPr>
            <p:ph type="title"/>
          </p:nvPr>
        </p:nvSpPr>
        <p:spPr>
          <a:xfrm>
            <a:off x="0" y="41400"/>
            <a:ext cx="9143640" cy="6087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Module 5: Number Systems</a:t>
            </a:r>
            <a:br/>
            <a:r>
              <a:rPr b="0" lang="en-US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New Terms and Commands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98" name="PlaceHolder 2"/>
          <p:cNvSpPr>
            <a:spLocks noGrp="1"/>
          </p:cNvSpPr>
          <p:nvPr>
            <p:ph/>
          </p:nvPr>
        </p:nvSpPr>
        <p:spPr>
          <a:xfrm>
            <a:off x="144000" y="798840"/>
            <a:ext cx="8852760" cy="4155120"/>
          </a:xfrm>
          <a:prstGeom prst="rect">
            <a:avLst/>
          </a:prstGeom>
          <a:noFill/>
          <a:ln w="0">
            <a:noFill/>
          </a:ln>
        </p:spPr>
        <p:txBody>
          <a:bodyPr numCol="1" spcCol="0" rIns="182880" anchor="t">
            <a:noAutofit/>
          </a:bodyPr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dotted decimal notation</a:t>
            </a:r>
            <a:endParaRPr b="0" lang="en-US" sz="15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positional notation</a:t>
            </a:r>
            <a:endParaRPr b="0" lang="en-US" sz="15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base 10</a:t>
            </a:r>
            <a:endParaRPr b="0" lang="en-US" sz="15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base 16</a:t>
            </a:r>
            <a:endParaRPr b="0" lang="en-US" sz="15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radix</a:t>
            </a:r>
            <a:endParaRPr b="0" lang="en-US" sz="15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octet</a:t>
            </a:r>
            <a:endParaRPr b="0" lang="en-US" sz="15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hextet</a:t>
            </a:r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  <p:transition spd="slow">
    <p:wipe dir="l"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transition spd="slow">
    <p:wipe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3814</TotalTime>
  <Application>LibreOffice/7.2.7.2$Windows_X86_64 LibreOffice_project/8d71d29d553c0f7dcbfa38fbfda25ee34cce99a2</Application>
  <AppVersion>15.0000</AppVersion>
  <Words>2471</Words>
  <Paragraphs>561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2019-10-18T06:21:22Z</dcterms:created>
  <dc:creator>Stephanie Harvey</dc:creator>
  <dc:description/>
  <dc:language>en-JM</dc:language>
  <cp:lastModifiedBy/>
  <dcterms:modified xsi:type="dcterms:W3CDTF">2025-03-18T17:15:45Z</dcterms:modified>
  <cp:revision>209</cp:revision>
  <dc:subject/>
  <dc:title>Chapter 2: Basic Switch and End Device Configuration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F9A496F7-57D7-4028-9572-D40DFDF3715A</vt:lpwstr>
  </property>
  <property fmtid="{D5CDD505-2E9C-101B-9397-08002B2CF9AE}" pid="3" name="ArticulatePath">
    <vt:lpwstr>ITE7_Chp9_by_jg</vt:lpwstr>
  </property>
  <property fmtid="{D5CDD505-2E9C-101B-9397-08002B2CF9AE}" pid="4" name="HiddenSlides">
    <vt:i4>5</vt:i4>
  </property>
  <property fmtid="{D5CDD505-2E9C-101B-9397-08002B2CF9AE}" pid="5" name="Jive_LatestUserAccountName">
    <vt:lpwstr>alljohns</vt:lpwstr>
  </property>
  <property fmtid="{D5CDD505-2E9C-101B-9397-08002B2CF9AE}" pid="6" name="Jive_VersionGuid">
    <vt:lpwstr>fd96a0b3-f68d-4727-8e4f-2128d37ed30a</vt:lpwstr>
  </property>
  <property fmtid="{D5CDD505-2E9C-101B-9397-08002B2CF9AE}" pid="7" name="Notes">
    <vt:i4>26</vt:i4>
  </property>
  <property fmtid="{D5CDD505-2E9C-101B-9397-08002B2CF9AE}" pid="8" name="Offisync_ProviderInitializationData">
    <vt:lpwstr>https://cisco.jiveon.com</vt:lpwstr>
  </property>
  <property fmtid="{D5CDD505-2E9C-101B-9397-08002B2CF9AE}" pid="9" name="Offisync_ServerID">
    <vt:lpwstr>07841bbc-cd3c-4a76-827f-75a2226890f4</vt:lpwstr>
  </property>
  <property fmtid="{D5CDD505-2E9C-101B-9397-08002B2CF9AE}" pid="10" name="Offisync_UniqueId">
    <vt:lpwstr>1702406</vt:lpwstr>
  </property>
  <property fmtid="{D5CDD505-2E9C-101B-9397-08002B2CF9AE}" pid="11" name="Offisync_UpdateToken">
    <vt:lpwstr>1</vt:lpwstr>
  </property>
  <property fmtid="{D5CDD505-2E9C-101B-9397-08002B2CF9AE}" pid="12" name="PresentationFormat">
    <vt:lpwstr>On-screen Show (16:9)</vt:lpwstr>
  </property>
  <property fmtid="{D5CDD505-2E9C-101B-9397-08002B2CF9AE}" pid="13" name="Slides">
    <vt:i4>28</vt:i4>
  </property>
</Properties>
</file>