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_rels/slideMaster1.xml.rels" ContentType="application/vnd.openxmlformats-package.relationships+xml"/>
  <Override PartName="/ppt/slideMasters/_rels/slideMaster2.xml.rels" ContentType="application/vnd.openxmlformats-package.relationships+xml"/>
  <Override PartName="/ppt/slideMasters/_rels/slideMaster3.xml.rels" ContentType="application/vnd.openxmlformats-package.relationships+xml"/>
  <Override PartName="/ppt/slideMasters/_rels/slideMaster4.xml.rels" ContentType="application/vnd.openxmlformats-package.relationships+xml"/>
  <Override PartName="/ppt/slideMasters/_rels/slideMaster5.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53.xml" ContentType="application/vnd.openxmlformats-officedocument.presentationml.notes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_rels/notesSlide53.xml.rels" ContentType="application/vnd.openxmlformats-package.relationships+xml"/>
  <Override PartName="/ppt/notesSlides/_rels/notesSlide48.xml.rels" ContentType="application/vnd.openxmlformats-package.relationships+xml"/>
  <Override PartName="/ppt/notesSlides/_rels/notesSlide5.xml.rels" ContentType="application/vnd.openxmlformats-package.relationships+xml"/>
  <Override PartName="/ppt/notesSlides/_rels/notesSlide44.xml.rels" ContentType="application/vnd.openxmlformats-package.relationships+xml"/>
  <Override PartName="/ppt/notesSlides/_rels/notesSlide1.xml.rels" ContentType="application/vnd.openxmlformats-package.relationships+xml"/>
  <Override PartName="/ppt/notesSlides/_rels/notesSlide45.xml.rels" ContentType="application/vnd.openxmlformats-package.relationships+xml"/>
  <Override PartName="/ppt/notesSlides/_rels/notesSlide2.xml.rels" ContentType="application/vnd.openxmlformats-package.relationships+xml"/>
  <Override PartName="/ppt/notesSlides/_rels/notesSlide3.xml.rels" ContentType="application/vnd.openxmlformats-package.relationships+xml"/>
  <Override PartName="/ppt/notesSlides/_rels/notesSlide46.xml.rels" ContentType="application/vnd.openxmlformats-package.relationships+xml"/>
  <Override PartName="/ppt/notesSlides/_rels/notesSlide4.xml.rels" ContentType="application/vnd.openxmlformats-package.relationships+xml"/>
  <Override PartName="/ppt/notesSlides/_rels/notesSlide47.xml.rels" ContentType="application/vnd.openxmlformats-package.relationships+xml"/>
  <Override PartName="/ppt/notesSlides/_rels/notesSlide6.xml.rels" ContentType="application/vnd.openxmlformats-package.relationships+xml"/>
  <Override PartName="/ppt/notesSlides/_rels/notesSlide49.xml.rels" ContentType="application/vnd.openxmlformats-package.relationships+xml"/>
  <Override PartName="/ppt/notesSlides/_rels/notesSlide7.xml.rels" ContentType="application/vnd.openxmlformats-package.relationships+xml"/>
  <Override PartName="/ppt/notesSlides/_rels/notesSlide8.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11.xml.rels" ContentType="application/vnd.openxmlformats-package.relationships+xml"/>
  <Override PartName="/ppt/notesSlides/_rels/notesSlide12.xml.rels" ContentType="application/vnd.openxmlformats-package.relationships+xml"/>
  <Override PartName="/ppt/notesSlides/_rels/notesSlide13.xml.rels" ContentType="application/vnd.openxmlformats-package.relationships+xml"/>
  <Override PartName="/ppt/notesSlides/_rels/notesSlide14.xml.rels" ContentType="application/vnd.openxmlformats-package.relationships+xml"/>
  <Override PartName="/ppt/notesSlides/_rels/notesSlide15.xml.rels" ContentType="application/vnd.openxmlformats-package.relationships+xml"/>
  <Override PartName="/ppt/notesSlides/_rels/notesSlide16.xml.rels" ContentType="application/vnd.openxmlformats-package.relationships+xml"/>
  <Override PartName="/ppt/notesSlides/_rels/notesSlide17.xml.rels" ContentType="application/vnd.openxmlformats-package.relationships+xml"/>
  <Override PartName="/ppt/notesSlides/_rels/notesSlide18.xml.rels" ContentType="application/vnd.openxmlformats-package.relationships+xml"/>
  <Override PartName="/ppt/notesSlides/_rels/notesSlide19.xml.rels" ContentType="application/vnd.openxmlformats-package.relationships+xml"/>
  <Override PartName="/ppt/notesSlides/_rels/notesSlide20.xml.rels" ContentType="application/vnd.openxmlformats-package.relationships+xml"/>
  <Override PartName="/ppt/notesSlides/_rels/notesSlide21.xml.rels" ContentType="application/vnd.openxmlformats-package.relationships+xml"/>
  <Override PartName="/ppt/notesSlides/_rels/notesSlide22.xml.rels" ContentType="application/vnd.openxmlformats-package.relationships+xml"/>
  <Override PartName="/ppt/notesSlides/_rels/notesSlide23.xml.rels" ContentType="application/vnd.openxmlformats-package.relationships+xml"/>
  <Override PartName="/ppt/notesSlides/_rels/notesSlide24.xml.rels" ContentType="application/vnd.openxmlformats-package.relationships+xml"/>
  <Override PartName="/ppt/notesSlides/_rels/notesSlide25.xml.rels" ContentType="application/vnd.openxmlformats-package.relationships+xml"/>
  <Override PartName="/ppt/notesSlides/_rels/notesSlide26.xml.rels" ContentType="application/vnd.openxmlformats-package.relationships+xml"/>
  <Override PartName="/ppt/notesSlides/_rels/notesSlide27.xml.rels" ContentType="application/vnd.openxmlformats-package.relationships+xml"/>
  <Override PartName="/ppt/notesSlides/_rels/notesSlide28.xml.rels" ContentType="application/vnd.openxmlformats-package.relationships+xml"/>
  <Override PartName="/ppt/notesSlides/_rels/notesSlide29.xml.rels" ContentType="application/vnd.openxmlformats-package.relationships+xml"/>
  <Override PartName="/ppt/notesSlides/_rels/notesSlide30.xml.rels" ContentType="application/vnd.openxmlformats-package.relationships+xml"/>
  <Override PartName="/ppt/notesSlides/_rels/notesSlide31.xml.rels" ContentType="application/vnd.openxmlformats-package.relationships+xml"/>
  <Override PartName="/ppt/notesSlides/_rels/notesSlide32.xml.rels" ContentType="application/vnd.openxmlformats-package.relationships+xml"/>
  <Override PartName="/ppt/notesSlides/_rels/notesSlide33.xml.rels" ContentType="application/vnd.openxmlformats-package.relationships+xml"/>
  <Override PartName="/ppt/notesSlides/_rels/notesSlide34.xml.rels" ContentType="application/vnd.openxmlformats-package.relationships+xml"/>
  <Override PartName="/ppt/notesSlides/_rels/notesSlide35.xml.rels" ContentType="application/vnd.openxmlformats-package.relationships+xml"/>
  <Override PartName="/ppt/notesSlides/_rels/notesSlide36.xml.rels" ContentType="application/vnd.openxmlformats-package.relationships+xml"/>
  <Override PartName="/ppt/notesSlides/_rels/notesSlide37.xml.rels" ContentType="application/vnd.openxmlformats-package.relationships+xml"/>
  <Override PartName="/ppt/notesSlides/_rels/notesSlide38.xml.rels" ContentType="application/vnd.openxmlformats-package.relationships+xml"/>
  <Override PartName="/ppt/notesSlides/_rels/notesSlide39.xml.rels" ContentType="application/vnd.openxmlformats-package.relationships+xml"/>
  <Override PartName="/ppt/notesSlides/_rels/notesSlide40.xml.rels" ContentType="application/vnd.openxmlformats-package.relationships+xml"/>
  <Override PartName="/ppt/notesSlides/_rels/notesSlide41.xml.rels" ContentType="application/vnd.openxmlformats-package.relationships+xml"/>
  <Override PartName="/ppt/notesSlides/_rels/notesSlide42.xml.rels" ContentType="application/vnd.openxmlformats-package.relationships+xml"/>
  <Override PartName="/ppt/notesSlides/_rels/notesSlide43.xml.rels" ContentType="application/vnd.openxmlformats-package.relationships+xml"/>
  <Override PartName="/ppt/notesSlides/_rels/notesSlide50.xml.rels" ContentType="application/vnd.openxmlformats-package.relationships+xml"/>
  <Override PartName="/ppt/notesSlides/_rels/notesSlide51.xml.rels" ContentType="application/vnd.openxmlformats-package.relationships+xml"/>
  <Override PartName="/ppt/notesSlides/_rels/notesSlide52.xml.rels" ContentType="application/vnd.openxmlformats-package.relationships+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media/image1.jpeg" ContentType="image/jpeg"/>
  <Override PartName="/ppt/media/image3.png" ContentType="image/png"/>
  <Override PartName="/ppt/media/image2.jpeg" ContentType="image/jpeg"/>
  <Override PartName="/ppt/media/image8.png" ContentType="image/png"/>
  <Override PartName="/ppt/media/image4.png" ContentType="image/png"/>
  <Override PartName="/ppt/media/image5.png" ContentType="image/png"/>
  <Override PartName="/ppt/media/image6.png" ContentType="image/png"/>
  <Override PartName="/ppt/media/image7.png" ContentType="image/png"/>
  <Override PartName="/ppt/media/image9.png" ContentType="image/png"/>
  <Override PartName="/ppt/media/image10.png" ContentType="image/png"/>
  <Override PartName="/ppt/media/image11.png" ContentType="image/png"/>
  <Override PartName="/ppt/media/image12.png" ContentType="image/png"/>
  <Override PartName="/ppt/media/image13.png" ContentType="image/png"/>
  <Override PartName="/ppt/media/image14.png" ContentType="image/png"/>
  <Override PartName="/ppt/media/image15.png" ContentType="image/png"/>
  <Override PartName="/ppt/media/image16.png" ContentType="image/png"/>
  <Override PartName="/ppt/media/image17.png" ContentType="image/png"/>
  <Override PartName="/ppt/media/image18.png" ContentType="image/png"/>
  <Override PartName="/ppt/slideLayouts/slideLayout31.xml" ContentType="application/vnd.openxmlformats-officedocument.presentationml.slideLayout+xml"/>
  <Override PartName="/ppt/slideLayouts/slideLayout1.xml" ContentType="application/vnd.openxmlformats-officedocument.presentationml.slideLayout+xml"/>
  <Override PartName="/ppt/slideLayouts/slideLayout32.xml" ContentType="application/vnd.openxmlformats-officedocument.presentationml.slideLayout+xml"/>
  <Override PartName="/ppt/slideLayouts/slideLayout2.xml" ContentType="application/vnd.openxmlformats-officedocument.presentationml.slideLayout+xml"/>
  <Override PartName="/ppt/slideLayouts/slideLayout33.xml" ContentType="application/vnd.openxmlformats-officedocument.presentationml.slideLayout+xml"/>
  <Override PartName="/ppt/slideLayouts/slideLayout3.xml" ContentType="application/vnd.openxmlformats-officedocument.presentationml.slideLayout+xml"/>
  <Override PartName="/ppt/slideLayouts/slideLayout34.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35.xml" ContentType="application/vnd.openxmlformats-officedocument.presentationml.slideLayout+xml"/>
  <Override PartName="/ppt/slideLayouts/slideLayout6.xml" ContentType="application/vnd.openxmlformats-officedocument.presentationml.slideLayout+xml"/>
  <Override PartName="/ppt/slideLayouts/slideLayout36.xml" ContentType="application/vnd.openxmlformats-officedocument.presentationml.slideLayout+xml"/>
  <Override PartName="/ppt/slideLayouts/slideLayout7.xml" ContentType="application/vnd.openxmlformats-officedocument.presentationml.slideLayout+xml"/>
  <Override PartName="/ppt/slideLayouts/slideLayout37.xml" ContentType="application/vnd.openxmlformats-officedocument.presentationml.slideLayout+xml"/>
  <Override PartName="/ppt/slideLayouts/slideLayout8.xml" ContentType="application/vnd.openxmlformats-officedocument.presentationml.slideLayout+xml"/>
  <Override PartName="/ppt/slideLayouts/slideLayout38.xml" ContentType="application/vnd.openxmlformats-officedocument.presentationml.slideLayout+xml"/>
  <Override PartName="/ppt/slideLayouts/slideLayout9.xml" ContentType="application/vnd.openxmlformats-officedocument.presentationml.slideLayout+xml"/>
  <Override PartName="/ppt/slideLayouts/slideLayout3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_rels/slideLayout31.xml.rels" ContentType="application/vnd.openxmlformats-package.relationships+xml"/>
  <Override PartName="/ppt/slideLayouts/_rels/slideLayout53.xml.rels" ContentType="application/vnd.openxmlformats-package.relationships+xml"/>
  <Override PartName="/ppt/slideLayouts/_rels/slideLayout1.xml.rels" ContentType="application/vnd.openxmlformats-package.relationships+xml"/>
  <Override PartName="/ppt/slideLayouts/_rels/slideLayout32.xml.rels" ContentType="application/vnd.openxmlformats-package.relationships+xml"/>
  <Override PartName="/ppt/slideLayouts/_rels/slideLayout54.xml.rels" ContentType="application/vnd.openxmlformats-package.relationships+xml"/>
  <Override PartName="/ppt/slideLayouts/_rels/slideLayout2.xml.rels" ContentType="application/vnd.openxmlformats-package.relationships+xml"/>
  <Override PartName="/ppt/slideLayouts/_rels/slideLayout33.xml.rels" ContentType="application/vnd.openxmlformats-package.relationships+xml"/>
  <Override PartName="/ppt/slideLayouts/_rels/slideLayout3.xml.rels" ContentType="application/vnd.openxmlformats-package.relationships+xml"/>
  <Override PartName="/ppt/slideLayouts/_rels/slideLayout55.xml.rels" ContentType="application/vnd.openxmlformats-package.relationships+xml"/>
  <Override PartName="/ppt/slideLayouts/_rels/slideLayout34.xml.rels" ContentType="application/vnd.openxmlformats-package.relationships+xml"/>
  <Override PartName="/ppt/slideLayouts/_rels/slideLayout4.xml.rels" ContentType="application/vnd.openxmlformats-package.relationships+xml"/>
  <Override PartName="/ppt/slideLayouts/_rels/slideLayout56.xml.rels" ContentType="application/vnd.openxmlformats-package.relationships+xml"/>
  <Override PartName="/ppt/slideLayouts/_rels/slideLayout35.xml.rels" ContentType="application/vnd.openxmlformats-package.relationships+xml"/>
  <Override PartName="/ppt/slideLayouts/_rels/slideLayout5.xml.rels" ContentType="application/vnd.openxmlformats-package.relationships+xml"/>
  <Override PartName="/ppt/slideLayouts/_rels/slideLayout57.xml.rels" ContentType="application/vnd.openxmlformats-package.relationships+xml"/>
  <Override PartName="/ppt/slideLayouts/_rels/slideLayout36.xml.rels" ContentType="application/vnd.openxmlformats-package.relationships+xml"/>
  <Override PartName="/ppt/slideLayouts/_rels/slideLayout6.xml.rels" ContentType="application/vnd.openxmlformats-package.relationships+xml"/>
  <Override PartName="/ppt/slideLayouts/_rels/slideLayout58.xml.rels" ContentType="application/vnd.openxmlformats-package.relationships+xml"/>
  <Override PartName="/ppt/slideLayouts/_rels/slideLayout37.xml.rels" ContentType="application/vnd.openxmlformats-package.relationships+xml"/>
  <Override PartName="/ppt/slideLayouts/_rels/slideLayout7.xml.rels" ContentType="application/vnd.openxmlformats-package.relationships+xml"/>
  <Override PartName="/ppt/slideLayouts/_rels/slideLayout59.xml.rels" ContentType="application/vnd.openxmlformats-package.relationships+xml"/>
  <Override PartName="/ppt/slideLayouts/_rels/slideLayout38.xml.rels" ContentType="application/vnd.openxmlformats-package.relationships+xml"/>
  <Override PartName="/ppt/slideLayouts/_rels/slideLayout8.xml.rels" ContentType="application/vnd.openxmlformats-package.relationships+xml"/>
  <Override PartName="/ppt/slideLayouts/_rels/slideLayout39.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slideLayouts/_rels/slideLayout12.xml.rels" ContentType="application/vnd.openxmlformats-package.relationships+xml"/>
  <Override PartName="/ppt/slideLayouts/_rels/slideLayout1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19.xml.rels" ContentType="application/vnd.openxmlformats-package.relationships+xml"/>
  <Override PartName="/ppt/slideLayouts/_rels/slideLayout20.xml.rels" ContentType="application/vnd.openxmlformats-package.relationships+xml"/>
  <Override PartName="/ppt/slideLayouts/_rels/slideLayout21.xml.rels" ContentType="application/vnd.openxmlformats-package.relationships+xml"/>
  <Override PartName="/ppt/slideLayouts/_rels/slideLayout22.xml.rels" ContentType="application/vnd.openxmlformats-package.relationships+xml"/>
  <Override PartName="/ppt/slideLayouts/_rels/slideLayout23.xml.rels" ContentType="application/vnd.openxmlformats-package.relationships+xml"/>
  <Override PartName="/ppt/slideLayouts/_rels/slideLayout24.xml.rels" ContentType="application/vnd.openxmlformats-package.relationships+xml"/>
  <Override PartName="/ppt/slideLayouts/_rels/slideLayout25.xml.rels" ContentType="application/vnd.openxmlformats-package.relationships+xml"/>
  <Override PartName="/ppt/slideLayouts/_rels/slideLayout26.xml.rels" ContentType="application/vnd.openxmlformats-package.relationships+xml"/>
  <Override PartName="/ppt/slideLayouts/_rels/slideLayout27.xml.rels" ContentType="application/vnd.openxmlformats-package.relationships+xml"/>
  <Override PartName="/ppt/slideLayouts/_rels/slideLayout28.xml.rels" ContentType="application/vnd.openxmlformats-package.relationships+xml"/>
  <Override PartName="/ppt/slideLayouts/_rels/slideLayout29.xml.rels" ContentType="application/vnd.openxmlformats-package.relationships+xml"/>
  <Override PartName="/ppt/slideLayouts/_rels/slideLayout30.xml.rels" ContentType="application/vnd.openxmlformats-package.relationships+xml"/>
  <Override PartName="/ppt/slideLayouts/_rels/slideLayout40.xml.rels" ContentType="application/vnd.openxmlformats-package.relationships+xml"/>
  <Override PartName="/ppt/slideLayouts/_rels/slideLayout41.xml.rels" ContentType="application/vnd.openxmlformats-package.relationships+xml"/>
  <Override PartName="/ppt/slideLayouts/_rels/slideLayout42.xml.rels" ContentType="application/vnd.openxmlformats-package.relationships+xml"/>
  <Override PartName="/ppt/slideLayouts/_rels/slideLayout43.xml.rels" ContentType="application/vnd.openxmlformats-package.relationships+xml"/>
  <Override PartName="/ppt/slideLayouts/_rels/slideLayout44.xml.rels" ContentType="application/vnd.openxmlformats-package.relationships+xml"/>
  <Override PartName="/ppt/slideLayouts/_rels/slideLayout45.xml.rels" ContentType="application/vnd.openxmlformats-package.relationships+xml"/>
  <Override PartName="/ppt/slideLayouts/_rels/slideLayout46.xml.rels" ContentType="application/vnd.openxmlformats-package.relationships+xml"/>
  <Override PartName="/ppt/slideLayouts/_rels/slideLayout47.xml.rels" ContentType="application/vnd.openxmlformats-package.relationships+xml"/>
  <Override PartName="/ppt/slideLayouts/_rels/slideLayout48.xml.rels" ContentType="application/vnd.openxmlformats-package.relationships+xml"/>
  <Override PartName="/ppt/slideLayouts/_rels/slideLayout49.xml.rels" ContentType="application/vnd.openxmlformats-package.relationships+xml"/>
  <Override PartName="/ppt/slideLayouts/_rels/slideLayout50.xml.rels" ContentType="application/vnd.openxmlformats-package.relationships+xml"/>
  <Override PartName="/ppt/slideLayouts/_rels/slideLayout51.xml.rels" ContentType="application/vnd.openxmlformats-package.relationships+xml"/>
  <Override PartName="/ppt/slideLayouts/_rels/slideLayout52.xml.rels" ContentType="application/vnd.openxmlformats-package.relationships+xml"/>
  <Override PartName="/ppt/slideLayouts/_rels/slideLayout60.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21.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slides/slide7.xml" ContentType="application/vnd.openxmlformats-officedocument.presentationml.slide+xml"/>
  <Override PartName="/ppt/slides/slide24.xml" ContentType="application/vnd.openxmlformats-officedocument.presentationml.slide+xml"/>
  <Override PartName="/ppt/slides/slide8.xml" ContentType="application/vnd.openxmlformats-officedocument.presentationml.slide+xml"/>
  <Override PartName="/ppt/slides/slide25.xml" ContentType="application/vnd.openxmlformats-officedocument.presentationml.slide+xml"/>
  <Override PartName="/ppt/slides/slide9.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_rels/slide35.xml.rels" ContentType="application/vnd.openxmlformats-package.relationships+xml"/>
  <Override PartName="/ppt/slides/_rels/slide1.xml.rels" ContentType="application/vnd.openxmlformats-package.relationships+xml"/>
  <Override PartName="/ppt/slides/_rels/slide22.xml.rels" ContentType="application/vnd.openxmlformats-package.relationships+xml"/>
  <Override PartName="/ppt/slides/_rels/slide36.xml.rels" ContentType="application/vnd.openxmlformats-package.relationships+xml"/>
  <Override PartName="/ppt/slides/_rels/slide2.xml.rels" ContentType="application/vnd.openxmlformats-package.relationships+xml"/>
  <Override PartName="/ppt/slides/_rels/slide20.xml.rels" ContentType="application/vnd.openxmlformats-package.relationships+xml"/>
  <Override PartName="/ppt/slides/_rels/slide37.xml.rels" ContentType="application/vnd.openxmlformats-package.relationships+xml"/>
  <Override PartName="/ppt/slides/_rels/slide3.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38.xml.rels" ContentType="application/vnd.openxmlformats-package.relationships+xml"/>
  <Override PartName="/ppt/slides/_rels/slide5.xml.rels" ContentType="application/vnd.openxmlformats-package.relationships+xml"/>
  <Override PartName="/ppt/slides/_rels/slide39.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50.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51.xml.rels" ContentType="application/vnd.openxmlformats-package.relationships+xml"/>
  <Override PartName="/ppt/slides/_rels/slide25.xml.rels" ContentType="application/vnd.openxmlformats-package.relationships+xml"/>
  <Override PartName="/ppt/slides/_rels/slide8.xml.rels" ContentType="application/vnd.openxmlformats-package.relationships+xml"/>
  <Override PartName="/ppt/slides/_rels/slide52.xml.rels" ContentType="application/vnd.openxmlformats-package.relationships+xml"/>
  <Override PartName="/ppt/slides/_rels/slide26.xml.rels" ContentType="application/vnd.openxmlformats-package.relationships+xml"/>
  <Override PartName="/ppt/slides/_rels/slide9.xml.rels" ContentType="application/vnd.openxmlformats-package.relationships+xml"/>
  <Override PartName="/ppt/slides/_rels/slide53.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slides/_rels/slide27.xml.rels" ContentType="application/vnd.openxmlformats-package.relationships+xml"/>
  <Override PartName="/ppt/slides/_rels/slide28.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31.xml.rels" ContentType="application/vnd.openxmlformats-package.relationships+xml"/>
  <Override PartName="/ppt/slides/_rels/slide32.xml.rels" ContentType="application/vnd.openxmlformats-package.relationships+xml"/>
  <Override PartName="/ppt/slides/_rels/slide33.xml.rels" ContentType="application/vnd.openxmlformats-package.relationships+xml"/>
  <Override PartName="/ppt/slides/_rels/slide34.xml.rels" ContentType="application/vnd.openxmlformats-package.relationships+xml"/>
  <Override PartName="/ppt/slides/_rels/slide40.xml.rels" ContentType="application/vnd.openxmlformats-package.relationships+xml"/>
  <Override PartName="/ppt/slides/_rels/slide41.xml.rels" ContentType="application/vnd.openxmlformats-package.relationships+xml"/>
  <Override PartName="/ppt/slides/_rels/slide42.xml.rels" ContentType="application/vnd.openxmlformats-package.relationships+xml"/>
  <Override PartName="/ppt/slides/_rels/slide43.xml.rels" ContentType="application/vnd.openxmlformats-package.relationships+xml"/>
  <Override PartName="/ppt/slides/_rels/slide44.xml.rels" ContentType="application/vnd.openxmlformats-package.relationships+xml"/>
  <Override PartName="/ppt/slides/_rels/slide45.xml.rels" ContentType="application/vnd.openxmlformats-package.relationships+xml"/>
  <Override PartName="/ppt/slides/_rels/slide46.xml.rels" ContentType="application/vnd.openxmlformats-package.relationships+xml"/>
  <Override PartName="/ppt/slides/_rels/slide47.xml.rels" ContentType="application/vnd.openxmlformats-package.relationships+xml"/>
  <Override PartName="/ppt/slides/_rels/slide48.xml.rels" ContentType="application/vnd.openxmlformats-package.relationships+xml"/>
  <Override PartName="/ppt/slides/_rels/slide49.xml.rels" ContentType="application/vnd.openxmlformats-package.relationships+xml"/>
  <Override PartName="/ppt/presProps.xml" ContentType="application/vnd.openxmlformats-officedocument.presentationml.presPro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 id="214748370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6.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8"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US" sz="3200" spc="-1" strike="noStrike">
                <a:solidFill>
                  <a:srgbClr val="58585b"/>
                </a:solidFill>
                <a:latin typeface="Arial"/>
              </a:rPr>
              <a:t>Click to move the slide</a:t>
            </a:r>
            <a:endParaRPr b="0" lang="en-US" sz="3200" spc="-1" strike="noStrike">
              <a:solidFill>
                <a:srgbClr val="58585b"/>
              </a:solidFill>
              <a:latin typeface="Arial"/>
            </a:endParaRPr>
          </a:p>
        </p:txBody>
      </p:sp>
      <p:sp>
        <p:nvSpPr>
          <p:cNvPr id="32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JM" sz="2000" spc="-1" strike="noStrike">
                <a:latin typeface="Arial"/>
              </a:rPr>
              <a:t>Click to edit the notes format</a:t>
            </a:r>
            <a:endParaRPr b="0" lang="en-JM" sz="2000" spc="-1" strike="noStrike">
              <a:latin typeface="Arial"/>
            </a:endParaRPr>
          </a:p>
        </p:txBody>
      </p:sp>
      <p:sp>
        <p:nvSpPr>
          <p:cNvPr id="330"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en-JM" sz="1400" spc="-1" strike="noStrike">
                <a:latin typeface="Times New Roman"/>
              </a:rPr>
              <a:t>&lt;header&gt;</a:t>
            </a:r>
            <a:endParaRPr b="0" lang="en-JM" sz="1400" spc="-1" strike="noStrike">
              <a:latin typeface="Times New Roman"/>
            </a:endParaRPr>
          </a:p>
        </p:txBody>
      </p:sp>
      <p:sp>
        <p:nvSpPr>
          <p:cNvPr id="331" name="PlaceHolder 4"/>
          <p:cNvSpPr>
            <a:spLocks noGrp="1"/>
          </p:cNvSpPr>
          <p:nvPr>
            <p:ph type="dt"/>
          </p:nvPr>
        </p:nvSpPr>
        <p:spPr>
          <a:xfrm>
            <a:off x="4278960" y="0"/>
            <a:ext cx="3280680" cy="534240"/>
          </a:xfrm>
          <a:prstGeom prst="rect">
            <a:avLst/>
          </a:prstGeom>
          <a:noFill/>
          <a:ln w="0">
            <a:noFill/>
          </a:ln>
        </p:spPr>
        <p:txBody>
          <a:bodyPr lIns="0" rIns="0" tIns="0" bIns="0" anchor="t">
            <a:noAutofit/>
          </a:bodyPr>
          <a:p>
            <a:pPr algn="r">
              <a:buNone/>
            </a:pPr>
            <a:r>
              <a:rPr b="0" lang="en-JM" sz="1400" spc="-1" strike="noStrike">
                <a:latin typeface="Times New Roman"/>
              </a:rPr>
              <a:t>&lt;date/time&gt;</a:t>
            </a:r>
            <a:endParaRPr b="0" lang="en-JM" sz="1400" spc="-1" strike="noStrike">
              <a:latin typeface="Times New Roman"/>
            </a:endParaRPr>
          </a:p>
        </p:txBody>
      </p:sp>
      <p:sp>
        <p:nvSpPr>
          <p:cNvPr id="332" name="PlaceHolder 5"/>
          <p:cNvSpPr>
            <a:spLocks noGrp="1"/>
          </p:cNvSpPr>
          <p:nvPr>
            <p:ph type="ftr"/>
          </p:nvPr>
        </p:nvSpPr>
        <p:spPr>
          <a:xfrm>
            <a:off x="0" y="10157400"/>
            <a:ext cx="3280680" cy="534240"/>
          </a:xfrm>
          <a:prstGeom prst="rect">
            <a:avLst/>
          </a:prstGeom>
          <a:noFill/>
          <a:ln w="0">
            <a:noFill/>
          </a:ln>
        </p:spPr>
        <p:txBody>
          <a:bodyPr lIns="0" rIns="0" tIns="0" bIns="0" anchor="b">
            <a:noAutofit/>
          </a:bodyPr>
          <a:p>
            <a:r>
              <a:rPr b="0" lang="en-JM" sz="1400" spc="-1" strike="noStrike">
                <a:latin typeface="Times New Roman"/>
              </a:rPr>
              <a:t>&lt;footer&gt;</a:t>
            </a:r>
            <a:endParaRPr b="0" lang="en-JM" sz="1400" spc="-1" strike="noStrike">
              <a:latin typeface="Times New Roman"/>
            </a:endParaRPr>
          </a:p>
        </p:txBody>
      </p:sp>
      <p:sp>
        <p:nvSpPr>
          <p:cNvPr id="333" name="PlaceHolder 6"/>
          <p:cNvSpPr>
            <a:spLocks noGrp="1"/>
          </p:cNvSpPr>
          <p:nvPr>
            <p:ph type="sldNum"/>
          </p:nvPr>
        </p:nvSpPr>
        <p:spPr>
          <a:xfrm>
            <a:off x="4278960" y="10157400"/>
            <a:ext cx="3280680" cy="534240"/>
          </a:xfrm>
          <a:prstGeom prst="rect">
            <a:avLst/>
          </a:prstGeom>
          <a:noFill/>
          <a:ln w="0">
            <a:noFill/>
          </a:ln>
        </p:spPr>
        <p:txBody>
          <a:bodyPr lIns="0" rIns="0" tIns="0" bIns="0" anchor="b">
            <a:noAutofit/>
          </a:bodyPr>
          <a:p>
            <a:pPr algn="r">
              <a:buNone/>
            </a:pPr>
            <a:fld id="{EA60BE50-4EFE-4DF8-8216-D874FEEE5466}" type="slidenum">
              <a:rPr b="0" lang="en-JM" sz="1400" spc="-1" strike="noStrike">
                <a:latin typeface="Times New Roman"/>
              </a:rPr>
              <a:t>&lt;number&gt;</a:t>
            </a:fld>
            <a:endParaRPr b="0" lang="en-JM"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0.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
</Relationships>
</file>

<file path=ppt/notesSlides/_rels/notesSlide41.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
</Relationships>
</file>

<file path=ppt/notesSlides/_rels/notesSlide42.xml.rels><?xml version="1.0" encoding="UTF-8"?>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
</Relationships>
</file>

<file path=ppt/notesSlides/_rels/notesSlide43.xml.rels><?xml version="1.0" encoding="UTF-8"?>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
</Relationships>
</file>

<file path=ppt/notesSlides/_rels/notesSlide44.xml.rels><?xml version="1.0" encoding="UTF-8"?>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
</Relationships>
</file>

<file path=ppt/notesSlides/_rels/notesSlide45.xml.rels><?xml version="1.0" encoding="UTF-8"?>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
</Relationships>
</file>

<file path=ppt/notesSlides/_rels/notesSlide46.xml.rels><?xml version="1.0" encoding="UTF-8"?>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
</Relationships>
</file>

<file path=ppt/notesSlides/_rels/notesSlide47.xml.rels><?xml version="1.0" encoding="UTF-8"?>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
</Relationships>
</file>

<file path=ppt/notesSlides/_rels/notesSlide48.xml.rels><?xml version="1.0" encoding="UTF-8"?>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
</Relationships>
</file>

<file path=ppt/notesSlides/_rels/notesSlide49.xml.rels><?xml version="1.0" encoding="UTF-8"?>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
</Relationships>
</file>

<file path=ppt/notesSlides/_rels/notesSlide50.xml.rels><?xml version="1.0" encoding="UTF-8"?>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
</Relationships>
</file>

<file path=ppt/notesSlides/_rels/notesSlide51.xml.rels><?xml version="1.0" encoding="UTF-8"?>
<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
</Relationships>
</file>

<file path=ppt/notesSlides/_rels/notesSlide52.xml.rels><?xml version="1.0" encoding="UTF-8"?>
<Relationships xmlns="http://schemas.openxmlformats.org/package/2006/relationships"><Relationship Id="rId1" Type="http://schemas.openxmlformats.org/officeDocument/2006/relationships/slide" Target="../slides/slide52.xml"/><Relationship Id="rId2" Type="http://schemas.openxmlformats.org/officeDocument/2006/relationships/notesMaster" Target="../notesMasters/notesMaster1.xml"/>
</Relationships>
</file>

<file path=ppt/notesSlides/_rels/notesSlide53.xml.rels><?xml version="1.0" encoding="UTF-8"?>
<Relationships xmlns="http://schemas.openxmlformats.org/package/2006/relationships"><Relationship Id="rId1" Type="http://schemas.openxmlformats.org/officeDocument/2006/relationships/slide" Target="../slides/slide53.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0" name="PlaceHolder 1"/>
          <p:cNvSpPr>
            <a:spLocks noGrp="1"/>
          </p:cNvSpPr>
          <p:nvPr>
            <p:ph type="sldImg"/>
          </p:nvPr>
        </p:nvSpPr>
        <p:spPr>
          <a:xfrm>
            <a:off x="380880" y="685800"/>
            <a:ext cx="6095520" cy="3428640"/>
          </a:xfrm>
          <a:prstGeom prst="rect">
            <a:avLst/>
          </a:prstGeom>
          <a:ln w="0">
            <a:noFill/>
          </a:ln>
        </p:spPr>
      </p:sp>
      <p:sp>
        <p:nvSpPr>
          <p:cNvPr id="471"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Cisco Networking Academy Program</a:t>
            </a:r>
            <a:endParaRPr b="0" lang="en-JM" sz="2000" spc="-1" strike="noStrike">
              <a:latin typeface="Arial"/>
            </a:endParaRPr>
          </a:p>
          <a:p>
            <a:pPr marL="216000" indent="-216000">
              <a:lnSpc>
                <a:spcPct val="100000"/>
              </a:lnSpc>
              <a:buNone/>
            </a:pPr>
            <a:r>
              <a:rPr b="0" lang="en-US" sz="2000" spc="-1" strike="noStrike">
                <a:latin typeface="Arial"/>
              </a:rPr>
              <a:t>Introduction to Networks v7.0 (ITN)</a:t>
            </a:r>
            <a:endParaRPr b="0" lang="en-JM" sz="2000" spc="-1" strike="noStrike">
              <a:latin typeface="Arial"/>
            </a:endParaRPr>
          </a:p>
          <a:p>
            <a:pPr marL="216000" indent="-216000">
              <a:lnSpc>
                <a:spcPct val="100000"/>
              </a:lnSpc>
              <a:buNone/>
            </a:pPr>
            <a:r>
              <a:rPr b="0" lang="en-US" sz="2000" spc="-1" strike="noStrike">
                <a:latin typeface="Arial"/>
              </a:rPr>
              <a:t>Module 12: IPv6 Addressing</a:t>
            </a:r>
            <a:endParaRPr b="0" lang="en-JM" sz="2000" spc="-1" strike="noStrike">
              <a:latin typeface="Arial"/>
            </a:endParaRPr>
          </a:p>
          <a:p>
            <a:pPr marL="216000" indent="-216000">
              <a:lnSpc>
                <a:spcPct val="100000"/>
              </a:lnSpc>
              <a:buNone/>
            </a:pPr>
            <a:endParaRPr b="0" lang="en-JM" sz="2000" spc="-1" strike="noStrike">
              <a:latin typeface="Arial"/>
            </a:endParaRPr>
          </a:p>
        </p:txBody>
      </p:sp>
      <p:sp>
        <p:nvSpPr>
          <p:cNvPr id="472"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BDB133DC-E76B-45E0-AA69-DEFC996295B7}" type="slidenum">
              <a:rPr b="0" lang="en-US" sz="1200" spc="-1" strike="noStrike">
                <a:solidFill>
                  <a:srgbClr val="000000"/>
                </a:solidFill>
                <a:latin typeface="Arial"/>
                <a:ea typeface="ＭＳ Ｐゴシック"/>
              </a:rPr>
              <a:t>&lt;number&gt;</a:t>
            </a:fld>
            <a:endParaRPr b="0" lang="en-JM" sz="1200" spc="-1" strike="noStrike">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3" name="Rectangle 11"/>
          <p:cNvSpPr/>
          <p:nvPr/>
        </p:nvSpPr>
        <p:spPr>
          <a:xfrm>
            <a:off x="5929200" y="8680320"/>
            <a:ext cx="812520" cy="286920"/>
          </a:xfrm>
          <a:prstGeom prst="rect">
            <a:avLst/>
          </a:prstGeom>
          <a:noFill/>
          <a:ln w="0">
            <a:noFill/>
          </a:ln>
        </p:spPr>
        <p:style>
          <a:lnRef idx="0"/>
          <a:fillRef idx="0"/>
          <a:effectRef idx="0"/>
          <a:fontRef idx="minor"/>
        </p:style>
        <p:txBody>
          <a:bodyPr lIns="18720" rIns="18720" tIns="0" bIns="0" anchor="b">
            <a:noAutofit/>
          </a:bodyPr>
          <a:p>
            <a:pPr algn="r">
              <a:lnSpc>
                <a:spcPct val="100000"/>
              </a:lnSpc>
              <a:buNone/>
            </a:pPr>
            <a:fld id="{32C3358C-2E68-4520-A8B6-6EE9CCB3E87B}" type="slidenum">
              <a:rPr b="0" lang="en-US" sz="800" spc="-1" strike="noStrike">
                <a:solidFill>
                  <a:srgbClr val="000000"/>
                </a:solidFill>
                <a:latin typeface="Arial"/>
                <a:ea typeface="ＭＳ Ｐゴシック"/>
              </a:rPr>
              <a:t>&lt;number&gt;</a:t>
            </a:fld>
            <a:endParaRPr b="0" lang="en-JM" sz="800" spc="-1" strike="noStrike">
              <a:latin typeface="Arial"/>
            </a:endParaRPr>
          </a:p>
        </p:txBody>
      </p:sp>
      <p:sp>
        <p:nvSpPr>
          <p:cNvPr id="474" name="PlaceHolder 1"/>
          <p:cNvSpPr>
            <a:spLocks noGrp="1"/>
          </p:cNvSpPr>
          <p:nvPr>
            <p:ph type="sldImg"/>
          </p:nvPr>
        </p:nvSpPr>
        <p:spPr>
          <a:xfrm>
            <a:off x="380880" y="685800"/>
            <a:ext cx="6095520" cy="3428640"/>
          </a:xfrm>
          <a:prstGeom prst="rect">
            <a:avLst/>
          </a:prstGeom>
          <a:ln w="0">
            <a:noFill/>
          </a:ln>
        </p:spPr>
      </p:sp>
      <p:sp>
        <p:nvSpPr>
          <p:cNvPr id="475"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GB" sz="2000" spc="-1" strike="noStrike">
                <a:latin typeface="Arial"/>
              </a:rPr>
              <a:t>12- IPv6 Addressing</a:t>
            </a:r>
            <a:endParaRPr b="0" lang="en-JM" sz="2000" spc="-1" strike="noStrike">
              <a:latin typeface="Arial"/>
            </a:endParaRPr>
          </a:p>
          <a:p>
            <a:pPr marL="216000" indent="-216000">
              <a:lnSpc>
                <a:spcPct val="100000"/>
              </a:lnSpc>
              <a:buNone/>
            </a:pPr>
            <a:r>
              <a:rPr b="0" lang="en-GB" sz="2000" spc="-1" strike="noStrike">
                <a:latin typeface="Arial"/>
              </a:rPr>
              <a:t>12.0.2 What will I learn to do in this module</a:t>
            </a:r>
            <a:endParaRPr b="0" lang="en-JM" sz="2000" spc="-1" strike="noStrike">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6" name="Rectangle 11"/>
          <p:cNvSpPr/>
          <p:nvPr/>
        </p:nvSpPr>
        <p:spPr>
          <a:xfrm>
            <a:off x="5929200" y="8680320"/>
            <a:ext cx="812520" cy="286920"/>
          </a:xfrm>
          <a:prstGeom prst="rect">
            <a:avLst/>
          </a:prstGeom>
          <a:noFill/>
          <a:ln w="0">
            <a:noFill/>
          </a:ln>
        </p:spPr>
        <p:style>
          <a:lnRef idx="0"/>
          <a:fillRef idx="0"/>
          <a:effectRef idx="0"/>
          <a:fontRef idx="minor"/>
        </p:style>
        <p:txBody>
          <a:bodyPr lIns="18720" rIns="18720" tIns="0" bIns="0" anchor="b">
            <a:noAutofit/>
          </a:bodyPr>
          <a:p>
            <a:pPr algn="r">
              <a:lnSpc>
                <a:spcPct val="100000"/>
              </a:lnSpc>
              <a:buNone/>
            </a:pPr>
            <a:fld id="{910D2673-C4F4-444B-B362-B5574F476DE4}" type="slidenum">
              <a:rPr b="0" lang="en-US" sz="800" spc="-1" strike="noStrike">
                <a:solidFill>
                  <a:srgbClr val="000000"/>
                </a:solidFill>
                <a:latin typeface="Arial"/>
                <a:ea typeface="ＭＳ Ｐゴシック"/>
              </a:rPr>
              <a:t>&lt;number&gt;</a:t>
            </a:fld>
            <a:endParaRPr b="0" lang="en-JM" sz="800" spc="-1" strike="noStrike">
              <a:latin typeface="Arial"/>
            </a:endParaRPr>
          </a:p>
        </p:txBody>
      </p:sp>
      <p:sp>
        <p:nvSpPr>
          <p:cNvPr id="477" name="PlaceHolder 1"/>
          <p:cNvSpPr>
            <a:spLocks noGrp="1"/>
          </p:cNvSpPr>
          <p:nvPr>
            <p:ph type="sldImg"/>
          </p:nvPr>
        </p:nvSpPr>
        <p:spPr>
          <a:xfrm>
            <a:off x="380880" y="685800"/>
            <a:ext cx="6095520" cy="3428640"/>
          </a:xfrm>
          <a:prstGeom prst="rect">
            <a:avLst/>
          </a:prstGeom>
          <a:ln w="0">
            <a:noFill/>
          </a:ln>
        </p:spPr>
      </p:sp>
      <p:sp>
        <p:nvSpPr>
          <p:cNvPr id="478"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GB" sz="2000" spc="-1" strike="noStrike">
                <a:latin typeface="Arial"/>
              </a:rPr>
              <a:t>12- IPv6 Addressing</a:t>
            </a:r>
            <a:endParaRPr b="0" lang="en-JM" sz="2000" spc="-1" strike="noStrike">
              <a:latin typeface="Arial"/>
            </a:endParaRPr>
          </a:p>
          <a:p>
            <a:pPr marL="216000" indent="-216000">
              <a:lnSpc>
                <a:spcPct val="100000"/>
              </a:lnSpc>
              <a:buNone/>
            </a:pPr>
            <a:r>
              <a:rPr b="0" lang="en-GB" sz="2000" spc="-1" strike="noStrike">
                <a:latin typeface="Arial"/>
              </a:rPr>
              <a:t>12.0.2 What will I learn to do in this module</a:t>
            </a:r>
            <a:endParaRPr b="0" lang="en-JM" sz="2000" spc="-1" strike="noStrike">
              <a:latin typeface="Arial"/>
            </a:endParaRPr>
          </a:p>
          <a:p>
            <a:pPr marL="216000" indent="-216000">
              <a:lnSpc>
                <a:spcPct val="100000"/>
              </a:lnSpc>
              <a:buNone/>
            </a:pPr>
            <a:endParaRPr b="0" lang="en-JM" sz="2000" spc="-1" strike="noStrike">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9" name="PlaceHolder 1"/>
          <p:cNvSpPr>
            <a:spLocks noGrp="1"/>
          </p:cNvSpPr>
          <p:nvPr>
            <p:ph type="sldImg"/>
          </p:nvPr>
        </p:nvSpPr>
        <p:spPr>
          <a:xfrm>
            <a:off x="380880" y="685800"/>
            <a:ext cx="6095520" cy="3428640"/>
          </a:xfrm>
          <a:prstGeom prst="rect">
            <a:avLst/>
          </a:prstGeom>
          <a:ln w="0">
            <a:noFill/>
          </a:ln>
        </p:spPr>
      </p:sp>
      <p:sp>
        <p:nvSpPr>
          <p:cNvPr id="480" name="PlaceHolder 2"/>
          <p:cNvSpPr>
            <a:spLocks noGrp="1"/>
          </p:cNvSpPr>
          <p:nvPr>
            <p:ph type="body"/>
          </p:nvPr>
        </p:nvSpPr>
        <p:spPr>
          <a:xfrm>
            <a:off x="685800" y="4343400"/>
            <a:ext cx="5486040" cy="4114440"/>
          </a:xfrm>
          <a:prstGeom prst="rect">
            <a:avLst/>
          </a:prstGeom>
          <a:noFill/>
          <a:ln w="0">
            <a:noFill/>
          </a:ln>
        </p:spPr>
        <p:txBody>
          <a:bodyPr anchor="t">
            <a:noAutofit/>
          </a:bodyPr>
          <a:p>
            <a:pPr>
              <a:lnSpc>
                <a:spcPct val="100000"/>
              </a:lnSpc>
              <a:buNone/>
              <a:tabLst>
                <a:tab algn="l" pos="0"/>
              </a:tabLst>
            </a:pPr>
            <a:r>
              <a:rPr b="0" lang="en-US" sz="2000" spc="-1" strike="noStrike">
                <a:latin typeface="Arial"/>
              </a:rPr>
              <a:t>12-IPv6 Addressing</a:t>
            </a:r>
            <a:endParaRPr b="0" lang="en-JM" sz="2000" spc="-1" strike="noStrike">
              <a:latin typeface="Arial"/>
            </a:endParaRPr>
          </a:p>
          <a:p>
            <a:pPr>
              <a:lnSpc>
                <a:spcPct val="100000"/>
              </a:lnSpc>
              <a:buNone/>
              <a:tabLst>
                <a:tab algn="l" pos="0"/>
              </a:tabLst>
            </a:pPr>
            <a:r>
              <a:rPr b="0" lang="en-US" sz="2000" spc="-1" strike="noStrike">
                <a:latin typeface="Arial"/>
              </a:rPr>
              <a:t>12.1 IPv4 Issues</a:t>
            </a:r>
            <a:endParaRPr b="0" lang="en-JM" sz="2000" spc="-1" strike="noStrike">
              <a:latin typeface="Arial"/>
            </a:endParaRPr>
          </a:p>
          <a:p>
            <a:pPr>
              <a:lnSpc>
                <a:spcPct val="100000"/>
              </a:lnSpc>
              <a:buNone/>
              <a:tabLst>
                <a:tab algn="l" pos="0"/>
              </a:tabLst>
            </a:pPr>
            <a:endParaRPr b="0" lang="en-JM" sz="2000" spc="-1" strike="noStrike">
              <a:latin typeface="Arial"/>
            </a:endParaRPr>
          </a:p>
        </p:txBody>
      </p:sp>
      <p:sp>
        <p:nvSpPr>
          <p:cNvPr id="481"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5B5796F2-071D-454F-ABEB-F00A496B027B}" type="slidenum">
              <a:rPr b="0" lang="en-US" sz="1200" spc="-1" strike="noStrike">
                <a:solidFill>
                  <a:srgbClr val="000000"/>
                </a:solidFill>
                <a:latin typeface="Arial"/>
                <a:ea typeface="ＭＳ Ｐゴシック"/>
              </a:rPr>
              <a:t>&lt;number&gt;</a:t>
            </a:fld>
            <a:endParaRPr b="0" lang="en-JM" sz="1200" spc="-1" strike="noStrike">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2" name="PlaceHolder 1"/>
          <p:cNvSpPr>
            <a:spLocks noGrp="1"/>
          </p:cNvSpPr>
          <p:nvPr>
            <p:ph type="sldImg"/>
          </p:nvPr>
        </p:nvSpPr>
        <p:spPr>
          <a:xfrm>
            <a:off x="380880" y="685800"/>
            <a:ext cx="6095520" cy="3428640"/>
          </a:xfrm>
          <a:prstGeom prst="rect">
            <a:avLst/>
          </a:prstGeom>
          <a:ln w="0">
            <a:noFill/>
          </a:ln>
        </p:spPr>
      </p:sp>
      <p:sp>
        <p:nvSpPr>
          <p:cNvPr id="483"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12 – IPv6 Addressing</a:t>
            </a:r>
            <a:endParaRPr b="0" lang="en-JM" sz="2000" spc="-1" strike="noStrike">
              <a:latin typeface="Arial"/>
            </a:endParaRPr>
          </a:p>
          <a:p>
            <a:pPr marL="216000" indent="-216000">
              <a:lnSpc>
                <a:spcPct val="100000"/>
              </a:lnSpc>
              <a:buNone/>
            </a:pPr>
            <a:r>
              <a:rPr b="0" lang="en-US" sz="2000" spc="-1" strike="noStrike">
                <a:latin typeface="Arial"/>
              </a:rPr>
              <a:t>12.1 – IPv4 Issues</a:t>
            </a:r>
            <a:endParaRPr b="0" lang="en-JM" sz="2000" spc="-1" strike="noStrike">
              <a:latin typeface="Arial"/>
            </a:endParaRPr>
          </a:p>
          <a:p>
            <a:pPr marL="216000" indent="-216000">
              <a:lnSpc>
                <a:spcPct val="100000"/>
              </a:lnSpc>
              <a:buNone/>
            </a:pPr>
            <a:r>
              <a:rPr b="0" lang="en-US" sz="2000" spc="-1" strike="noStrike">
                <a:latin typeface="Arial"/>
              </a:rPr>
              <a:t>12.1.1 – Need for IPv6</a:t>
            </a:r>
            <a:endParaRPr b="0" lang="en-JM" sz="2000" spc="-1" strike="noStrike">
              <a:latin typeface="Arial"/>
            </a:endParaRPr>
          </a:p>
        </p:txBody>
      </p:sp>
      <p:sp>
        <p:nvSpPr>
          <p:cNvPr id="484"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D53D2B0F-69FE-48D7-A8DD-B6D2C27F6485}"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5" name="PlaceHolder 1"/>
          <p:cNvSpPr>
            <a:spLocks noGrp="1"/>
          </p:cNvSpPr>
          <p:nvPr>
            <p:ph type="sldImg"/>
          </p:nvPr>
        </p:nvSpPr>
        <p:spPr>
          <a:xfrm>
            <a:off x="380880" y="685800"/>
            <a:ext cx="6095520" cy="3428640"/>
          </a:xfrm>
          <a:prstGeom prst="rect">
            <a:avLst/>
          </a:prstGeom>
          <a:ln w="0">
            <a:noFill/>
          </a:ln>
        </p:spPr>
      </p:sp>
      <p:sp>
        <p:nvSpPr>
          <p:cNvPr id="486"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12 – IPv6 Addressing</a:t>
            </a:r>
            <a:endParaRPr b="0" lang="en-JM" sz="2000" spc="-1" strike="noStrike">
              <a:latin typeface="Arial"/>
            </a:endParaRPr>
          </a:p>
          <a:p>
            <a:pPr marL="216000" indent="-216000">
              <a:lnSpc>
                <a:spcPct val="100000"/>
              </a:lnSpc>
              <a:buNone/>
            </a:pPr>
            <a:r>
              <a:rPr b="0" lang="en-US" sz="2000" spc="-1" strike="noStrike">
                <a:latin typeface="Arial"/>
              </a:rPr>
              <a:t>12.1 – IPv4 Issues</a:t>
            </a:r>
            <a:endParaRPr b="0" lang="en-JM" sz="2000" spc="-1" strike="noStrike">
              <a:latin typeface="Arial"/>
            </a:endParaRPr>
          </a:p>
          <a:p>
            <a:pPr marL="216000" indent="-216000">
              <a:lnSpc>
                <a:spcPct val="100000"/>
              </a:lnSpc>
              <a:buNone/>
            </a:pPr>
            <a:r>
              <a:rPr b="0" lang="en-US" sz="2000" spc="-1" strike="noStrike">
                <a:latin typeface="Arial"/>
              </a:rPr>
              <a:t>12.1.2 – IPv4 and IPv6 Coexistence</a:t>
            </a:r>
            <a:endParaRPr b="0" lang="en-JM" sz="2000" spc="-1" strike="noStrike">
              <a:latin typeface="Arial"/>
            </a:endParaRPr>
          </a:p>
          <a:p>
            <a:pPr marL="216000" indent="-216000">
              <a:lnSpc>
                <a:spcPct val="100000"/>
              </a:lnSpc>
              <a:buNone/>
            </a:pPr>
            <a:r>
              <a:rPr b="0" lang="en-US" sz="2000" spc="-1" strike="noStrike">
                <a:latin typeface="Arial"/>
              </a:rPr>
              <a:t>12.1.3 – Check Your Understanding – IPv4 Issues</a:t>
            </a:r>
            <a:endParaRPr b="0" lang="en-JM" sz="2000" spc="-1" strike="noStrike">
              <a:latin typeface="Arial"/>
            </a:endParaRPr>
          </a:p>
        </p:txBody>
      </p:sp>
      <p:sp>
        <p:nvSpPr>
          <p:cNvPr id="487"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B2944400-0AF8-474D-8B77-8858EF5AE89E}"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8" name="PlaceHolder 1"/>
          <p:cNvSpPr>
            <a:spLocks noGrp="1"/>
          </p:cNvSpPr>
          <p:nvPr>
            <p:ph type="sldImg"/>
          </p:nvPr>
        </p:nvSpPr>
        <p:spPr>
          <a:xfrm>
            <a:off x="380880" y="685800"/>
            <a:ext cx="6095520" cy="3428640"/>
          </a:xfrm>
          <a:prstGeom prst="rect">
            <a:avLst/>
          </a:prstGeom>
          <a:ln w="0">
            <a:noFill/>
          </a:ln>
        </p:spPr>
      </p:sp>
      <p:sp>
        <p:nvSpPr>
          <p:cNvPr id="489" name="PlaceHolder 2"/>
          <p:cNvSpPr>
            <a:spLocks noGrp="1"/>
          </p:cNvSpPr>
          <p:nvPr>
            <p:ph type="body"/>
          </p:nvPr>
        </p:nvSpPr>
        <p:spPr>
          <a:xfrm>
            <a:off x="685800" y="4343400"/>
            <a:ext cx="5486040" cy="4114440"/>
          </a:xfrm>
          <a:prstGeom prst="rect">
            <a:avLst/>
          </a:prstGeom>
          <a:noFill/>
          <a:ln w="0">
            <a:noFill/>
          </a:ln>
        </p:spPr>
        <p:txBody>
          <a:bodyPr anchor="t">
            <a:noAutofit/>
          </a:bodyPr>
          <a:p>
            <a:pPr>
              <a:lnSpc>
                <a:spcPct val="100000"/>
              </a:lnSpc>
              <a:buNone/>
              <a:tabLst>
                <a:tab algn="l" pos="0"/>
              </a:tabLst>
            </a:pPr>
            <a:r>
              <a:rPr b="0" lang="en-US" sz="2000" spc="-1" strike="noStrike">
                <a:latin typeface="Arial"/>
              </a:rPr>
              <a:t>12-IPv6 Addressing</a:t>
            </a:r>
            <a:endParaRPr b="0" lang="en-JM" sz="2000" spc="-1" strike="noStrike">
              <a:latin typeface="Arial"/>
            </a:endParaRPr>
          </a:p>
          <a:p>
            <a:pPr>
              <a:lnSpc>
                <a:spcPct val="100000"/>
              </a:lnSpc>
              <a:buNone/>
              <a:tabLst>
                <a:tab algn="l" pos="0"/>
              </a:tabLst>
            </a:pPr>
            <a:r>
              <a:rPr b="0" lang="en-US" sz="2000" spc="-1" strike="noStrike">
                <a:latin typeface="Arial"/>
              </a:rPr>
              <a:t>12.2 IPv4 Address Representation</a:t>
            </a:r>
            <a:endParaRPr b="0" lang="en-JM" sz="2000" spc="-1" strike="noStrike">
              <a:latin typeface="Arial"/>
            </a:endParaRPr>
          </a:p>
          <a:p>
            <a:pPr>
              <a:lnSpc>
                <a:spcPct val="100000"/>
              </a:lnSpc>
              <a:buNone/>
              <a:tabLst>
                <a:tab algn="l" pos="0"/>
              </a:tabLst>
            </a:pPr>
            <a:endParaRPr b="0" lang="en-JM" sz="2000" spc="-1" strike="noStrike">
              <a:latin typeface="Arial"/>
            </a:endParaRPr>
          </a:p>
        </p:txBody>
      </p:sp>
      <p:sp>
        <p:nvSpPr>
          <p:cNvPr id="490"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E38DBCC6-6B6F-4D66-AB15-A31872925F8F}" type="slidenum">
              <a:rPr b="0" lang="en-US" sz="1200" spc="-1" strike="noStrike">
                <a:solidFill>
                  <a:srgbClr val="000000"/>
                </a:solidFill>
                <a:latin typeface="Arial"/>
                <a:ea typeface="ＭＳ Ｐゴシック"/>
              </a:rPr>
              <a:t>&lt;number&gt;</a:t>
            </a:fld>
            <a:endParaRPr b="0" lang="en-JM" sz="1200" spc="-1" strike="noStrike">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1" name="PlaceHolder 1"/>
          <p:cNvSpPr>
            <a:spLocks noGrp="1"/>
          </p:cNvSpPr>
          <p:nvPr>
            <p:ph type="sldImg"/>
          </p:nvPr>
        </p:nvSpPr>
        <p:spPr>
          <a:xfrm>
            <a:off x="380880" y="685800"/>
            <a:ext cx="6095520" cy="3428640"/>
          </a:xfrm>
          <a:prstGeom prst="rect">
            <a:avLst/>
          </a:prstGeom>
          <a:ln w="0">
            <a:noFill/>
          </a:ln>
        </p:spPr>
      </p:sp>
      <p:sp>
        <p:nvSpPr>
          <p:cNvPr id="492"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12 – IPv6 Addressing</a:t>
            </a:r>
            <a:endParaRPr b="0" lang="en-JM" sz="2000" spc="-1" strike="noStrike">
              <a:latin typeface="Arial"/>
            </a:endParaRPr>
          </a:p>
          <a:p>
            <a:pPr marL="216000" indent="-216000">
              <a:lnSpc>
                <a:spcPct val="100000"/>
              </a:lnSpc>
              <a:buNone/>
            </a:pPr>
            <a:r>
              <a:rPr b="0" lang="en-US" sz="2000" spc="-1" strike="noStrike">
                <a:latin typeface="Arial"/>
              </a:rPr>
              <a:t>12.2 – IPv6 Address Representation</a:t>
            </a:r>
            <a:endParaRPr b="0" lang="en-JM" sz="2000" spc="-1" strike="noStrike">
              <a:latin typeface="Arial"/>
            </a:endParaRPr>
          </a:p>
          <a:p>
            <a:pPr marL="216000" indent="-216000">
              <a:lnSpc>
                <a:spcPct val="100000"/>
              </a:lnSpc>
              <a:buNone/>
            </a:pPr>
            <a:r>
              <a:rPr b="0" lang="en-US" sz="2000" spc="-1" strike="noStrike">
                <a:latin typeface="Arial"/>
              </a:rPr>
              <a:t>12.2.1 – IPv6 Addressing Formats</a:t>
            </a:r>
            <a:endParaRPr b="0" lang="en-JM" sz="2000" spc="-1" strike="noStrike">
              <a:latin typeface="Arial"/>
            </a:endParaRPr>
          </a:p>
        </p:txBody>
      </p:sp>
      <p:sp>
        <p:nvSpPr>
          <p:cNvPr id="493"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BA009929-3703-4968-BDE9-13CBEBFCDBE1}"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4" name="PlaceHolder 1"/>
          <p:cNvSpPr>
            <a:spLocks noGrp="1"/>
          </p:cNvSpPr>
          <p:nvPr>
            <p:ph type="sldImg"/>
          </p:nvPr>
        </p:nvSpPr>
        <p:spPr>
          <a:xfrm>
            <a:off x="380880" y="685800"/>
            <a:ext cx="6095520" cy="3428640"/>
          </a:xfrm>
          <a:prstGeom prst="rect">
            <a:avLst/>
          </a:prstGeom>
          <a:ln w="0">
            <a:noFill/>
          </a:ln>
        </p:spPr>
      </p:sp>
      <p:sp>
        <p:nvSpPr>
          <p:cNvPr id="495"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12 – IPv6 Addressing</a:t>
            </a:r>
            <a:endParaRPr b="0" lang="en-JM" sz="2000" spc="-1" strike="noStrike">
              <a:latin typeface="Arial"/>
            </a:endParaRPr>
          </a:p>
          <a:p>
            <a:pPr marL="216000" indent="-216000">
              <a:lnSpc>
                <a:spcPct val="100000"/>
              </a:lnSpc>
              <a:buNone/>
            </a:pPr>
            <a:r>
              <a:rPr b="0" lang="en-US" sz="2000" spc="-1" strike="noStrike">
                <a:latin typeface="Arial"/>
              </a:rPr>
              <a:t>12.2 – IPv6 Address Representation</a:t>
            </a:r>
            <a:endParaRPr b="0" lang="en-JM" sz="2000" spc="-1" strike="noStrike">
              <a:latin typeface="Arial"/>
            </a:endParaRPr>
          </a:p>
          <a:p>
            <a:pPr marL="216000" indent="-216000">
              <a:lnSpc>
                <a:spcPct val="100000"/>
              </a:lnSpc>
              <a:buNone/>
            </a:pPr>
            <a:r>
              <a:rPr b="0" lang="en-US" sz="2000" spc="-1" strike="noStrike">
                <a:latin typeface="Arial"/>
              </a:rPr>
              <a:t>12.2.2 – Omit Leading Zero</a:t>
            </a:r>
            <a:endParaRPr b="0" lang="en-JM" sz="2000" spc="-1" strike="noStrike">
              <a:latin typeface="Arial"/>
            </a:endParaRPr>
          </a:p>
        </p:txBody>
      </p:sp>
      <p:sp>
        <p:nvSpPr>
          <p:cNvPr id="496"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29288369-7DB2-456E-B920-BCD87D0D85A0}"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7" name="PlaceHolder 1"/>
          <p:cNvSpPr>
            <a:spLocks noGrp="1"/>
          </p:cNvSpPr>
          <p:nvPr>
            <p:ph type="sldImg"/>
          </p:nvPr>
        </p:nvSpPr>
        <p:spPr>
          <a:xfrm>
            <a:off x="380880" y="685800"/>
            <a:ext cx="6095520" cy="3428640"/>
          </a:xfrm>
          <a:prstGeom prst="rect">
            <a:avLst/>
          </a:prstGeom>
          <a:ln w="0">
            <a:noFill/>
          </a:ln>
        </p:spPr>
      </p:sp>
      <p:sp>
        <p:nvSpPr>
          <p:cNvPr id="498"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12 – IPv6 Addressing</a:t>
            </a:r>
            <a:endParaRPr b="0" lang="en-JM" sz="2000" spc="-1" strike="noStrike">
              <a:latin typeface="Arial"/>
            </a:endParaRPr>
          </a:p>
          <a:p>
            <a:pPr marL="216000" indent="-216000">
              <a:lnSpc>
                <a:spcPct val="100000"/>
              </a:lnSpc>
              <a:buNone/>
            </a:pPr>
            <a:r>
              <a:rPr b="0" lang="en-US" sz="2000" spc="-1" strike="noStrike">
                <a:latin typeface="Arial"/>
              </a:rPr>
              <a:t>12.2 – IPv6 Address Representation</a:t>
            </a:r>
            <a:endParaRPr b="0" lang="en-JM" sz="2000" spc="-1" strike="noStrike">
              <a:latin typeface="Arial"/>
            </a:endParaRPr>
          </a:p>
          <a:p>
            <a:pPr marL="216000" indent="-216000">
              <a:lnSpc>
                <a:spcPct val="100000"/>
              </a:lnSpc>
              <a:buNone/>
            </a:pPr>
            <a:r>
              <a:rPr b="0" lang="en-US" sz="2000" spc="-1" strike="noStrike">
                <a:latin typeface="Arial"/>
              </a:rPr>
              <a:t>12.2.2 – Rule 2 – Double Colon</a:t>
            </a:r>
            <a:endParaRPr b="0" lang="en-JM" sz="2000" spc="-1" strike="noStrike">
              <a:latin typeface="Arial"/>
            </a:endParaRPr>
          </a:p>
          <a:p>
            <a:pPr marL="216000" indent="-216000">
              <a:lnSpc>
                <a:spcPct val="100000"/>
              </a:lnSpc>
              <a:buNone/>
            </a:pPr>
            <a:r>
              <a:rPr b="0" lang="en-US" sz="2000" spc="-1" strike="noStrike">
                <a:latin typeface="Arial"/>
              </a:rPr>
              <a:t>12.2.4 – Activity – IPv6 Address Representation</a:t>
            </a:r>
            <a:endParaRPr b="0" lang="en-JM" sz="2000" spc="-1" strike="noStrike">
              <a:latin typeface="Arial"/>
            </a:endParaRPr>
          </a:p>
        </p:txBody>
      </p:sp>
      <p:sp>
        <p:nvSpPr>
          <p:cNvPr id="499"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02682963-485D-4B96-B72D-0EE648A6037C}"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0" name="PlaceHolder 1"/>
          <p:cNvSpPr>
            <a:spLocks noGrp="1"/>
          </p:cNvSpPr>
          <p:nvPr>
            <p:ph type="sldImg"/>
          </p:nvPr>
        </p:nvSpPr>
        <p:spPr>
          <a:xfrm>
            <a:off x="380880" y="685800"/>
            <a:ext cx="6095520" cy="3428640"/>
          </a:xfrm>
          <a:prstGeom prst="rect">
            <a:avLst/>
          </a:prstGeom>
          <a:ln w="0">
            <a:noFill/>
          </a:ln>
        </p:spPr>
      </p:sp>
      <p:sp>
        <p:nvSpPr>
          <p:cNvPr id="501" name="PlaceHolder 2"/>
          <p:cNvSpPr>
            <a:spLocks noGrp="1"/>
          </p:cNvSpPr>
          <p:nvPr>
            <p:ph type="body"/>
          </p:nvPr>
        </p:nvSpPr>
        <p:spPr>
          <a:xfrm>
            <a:off x="685800" y="4343400"/>
            <a:ext cx="5486040" cy="4114440"/>
          </a:xfrm>
          <a:prstGeom prst="rect">
            <a:avLst/>
          </a:prstGeom>
          <a:noFill/>
          <a:ln w="0">
            <a:noFill/>
          </a:ln>
        </p:spPr>
        <p:txBody>
          <a:bodyPr anchor="t">
            <a:noAutofit/>
          </a:bodyPr>
          <a:p>
            <a:pPr>
              <a:lnSpc>
                <a:spcPct val="100000"/>
              </a:lnSpc>
              <a:buNone/>
              <a:tabLst>
                <a:tab algn="l" pos="0"/>
              </a:tabLst>
            </a:pPr>
            <a:r>
              <a:rPr b="0" lang="en-US" sz="2000" spc="-1" strike="noStrike">
                <a:latin typeface="Arial"/>
              </a:rPr>
              <a:t>12-IPv6 Addressing</a:t>
            </a:r>
            <a:endParaRPr b="0" lang="en-JM" sz="2000" spc="-1" strike="noStrike">
              <a:latin typeface="Arial"/>
            </a:endParaRPr>
          </a:p>
          <a:p>
            <a:pPr>
              <a:lnSpc>
                <a:spcPct val="100000"/>
              </a:lnSpc>
              <a:buNone/>
              <a:tabLst>
                <a:tab algn="l" pos="0"/>
              </a:tabLst>
            </a:pPr>
            <a:r>
              <a:rPr b="0" lang="en-US" sz="2000" spc="-1" strike="noStrike">
                <a:latin typeface="Arial"/>
              </a:rPr>
              <a:t>12.2 IPv4 Address Types</a:t>
            </a:r>
            <a:endParaRPr b="0" lang="en-JM" sz="2000" spc="-1" strike="noStrike">
              <a:latin typeface="Arial"/>
            </a:endParaRPr>
          </a:p>
          <a:p>
            <a:pPr>
              <a:lnSpc>
                <a:spcPct val="100000"/>
              </a:lnSpc>
              <a:buNone/>
              <a:tabLst>
                <a:tab algn="l" pos="0"/>
              </a:tabLst>
            </a:pPr>
            <a:endParaRPr b="0" lang="en-JM" sz="2000" spc="-1" strike="noStrike">
              <a:latin typeface="Arial"/>
            </a:endParaRPr>
          </a:p>
        </p:txBody>
      </p:sp>
      <p:sp>
        <p:nvSpPr>
          <p:cNvPr id="502"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0F245C74-B410-498E-81E4-E4D4B629F040}" type="slidenum">
              <a:rPr b="0" lang="en-US" sz="1200" spc="-1" strike="noStrike">
                <a:solidFill>
                  <a:srgbClr val="000000"/>
                </a:solidFill>
                <a:latin typeface="Arial"/>
                <a:ea typeface="ＭＳ Ｐゴシック"/>
              </a:rPr>
              <a:t>&lt;number&gt;</a:t>
            </a:fld>
            <a:endParaRPr b="0" lang="en-JM" sz="1200" spc="-1" strike="noStrike">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3" name="PlaceHolder 1"/>
          <p:cNvSpPr>
            <a:spLocks noGrp="1"/>
          </p:cNvSpPr>
          <p:nvPr>
            <p:ph type="sldImg"/>
          </p:nvPr>
        </p:nvSpPr>
        <p:spPr>
          <a:xfrm>
            <a:off x="380880" y="685800"/>
            <a:ext cx="6095520" cy="3428640"/>
          </a:xfrm>
          <a:prstGeom prst="rect">
            <a:avLst/>
          </a:prstGeom>
          <a:ln w="0">
            <a:noFill/>
          </a:ln>
        </p:spPr>
      </p:sp>
      <p:sp>
        <p:nvSpPr>
          <p:cNvPr id="504"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12 – IPv6 Addressing</a:t>
            </a:r>
            <a:endParaRPr b="0" lang="en-JM" sz="2000" spc="-1" strike="noStrike">
              <a:latin typeface="Arial"/>
            </a:endParaRPr>
          </a:p>
          <a:p>
            <a:pPr marL="216000" indent="-216000">
              <a:lnSpc>
                <a:spcPct val="100000"/>
              </a:lnSpc>
              <a:buNone/>
            </a:pPr>
            <a:r>
              <a:rPr b="0" lang="en-US" sz="2000" spc="-1" strike="noStrike">
                <a:latin typeface="Arial"/>
              </a:rPr>
              <a:t>12.3 – IPv6 Address Types</a:t>
            </a:r>
            <a:endParaRPr b="0" lang="en-JM" sz="2000" spc="-1" strike="noStrike">
              <a:latin typeface="Arial"/>
            </a:endParaRPr>
          </a:p>
          <a:p>
            <a:pPr marL="216000" indent="-216000">
              <a:lnSpc>
                <a:spcPct val="100000"/>
              </a:lnSpc>
              <a:buNone/>
            </a:pPr>
            <a:r>
              <a:rPr b="0" lang="en-US" sz="2000" spc="-1" strike="noStrike">
                <a:latin typeface="Arial"/>
              </a:rPr>
              <a:t>12.3.1 – Unicast, Multicast, Anycast</a:t>
            </a:r>
            <a:endParaRPr b="0" lang="en-JM" sz="2000" spc="-1" strike="noStrike">
              <a:latin typeface="Arial"/>
            </a:endParaRPr>
          </a:p>
        </p:txBody>
      </p:sp>
      <p:sp>
        <p:nvSpPr>
          <p:cNvPr id="505"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C913750F-0525-4CDE-8400-7EB68D416891}"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6" name="PlaceHolder 1"/>
          <p:cNvSpPr>
            <a:spLocks noGrp="1"/>
          </p:cNvSpPr>
          <p:nvPr>
            <p:ph type="sldImg"/>
          </p:nvPr>
        </p:nvSpPr>
        <p:spPr>
          <a:xfrm>
            <a:off x="380880" y="685800"/>
            <a:ext cx="6095520" cy="3428640"/>
          </a:xfrm>
          <a:prstGeom prst="rect">
            <a:avLst/>
          </a:prstGeom>
          <a:ln w="0">
            <a:noFill/>
          </a:ln>
        </p:spPr>
      </p:sp>
      <p:sp>
        <p:nvSpPr>
          <p:cNvPr id="507"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12 – IPv6 Addressing</a:t>
            </a:r>
            <a:endParaRPr b="0" lang="en-JM" sz="2000" spc="-1" strike="noStrike">
              <a:latin typeface="Arial"/>
            </a:endParaRPr>
          </a:p>
          <a:p>
            <a:pPr marL="216000" indent="-216000">
              <a:lnSpc>
                <a:spcPct val="100000"/>
              </a:lnSpc>
              <a:buNone/>
            </a:pPr>
            <a:r>
              <a:rPr b="0" lang="en-US" sz="2000" spc="-1" strike="noStrike">
                <a:latin typeface="Arial"/>
              </a:rPr>
              <a:t>12.3 – IPv6 Address Types</a:t>
            </a:r>
            <a:endParaRPr b="0" lang="en-JM" sz="2000" spc="-1" strike="noStrike">
              <a:latin typeface="Arial"/>
            </a:endParaRPr>
          </a:p>
          <a:p>
            <a:pPr marL="216000" indent="-216000">
              <a:lnSpc>
                <a:spcPct val="100000"/>
              </a:lnSpc>
              <a:buNone/>
            </a:pPr>
            <a:r>
              <a:rPr b="0" lang="en-US" sz="2000" spc="-1" strike="noStrike">
                <a:latin typeface="Arial"/>
              </a:rPr>
              <a:t>12.3.2 – IPv6 Prefix Length</a:t>
            </a:r>
            <a:endParaRPr b="0" lang="en-JM" sz="2000" spc="-1" strike="noStrike">
              <a:latin typeface="Arial"/>
            </a:endParaRPr>
          </a:p>
        </p:txBody>
      </p:sp>
      <p:sp>
        <p:nvSpPr>
          <p:cNvPr id="508"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09DE13FF-1262-4F02-89CC-50DC1AEB08A5}"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9" name="PlaceHolder 1"/>
          <p:cNvSpPr>
            <a:spLocks noGrp="1"/>
          </p:cNvSpPr>
          <p:nvPr>
            <p:ph type="sldImg"/>
          </p:nvPr>
        </p:nvSpPr>
        <p:spPr>
          <a:xfrm>
            <a:off x="380880" y="685800"/>
            <a:ext cx="6095520" cy="3428640"/>
          </a:xfrm>
          <a:prstGeom prst="rect">
            <a:avLst/>
          </a:prstGeom>
          <a:ln w="0">
            <a:noFill/>
          </a:ln>
        </p:spPr>
      </p:sp>
      <p:sp>
        <p:nvSpPr>
          <p:cNvPr id="510"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12 – IPv6 Addressing</a:t>
            </a:r>
            <a:endParaRPr b="0" lang="en-JM" sz="2000" spc="-1" strike="noStrike">
              <a:latin typeface="Arial"/>
            </a:endParaRPr>
          </a:p>
          <a:p>
            <a:pPr marL="216000" indent="-216000">
              <a:lnSpc>
                <a:spcPct val="100000"/>
              </a:lnSpc>
              <a:buNone/>
            </a:pPr>
            <a:r>
              <a:rPr b="0" lang="en-US" sz="2000" spc="-1" strike="noStrike">
                <a:latin typeface="Arial"/>
              </a:rPr>
              <a:t>12.3 – IPv6 Address Types</a:t>
            </a:r>
            <a:endParaRPr b="0" lang="en-JM" sz="2000" spc="-1" strike="noStrike">
              <a:latin typeface="Arial"/>
            </a:endParaRPr>
          </a:p>
          <a:p>
            <a:pPr marL="216000" indent="-216000">
              <a:lnSpc>
                <a:spcPct val="100000"/>
              </a:lnSpc>
              <a:buNone/>
            </a:pPr>
            <a:r>
              <a:rPr b="0" lang="en-US" sz="2000" spc="-1" strike="noStrike">
                <a:latin typeface="Arial"/>
              </a:rPr>
              <a:t>12.3.3 – Types of IPv6 unicast Addresses</a:t>
            </a:r>
            <a:endParaRPr b="0" lang="en-JM" sz="2000" spc="-1" strike="noStrike">
              <a:latin typeface="Arial"/>
            </a:endParaRPr>
          </a:p>
        </p:txBody>
      </p:sp>
      <p:sp>
        <p:nvSpPr>
          <p:cNvPr id="511"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31E08045-58EC-4680-892B-8DB8D37D6BEE}"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2" name="PlaceHolder 1"/>
          <p:cNvSpPr>
            <a:spLocks noGrp="1"/>
          </p:cNvSpPr>
          <p:nvPr>
            <p:ph type="sldImg"/>
          </p:nvPr>
        </p:nvSpPr>
        <p:spPr>
          <a:xfrm>
            <a:off x="380880" y="685800"/>
            <a:ext cx="6095520" cy="3428640"/>
          </a:xfrm>
          <a:prstGeom prst="rect">
            <a:avLst/>
          </a:prstGeom>
          <a:ln w="0">
            <a:noFill/>
          </a:ln>
        </p:spPr>
      </p:sp>
      <p:sp>
        <p:nvSpPr>
          <p:cNvPr id="513"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12 – IPv6 Addressing</a:t>
            </a:r>
            <a:endParaRPr b="0" lang="en-JM" sz="2000" spc="-1" strike="noStrike">
              <a:latin typeface="Arial"/>
            </a:endParaRPr>
          </a:p>
          <a:p>
            <a:pPr marL="216000" indent="-216000">
              <a:lnSpc>
                <a:spcPct val="100000"/>
              </a:lnSpc>
              <a:buNone/>
            </a:pPr>
            <a:r>
              <a:rPr b="0" lang="en-US" sz="2000" spc="-1" strike="noStrike">
                <a:latin typeface="Arial"/>
              </a:rPr>
              <a:t>12.3 – IPv6 Address Types</a:t>
            </a:r>
            <a:endParaRPr b="0" lang="en-JM" sz="2000" spc="-1" strike="noStrike">
              <a:latin typeface="Arial"/>
            </a:endParaRPr>
          </a:p>
          <a:p>
            <a:pPr marL="216000" indent="-216000">
              <a:lnSpc>
                <a:spcPct val="100000"/>
              </a:lnSpc>
              <a:buNone/>
            </a:pPr>
            <a:r>
              <a:rPr b="0" lang="en-US" sz="2000" spc="-1" strike="noStrike">
                <a:latin typeface="Arial"/>
              </a:rPr>
              <a:t>12.3.4 – A Note About the Unique Local Address</a:t>
            </a:r>
            <a:endParaRPr b="0" lang="en-JM" sz="2000" spc="-1" strike="noStrike">
              <a:latin typeface="Arial"/>
            </a:endParaRPr>
          </a:p>
        </p:txBody>
      </p:sp>
      <p:sp>
        <p:nvSpPr>
          <p:cNvPr id="514"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5764A29C-E988-4996-8F08-F4B613B54CF1}"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5" name="PlaceHolder 1"/>
          <p:cNvSpPr>
            <a:spLocks noGrp="1"/>
          </p:cNvSpPr>
          <p:nvPr>
            <p:ph type="sldImg"/>
          </p:nvPr>
        </p:nvSpPr>
        <p:spPr>
          <a:xfrm>
            <a:off x="380880" y="685800"/>
            <a:ext cx="6095520" cy="3428640"/>
          </a:xfrm>
          <a:prstGeom prst="rect">
            <a:avLst/>
          </a:prstGeom>
          <a:ln w="0">
            <a:noFill/>
          </a:ln>
        </p:spPr>
      </p:sp>
      <p:sp>
        <p:nvSpPr>
          <p:cNvPr id="516"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12 – IPv6 Addressing</a:t>
            </a:r>
            <a:endParaRPr b="0" lang="en-JM" sz="2000" spc="-1" strike="noStrike">
              <a:latin typeface="Arial"/>
            </a:endParaRPr>
          </a:p>
          <a:p>
            <a:pPr marL="216000" indent="-216000">
              <a:lnSpc>
                <a:spcPct val="100000"/>
              </a:lnSpc>
              <a:buNone/>
            </a:pPr>
            <a:r>
              <a:rPr b="0" lang="en-US" sz="2000" spc="-1" strike="noStrike">
                <a:latin typeface="Arial"/>
              </a:rPr>
              <a:t>12.3 – IPv6 Address Types</a:t>
            </a:r>
            <a:endParaRPr b="0" lang="en-JM" sz="2000" spc="-1" strike="noStrike">
              <a:latin typeface="Arial"/>
            </a:endParaRPr>
          </a:p>
          <a:p>
            <a:pPr marL="216000" indent="-216000">
              <a:lnSpc>
                <a:spcPct val="100000"/>
              </a:lnSpc>
              <a:buNone/>
            </a:pPr>
            <a:r>
              <a:rPr b="0" lang="en-US" sz="2000" spc="-1" strike="noStrike">
                <a:latin typeface="Arial"/>
              </a:rPr>
              <a:t>12.3.5 – IPv6 GUA</a:t>
            </a:r>
            <a:endParaRPr b="0" lang="en-JM" sz="2000" spc="-1" strike="noStrike">
              <a:latin typeface="Arial"/>
            </a:endParaRPr>
          </a:p>
        </p:txBody>
      </p:sp>
      <p:sp>
        <p:nvSpPr>
          <p:cNvPr id="517"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B4F90C13-A55D-4A2F-A5A0-53CD402BB32B}"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8" name="PlaceHolder 1"/>
          <p:cNvSpPr>
            <a:spLocks noGrp="1"/>
          </p:cNvSpPr>
          <p:nvPr>
            <p:ph type="sldImg"/>
          </p:nvPr>
        </p:nvSpPr>
        <p:spPr>
          <a:xfrm>
            <a:off x="380880" y="685800"/>
            <a:ext cx="6095520" cy="3428640"/>
          </a:xfrm>
          <a:prstGeom prst="rect">
            <a:avLst/>
          </a:prstGeom>
          <a:ln w="0">
            <a:noFill/>
          </a:ln>
        </p:spPr>
      </p:sp>
      <p:sp>
        <p:nvSpPr>
          <p:cNvPr id="519"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12 – IPv6 Addressing</a:t>
            </a:r>
            <a:endParaRPr b="0" lang="en-JM" sz="2000" spc="-1" strike="noStrike">
              <a:latin typeface="Arial"/>
            </a:endParaRPr>
          </a:p>
          <a:p>
            <a:pPr marL="216000" indent="-216000">
              <a:lnSpc>
                <a:spcPct val="100000"/>
              </a:lnSpc>
              <a:buNone/>
            </a:pPr>
            <a:r>
              <a:rPr b="0" lang="en-US" sz="2000" spc="-1" strike="noStrike">
                <a:latin typeface="Arial"/>
              </a:rPr>
              <a:t>12.3 – IPv6 Address Types</a:t>
            </a:r>
            <a:endParaRPr b="0" lang="en-JM" sz="2000" spc="-1" strike="noStrike">
              <a:latin typeface="Arial"/>
            </a:endParaRPr>
          </a:p>
          <a:p>
            <a:pPr marL="216000" indent="-216000">
              <a:lnSpc>
                <a:spcPct val="100000"/>
              </a:lnSpc>
              <a:buNone/>
            </a:pPr>
            <a:r>
              <a:rPr b="0" lang="en-US" sz="2000" spc="-1" strike="noStrike">
                <a:latin typeface="Arial"/>
              </a:rPr>
              <a:t>12.3.5 – IPv6 GUA Structure</a:t>
            </a:r>
            <a:endParaRPr b="0" lang="en-JM" sz="2000" spc="-1" strike="noStrike">
              <a:latin typeface="Arial"/>
            </a:endParaRPr>
          </a:p>
        </p:txBody>
      </p:sp>
      <p:sp>
        <p:nvSpPr>
          <p:cNvPr id="520"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0E5A0596-8BEC-4E37-81B7-6CF0F755A24F}"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1" name="PlaceHolder 1"/>
          <p:cNvSpPr>
            <a:spLocks noGrp="1"/>
          </p:cNvSpPr>
          <p:nvPr>
            <p:ph type="sldImg"/>
          </p:nvPr>
        </p:nvSpPr>
        <p:spPr>
          <a:xfrm>
            <a:off x="380880" y="685800"/>
            <a:ext cx="6095520" cy="3428640"/>
          </a:xfrm>
          <a:prstGeom prst="rect">
            <a:avLst/>
          </a:prstGeom>
          <a:ln w="0">
            <a:noFill/>
          </a:ln>
        </p:spPr>
      </p:sp>
      <p:sp>
        <p:nvSpPr>
          <p:cNvPr id="522"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12 – IPv6 Addressing</a:t>
            </a:r>
            <a:endParaRPr b="0" lang="en-JM" sz="2000" spc="-1" strike="noStrike">
              <a:latin typeface="Arial"/>
            </a:endParaRPr>
          </a:p>
          <a:p>
            <a:pPr marL="216000" indent="-216000">
              <a:lnSpc>
                <a:spcPct val="100000"/>
              </a:lnSpc>
              <a:buNone/>
            </a:pPr>
            <a:r>
              <a:rPr b="0" lang="en-US" sz="2000" spc="-1" strike="noStrike">
                <a:latin typeface="Arial"/>
              </a:rPr>
              <a:t>12.3 – IPv6 Address Types</a:t>
            </a:r>
            <a:endParaRPr b="0" lang="en-JM" sz="2000" spc="-1" strike="noStrike">
              <a:latin typeface="Arial"/>
            </a:endParaRPr>
          </a:p>
          <a:p>
            <a:pPr marL="216000" indent="-216000">
              <a:lnSpc>
                <a:spcPct val="100000"/>
              </a:lnSpc>
              <a:buNone/>
            </a:pPr>
            <a:r>
              <a:rPr b="0" lang="en-US" sz="2000" spc="-1" strike="noStrike">
                <a:latin typeface="Arial"/>
              </a:rPr>
              <a:t>12.3.6 – IPv6 LLA</a:t>
            </a:r>
            <a:endParaRPr b="0" lang="en-JM" sz="2000" spc="-1" strike="noStrike">
              <a:latin typeface="Arial"/>
            </a:endParaRPr>
          </a:p>
          <a:p>
            <a:pPr marL="216000" indent="-216000">
              <a:lnSpc>
                <a:spcPct val="100000"/>
              </a:lnSpc>
              <a:buNone/>
            </a:pPr>
            <a:r>
              <a:rPr b="0" lang="en-US" sz="2000" spc="-1" strike="noStrike">
                <a:latin typeface="Arial"/>
              </a:rPr>
              <a:t>12.3.7 – Check Your Understanding – IPv6 Address Types</a:t>
            </a:r>
            <a:endParaRPr b="0" lang="en-JM" sz="2000" spc="-1" strike="noStrike">
              <a:latin typeface="Arial"/>
            </a:endParaRPr>
          </a:p>
        </p:txBody>
      </p:sp>
      <p:sp>
        <p:nvSpPr>
          <p:cNvPr id="523"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204056FE-3B04-4B75-92AF-33A88C63CB8C}"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4" name="PlaceHolder 1"/>
          <p:cNvSpPr>
            <a:spLocks noGrp="1"/>
          </p:cNvSpPr>
          <p:nvPr>
            <p:ph type="sldImg"/>
          </p:nvPr>
        </p:nvSpPr>
        <p:spPr>
          <a:xfrm>
            <a:off x="380880" y="685800"/>
            <a:ext cx="6095520" cy="3428640"/>
          </a:xfrm>
          <a:prstGeom prst="rect">
            <a:avLst/>
          </a:prstGeom>
          <a:ln w="0">
            <a:noFill/>
          </a:ln>
        </p:spPr>
      </p:sp>
      <p:sp>
        <p:nvSpPr>
          <p:cNvPr id="525" name="PlaceHolder 2"/>
          <p:cNvSpPr>
            <a:spLocks noGrp="1"/>
          </p:cNvSpPr>
          <p:nvPr>
            <p:ph type="body"/>
          </p:nvPr>
        </p:nvSpPr>
        <p:spPr>
          <a:xfrm>
            <a:off x="685800" y="4343400"/>
            <a:ext cx="5486040" cy="4114440"/>
          </a:xfrm>
          <a:prstGeom prst="rect">
            <a:avLst/>
          </a:prstGeom>
          <a:noFill/>
          <a:ln w="0">
            <a:noFill/>
          </a:ln>
        </p:spPr>
        <p:txBody>
          <a:bodyPr anchor="t">
            <a:noAutofit/>
          </a:bodyPr>
          <a:p>
            <a:pPr>
              <a:lnSpc>
                <a:spcPct val="100000"/>
              </a:lnSpc>
              <a:buNone/>
              <a:tabLst>
                <a:tab algn="l" pos="0"/>
              </a:tabLst>
            </a:pPr>
            <a:r>
              <a:rPr b="0" lang="en-US" sz="2000" spc="-1" strike="noStrike">
                <a:latin typeface="Arial"/>
              </a:rPr>
              <a:t>12-IPv6 Addressing</a:t>
            </a:r>
            <a:endParaRPr b="0" lang="en-JM" sz="2000" spc="-1" strike="noStrike">
              <a:latin typeface="Arial"/>
            </a:endParaRPr>
          </a:p>
          <a:p>
            <a:pPr>
              <a:lnSpc>
                <a:spcPct val="100000"/>
              </a:lnSpc>
              <a:buNone/>
              <a:tabLst>
                <a:tab algn="l" pos="0"/>
              </a:tabLst>
            </a:pPr>
            <a:r>
              <a:rPr b="0" lang="en-US" sz="2000" spc="-1" strike="noStrike">
                <a:latin typeface="Arial"/>
              </a:rPr>
              <a:t>12.4- GUA and LLA Static Configuration</a:t>
            </a:r>
            <a:endParaRPr b="0" lang="en-JM" sz="2000" spc="-1" strike="noStrike">
              <a:latin typeface="Arial"/>
            </a:endParaRPr>
          </a:p>
        </p:txBody>
      </p:sp>
      <p:sp>
        <p:nvSpPr>
          <p:cNvPr id="526"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D7DFFA0F-0645-456A-A6FE-FEFF26EFBA3F}" type="slidenum">
              <a:rPr b="0" lang="en-US" sz="1200" spc="-1" strike="noStrike">
                <a:solidFill>
                  <a:srgbClr val="000000"/>
                </a:solidFill>
                <a:latin typeface="Arial"/>
                <a:ea typeface="ＭＳ Ｐゴシック"/>
              </a:rPr>
              <a:t>&lt;number&gt;</a:t>
            </a:fld>
            <a:endParaRPr b="0" lang="en-JM" sz="1200" spc="-1" strike="noStrike">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7" name="PlaceHolder 1"/>
          <p:cNvSpPr>
            <a:spLocks noGrp="1"/>
          </p:cNvSpPr>
          <p:nvPr>
            <p:ph type="sldImg"/>
          </p:nvPr>
        </p:nvSpPr>
        <p:spPr>
          <a:xfrm>
            <a:off x="380880" y="685800"/>
            <a:ext cx="6095520" cy="3428640"/>
          </a:xfrm>
          <a:prstGeom prst="rect">
            <a:avLst/>
          </a:prstGeom>
          <a:ln w="0">
            <a:noFill/>
          </a:ln>
        </p:spPr>
      </p:sp>
      <p:sp>
        <p:nvSpPr>
          <p:cNvPr id="528"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12 – IPv6 Addressing</a:t>
            </a:r>
            <a:endParaRPr b="0" lang="en-JM" sz="2000" spc="-1" strike="noStrike">
              <a:latin typeface="Arial"/>
            </a:endParaRPr>
          </a:p>
          <a:p>
            <a:pPr marL="216000" indent="-216000">
              <a:lnSpc>
                <a:spcPct val="100000"/>
              </a:lnSpc>
              <a:buNone/>
            </a:pPr>
            <a:r>
              <a:rPr b="0" lang="en-US" sz="2000" spc="-1" strike="noStrike">
                <a:latin typeface="Arial"/>
              </a:rPr>
              <a:t>12.4 – GUA and LLA Static Configuration</a:t>
            </a:r>
            <a:endParaRPr b="0" lang="en-JM" sz="2000" spc="-1" strike="noStrike">
              <a:latin typeface="Arial"/>
            </a:endParaRPr>
          </a:p>
          <a:p>
            <a:pPr marL="216000" indent="-216000">
              <a:lnSpc>
                <a:spcPct val="100000"/>
              </a:lnSpc>
              <a:buNone/>
            </a:pPr>
            <a:r>
              <a:rPr b="0" lang="en-US" sz="2000" spc="-1" strike="noStrike">
                <a:latin typeface="Arial"/>
              </a:rPr>
              <a:t>12.4.1 – Static GUA Configuration on a Router</a:t>
            </a:r>
            <a:endParaRPr b="0" lang="en-JM" sz="2000" spc="-1" strike="noStrike">
              <a:latin typeface="Arial"/>
            </a:endParaRPr>
          </a:p>
        </p:txBody>
      </p:sp>
      <p:sp>
        <p:nvSpPr>
          <p:cNvPr id="529"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26AD94F6-A415-45A5-BD5C-940ABB16F37F}"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0" name="PlaceHolder 1"/>
          <p:cNvSpPr>
            <a:spLocks noGrp="1"/>
          </p:cNvSpPr>
          <p:nvPr>
            <p:ph type="sldImg"/>
          </p:nvPr>
        </p:nvSpPr>
        <p:spPr>
          <a:xfrm>
            <a:off x="380880" y="685800"/>
            <a:ext cx="6095520" cy="3428640"/>
          </a:xfrm>
          <a:prstGeom prst="rect">
            <a:avLst/>
          </a:prstGeom>
          <a:ln w="0">
            <a:noFill/>
          </a:ln>
        </p:spPr>
      </p:sp>
      <p:sp>
        <p:nvSpPr>
          <p:cNvPr id="531"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12 – IPv6 Addressing</a:t>
            </a:r>
            <a:endParaRPr b="0" lang="en-JM" sz="2000" spc="-1" strike="noStrike">
              <a:latin typeface="Arial"/>
            </a:endParaRPr>
          </a:p>
          <a:p>
            <a:pPr marL="216000" indent="-216000">
              <a:lnSpc>
                <a:spcPct val="100000"/>
              </a:lnSpc>
              <a:buNone/>
            </a:pPr>
            <a:r>
              <a:rPr b="0" lang="en-US" sz="2000" spc="-1" strike="noStrike">
                <a:latin typeface="Arial"/>
              </a:rPr>
              <a:t>12.4 – GUA and LLA Static Configuration</a:t>
            </a:r>
            <a:endParaRPr b="0" lang="en-JM" sz="2000" spc="-1" strike="noStrike">
              <a:latin typeface="Arial"/>
            </a:endParaRPr>
          </a:p>
          <a:p>
            <a:pPr marL="216000" indent="-216000">
              <a:lnSpc>
                <a:spcPct val="100000"/>
              </a:lnSpc>
              <a:buNone/>
            </a:pPr>
            <a:r>
              <a:rPr b="0" lang="en-US" sz="2000" spc="-1" strike="noStrike">
                <a:latin typeface="Arial"/>
              </a:rPr>
              <a:t>12.4.2 – Static GUA Configuration on a Windows Host</a:t>
            </a:r>
            <a:endParaRPr b="0" lang="en-JM" sz="2000" spc="-1" strike="noStrike">
              <a:latin typeface="Arial"/>
            </a:endParaRPr>
          </a:p>
        </p:txBody>
      </p:sp>
      <p:sp>
        <p:nvSpPr>
          <p:cNvPr id="532"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DCB7BC1C-20EE-4A55-87DD-DD66D2CF46E0}"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3" name="PlaceHolder 1"/>
          <p:cNvSpPr>
            <a:spLocks noGrp="1"/>
          </p:cNvSpPr>
          <p:nvPr>
            <p:ph type="sldImg"/>
          </p:nvPr>
        </p:nvSpPr>
        <p:spPr>
          <a:xfrm>
            <a:off x="380880" y="685800"/>
            <a:ext cx="6095520" cy="3428640"/>
          </a:xfrm>
          <a:prstGeom prst="rect">
            <a:avLst/>
          </a:prstGeom>
          <a:ln w="0">
            <a:noFill/>
          </a:ln>
        </p:spPr>
      </p:sp>
      <p:sp>
        <p:nvSpPr>
          <p:cNvPr id="534"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12 – IPv6 Addressing</a:t>
            </a:r>
            <a:endParaRPr b="0" lang="en-JM" sz="2000" spc="-1" strike="noStrike">
              <a:latin typeface="Arial"/>
            </a:endParaRPr>
          </a:p>
          <a:p>
            <a:pPr marL="216000" indent="-216000">
              <a:lnSpc>
                <a:spcPct val="100000"/>
              </a:lnSpc>
              <a:buNone/>
            </a:pPr>
            <a:r>
              <a:rPr b="0" lang="en-US" sz="2000" spc="-1" strike="noStrike">
                <a:latin typeface="Arial"/>
              </a:rPr>
              <a:t>12.4 – GUA and LLA Static Configuration</a:t>
            </a:r>
            <a:endParaRPr b="0" lang="en-JM" sz="2000" spc="-1" strike="noStrike">
              <a:latin typeface="Arial"/>
            </a:endParaRPr>
          </a:p>
          <a:p>
            <a:pPr marL="216000" indent="-216000">
              <a:lnSpc>
                <a:spcPct val="100000"/>
              </a:lnSpc>
              <a:buNone/>
            </a:pPr>
            <a:r>
              <a:rPr b="0" lang="en-US" sz="2000" spc="-1" strike="noStrike">
                <a:latin typeface="Arial"/>
              </a:rPr>
              <a:t>12.4.3 – Static GUA Configuration of a Link-Local Unicast Address</a:t>
            </a:r>
            <a:endParaRPr b="0" lang="en-JM" sz="2000" spc="-1" strike="noStrike">
              <a:latin typeface="Arial"/>
            </a:endParaRPr>
          </a:p>
          <a:p>
            <a:pPr marL="216000" indent="-216000">
              <a:lnSpc>
                <a:spcPct val="100000"/>
              </a:lnSpc>
              <a:buNone/>
            </a:pPr>
            <a:r>
              <a:rPr b="0" lang="en-US" sz="2000" spc="-1" strike="noStrike">
                <a:latin typeface="Arial"/>
              </a:rPr>
              <a:t>12.4.4 – Syntax Checker – GUA and LLA Static Configuration</a:t>
            </a:r>
            <a:endParaRPr b="0" lang="en-JM" sz="2000" spc="-1" strike="noStrike">
              <a:latin typeface="Arial"/>
            </a:endParaRPr>
          </a:p>
        </p:txBody>
      </p:sp>
      <p:sp>
        <p:nvSpPr>
          <p:cNvPr id="535"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623B592B-1D75-488E-9262-9BF9FDA4F84D}"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6" name="PlaceHolder 1"/>
          <p:cNvSpPr>
            <a:spLocks noGrp="1"/>
          </p:cNvSpPr>
          <p:nvPr>
            <p:ph type="sldImg"/>
          </p:nvPr>
        </p:nvSpPr>
        <p:spPr>
          <a:xfrm>
            <a:off x="380880" y="685800"/>
            <a:ext cx="6095520" cy="3428640"/>
          </a:xfrm>
          <a:prstGeom prst="rect">
            <a:avLst/>
          </a:prstGeom>
          <a:ln w="0">
            <a:noFill/>
          </a:ln>
        </p:spPr>
      </p:sp>
      <p:sp>
        <p:nvSpPr>
          <p:cNvPr id="537" name="PlaceHolder 2"/>
          <p:cNvSpPr>
            <a:spLocks noGrp="1"/>
          </p:cNvSpPr>
          <p:nvPr>
            <p:ph type="body"/>
          </p:nvPr>
        </p:nvSpPr>
        <p:spPr>
          <a:xfrm>
            <a:off x="685800" y="4343400"/>
            <a:ext cx="5486040" cy="4114440"/>
          </a:xfrm>
          <a:prstGeom prst="rect">
            <a:avLst/>
          </a:prstGeom>
          <a:noFill/>
          <a:ln w="0">
            <a:noFill/>
          </a:ln>
        </p:spPr>
        <p:txBody>
          <a:bodyPr anchor="t">
            <a:noAutofit/>
          </a:bodyPr>
          <a:p>
            <a:pPr>
              <a:lnSpc>
                <a:spcPct val="100000"/>
              </a:lnSpc>
              <a:buNone/>
              <a:tabLst>
                <a:tab algn="l" pos="0"/>
              </a:tabLst>
            </a:pPr>
            <a:r>
              <a:rPr b="0" lang="en-US" sz="2000" spc="-1" strike="noStrike">
                <a:latin typeface="Arial"/>
              </a:rPr>
              <a:t>12-IPv6 Addressing</a:t>
            </a:r>
            <a:endParaRPr b="0" lang="en-JM" sz="2000" spc="-1" strike="noStrike">
              <a:latin typeface="Arial"/>
            </a:endParaRPr>
          </a:p>
          <a:p>
            <a:pPr>
              <a:lnSpc>
                <a:spcPct val="100000"/>
              </a:lnSpc>
              <a:buNone/>
              <a:tabLst>
                <a:tab algn="l" pos="0"/>
              </a:tabLst>
            </a:pPr>
            <a:r>
              <a:rPr b="0" lang="en-US" sz="2000" spc="-1" strike="noStrike">
                <a:latin typeface="Arial"/>
              </a:rPr>
              <a:t>12.5 IPv4 Dynamic Addressing for IPv6 GUAs</a:t>
            </a:r>
            <a:endParaRPr b="0" lang="en-JM" sz="2000" spc="-1" strike="noStrike">
              <a:latin typeface="Arial"/>
            </a:endParaRPr>
          </a:p>
          <a:p>
            <a:pPr>
              <a:lnSpc>
                <a:spcPct val="100000"/>
              </a:lnSpc>
              <a:buNone/>
              <a:tabLst>
                <a:tab algn="l" pos="0"/>
              </a:tabLst>
            </a:pPr>
            <a:endParaRPr b="0" lang="en-JM" sz="2000" spc="-1" strike="noStrike">
              <a:latin typeface="Arial"/>
            </a:endParaRPr>
          </a:p>
        </p:txBody>
      </p:sp>
      <p:sp>
        <p:nvSpPr>
          <p:cNvPr id="538"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C1848620-4703-4DC2-9EC6-6C46CE866D94}" type="slidenum">
              <a:rPr b="0" lang="en-US" sz="1200" spc="-1" strike="noStrike">
                <a:solidFill>
                  <a:srgbClr val="000000"/>
                </a:solidFill>
                <a:latin typeface="Arial"/>
                <a:ea typeface="ＭＳ Ｐゴシック"/>
              </a:rPr>
              <a:t>&lt;number&gt;</a:t>
            </a:fld>
            <a:endParaRPr b="0" lang="en-JM" sz="1200" spc="-1" strike="noStrike">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9" name="PlaceHolder 1"/>
          <p:cNvSpPr>
            <a:spLocks noGrp="1"/>
          </p:cNvSpPr>
          <p:nvPr>
            <p:ph type="sldImg"/>
          </p:nvPr>
        </p:nvSpPr>
        <p:spPr>
          <a:xfrm>
            <a:off x="380880" y="685800"/>
            <a:ext cx="6095520" cy="3428640"/>
          </a:xfrm>
          <a:prstGeom prst="rect">
            <a:avLst/>
          </a:prstGeom>
          <a:ln w="0">
            <a:noFill/>
          </a:ln>
        </p:spPr>
      </p:sp>
      <p:sp>
        <p:nvSpPr>
          <p:cNvPr id="540"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12 – IPv6 Addressing</a:t>
            </a:r>
            <a:endParaRPr b="0" lang="en-JM" sz="2000" spc="-1" strike="noStrike">
              <a:latin typeface="Arial"/>
            </a:endParaRPr>
          </a:p>
          <a:p>
            <a:pPr marL="216000" indent="-216000">
              <a:lnSpc>
                <a:spcPct val="100000"/>
              </a:lnSpc>
              <a:buNone/>
            </a:pPr>
            <a:r>
              <a:rPr b="0" lang="en-US" sz="2000" spc="-1" strike="noStrike">
                <a:latin typeface="Arial"/>
              </a:rPr>
              <a:t>12.5 – Dynamic Addressing for IPv6 GUAs</a:t>
            </a:r>
            <a:endParaRPr b="0" lang="en-JM" sz="2000" spc="-1" strike="noStrike">
              <a:latin typeface="Arial"/>
            </a:endParaRPr>
          </a:p>
          <a:p>
            <a:pPr marL="216000" indent="-216000">
              <a:lnSpc>
                <a:spcPct val="100000"/>
              </a:lnSpc>
              <a:buNone/>
            </a:pPr>
            <a:r>
              <a:rPr b="0" lang="en-US" sz="2000" spc="-1" strike="noStrike">
                <a:latin typeface="Arial"/>
              </a:rPr>
              <a:t>12.5.1 – RS and RA Messages</a:t>
            </a:r>
            <a:endParaRPr b="0" lang="en-JM" sz="2000" spc="-1" strike="noStrike">
              <a:latin typeface="Arial"/>
            </a:endParaRPr>
          </a:p>
        </p:txBody>
      </p:sp>
      <p:sp>
        <p:nvSpPr>
          <p:cNvPr id="541"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8D93EC91-8C10-45E2-9F2B-565E0D7476EF}"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2" name="PlaceHolder 1"/>
          <p:cNvSpPr>
            <a:spLocks noGrp="1"/>
          </p:cNvSpPr>
          <p:nvPr>
            <p:ph type="sldImg"/>
          </p:nvPr>
        </p:nvSpPr>
        <p:spPr>
          <a:xfrm>
            <a:off x="380880" y="685800"/>
            <a:ext cx="6095520" cy="3428640"/>
          </a:xfrm>
          <a:prstGeom prst="rect">
            <a:avLst/>
          </a:prstGeom>
          <a:ln w="0">
            <a:noFill/>
          </a:ln>
        </p:spPr>
      </p:sp>
      <p:sp>
        <p:nvSpPr>
          <p:cNvPr id="543"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12 – IPv6 Addressing</a:t>
            </a:r>
            <a:endParaRPr b="0" lang="en-JM" sz="2000" spc="-1" strike="noStrike">
              <a:latin typeface="Arial"/>
            </a:endParaRPr>
          </a:p>
          <a:p>
            <a:pPr marL="216000" indent="-216000">
              <a:lnSpc>
                <a:spcPct val="100000"/>
              </a:lnSpc>
              <a:buNone/>
            </a:pPr>
            <a:r>
              <a:rPr b="0" lang="en-US" sz="2000" spc="-1" strike="noStrike">
                <a:latin typeface="Arial"/>
              </a:rPr>
              <a:t>12.5 – Dynamic Addressing for IPv6 GUAs</a:t>
            </a:r>
            <a:endParaRPr b="0" lang="en-JM" sz="2000" spc="-1" strike="noStrike">
              <a:latin typeface="Arial"/>
            </a:endParaRPr>
          </a:p>
          <a:p>
            <a:pPr marL="216000" indent="-216000">
              <a:lnSpc>
                <a:spcPct val="100000"/>
              </a:lnSpc>
              <a:buNone/>
            </a:pPr>
            <a:r>
              <a:rPr b="0" lang="en-US" sz="2000" spc="-1" strike="noStrike">
                <a:latin typeface="Arial"/>
              </a:rPr>
              <a:t>12.5.2 – Method 1: SLAAC</a:t>
            </a:r>
            <a:endParaRPr b="0" lang="en-JM" sz="2000" spc="-1" strike="noStrike">
              <a:latin typeface="Arial"/>
            </a:endParaRPr>
          </a:p>
        </p:txBody>
      </p:sp>
      <p:sp>
        <p:nvSpPr>
          <p:cNvPr id="544"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980E8436-7070-48D1-97D2-EB7F56DF7CB2}"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5" name="PlaceHolder 1"/>
          <p:cNvSpPr>
            <a:spLocks noGrp="1"/>
          </p:cNvSpPr>
          <p:nvPr>
            <p:ph type="sldImg"/>
          </p:nvPr>
        </p:nvSpPr>
        <p:spPr>
          <a:xfrm>
            <a:off x="380880" y="685800"/>
            <a:ext cx="6095520" cy="3428640"/>
          </a:xfrm>
          <a:prstGeom prst="rect">
            <a:avLst/>
          </a:prstGeom>
          <a:ln w="0">
            <a:noFill/>
          </a:ln>
        </p:spPr>
      </p:sp>
      <p:sp>
        <p:nvSpPr>
          <p:cNvPr id="546"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12 – IPv6 Addressing</a:t>
            </a:r>
            <a:endParaRPr b="0" lang="en-JM" sz="2000" spc="-1" strike="noStrike">
              <a:latin typeface="Arial"/>
            </a:endParaRPr>
          </a:p>
          <a:p>
            <a:pPr marL="216000" indent="-216000">
              <a:lnSpc>
                <a:spcPct val="100000"/>
              </a:lnSpc>
              <a:buNone/>
            </a:pPr>
            <a:r>
              <a:rPr b="0" lang="en-US" sz="2000" spc="-1" strike="noStrike">
                <a:latin typeface="Arial"/>
              </a:rPr>
              <a:t>12.5 – Dynamic Addressing for IPv6 GUAs</a:t>
            </a:r>
            <a:endParaRPr b="0" lang="en-JM" sz="2000" spc="-1" strike="noStrike">
              <a:latin typeface="Arial"/>
            </a:endParaRPr>
          </a:p>
          <a:p>
            <a:pPr marL="216000" indent="-216000">
              <a:lnSpc>
                <a:spcPct val="100000"/>
              </a:lnSpc>
              <a:buNone/>
            </a:pPr>
            <a:r>
              <a:rPr b="0" lang="en-US" sz="2000" spc="-1" strike="noStrike">
                <a:latin typeface="Arial"/>
              </a:rPr>
              <a:t>12.5.3 – Method 2: SLAAC and Stateless DHCP</a:t>
            </a:r>
            <a:endParaRPr b="0" lang="en-JM" sz="2000" spc="-1" strike="noStrike">
              <a:latin typeface="Arial"/>
            </a:endParaRPr>
          </a:p>
        </p:txBody>
      </p:sp>
      <p:sp>
        <p:nvSpPr>
          <p:cNvPr id="547"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7CFE3AAA-4348-4F05-99DC-E7F4FB1536BC}"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8" name="PlaceHolder 1"/>
          <p:cNvSpPr>
            <a:spLocks noGrp="1"/>
          </p:cNvSpPr>
          <p:nvPr>
            <p:ph type="sldImg"/>
          </p:nvPr>
        </p:nvSpPr>
        <p:spPr>
          <a:xfrm>
            <a:off x="380880" y="685800"/>
            <a:ext cx="6095520" cy="3428640"/>
          </a:xfrm>
          <a:prstGeom prst="rect">
            <a:avLst/>
          </a:prstGeom>
          <a:ln w="0">
            <a:noFill/>
          </a:ln>
        </p:spPr>
      </p:sp>
      <p:sp>
        <p:nvSpPr>
          <p:cNvPr id="549"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12 – IPv6 Addressing</a:t>
            </a:r>
            <a:endParaRPr b="0" lang="en-JM" sz="2000" spc="-1" strike="noStrike">
              <a:latin typeface="Arial"/>
            </a:endParaRPr>
          </a:p>
          <a:p>
            <a:pPr marL="216000" indent="-216000">
              <a:lnSpc>
                <a:spcPct val="100000"/>
              </a:lnSpc>
              <a:buNone/>
            </a:pPr>
            <a:r>
              <a:rPr b="0" lang="en-US" sz="2000" spc="-1" strike="noStrike">
                <a:latin typeface="Arial"/>
              </a:rPr>
              <a:t>12.5 – Dynamic Addressing for IPv6 GUAs</a:t>
            </a:r>
            <a:endParaRPr b="0" lang="en-JM" sz="2000" spc="-1" strike="noStrike">
              <a:latin typeface="Arial"/>
            </a:endParaRPr>
          </a:p>
          <a:p>
            <a:pPr marL="216000" indent="-216000">
              <a:lnSpc>
                <a:spcPct val="100000"/>
              </a:lnSpc>
              <a:buNone/>
            </a:pPr>
            <a:r>
              <a:rPr b="0" lang="en-US" sz="2000" spc="-1" strike="noStrike">
                <a:latin typeface="Arial"/>
              </a:rPr>
              <a:t>12.5.4 – Method 3: Stateful DHCPv6</a:t>
            </a:r>
            <a:endParaRPr b="0" lang="en-JM" sz="2000" spc="-1" strike="noStrike">
              <a:latin typeface="Arial"/>
            </a:endParaRPr>
          </a:p>
        </p:txBody>
      </p:sp>
      <p:sp>
        <p:nvSpPr>
          <p:cNvPr id="550"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515B5A1E-5722-47D2-AAF0-A1BB4DA66A68}"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1" name="PlaceHolder 1"/>
          <p:cNvSpPr>
            <a:spLocks noGrp="1"/>
          </p:cNvSpPr>
          <p:nvPr>
            <p:ph type="sldImg"/>
          </p:nvPr>
        </p:nvSpPr>
        <p:spPr>
          <a:xfrm>
            <a:off x="380880" y="685800"/>
            <a:ext cx="6095520" cy="3428640"/>
          </a:xfrm>
          <a:prstGeom prst="rect">
            <a:avLst/>
          </a:prstGeom>
          <a:ln w="0">
            <a:noFill/>
          </a:ln>
        </p:spPr>
      </p:sp>
      <p:sp>
        <p:nvSpPr>
          <p:cNvPr id="552"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12 – IPv6 Addressing</a:t>
            </a:r>
            <a:endParaRPr b="0" lang="en-JM" sz="2000" spc="-1" strike="noStrike">
              <a:latin typeface="Arial"/>
            </a:endParaRPr>
          </a:p>
          <a:p>
            <a:pPr marL="216000" indent="-216000">
              <a:lnSpc>
                <a:spcPct val="100000"/>
              </a:lnSpc>
              <a:buNone/>
            </a:pPr>
            <a:r>
              <a:rPr b="0" lang="en-US" sz="2000" spc="-1" strike="noStrike">
                <a:latin typeface="Arial"/>
              </a:rPr>
              <a:t>12.5 – Dynamic Addressing for IPv6 GUAs</a:t>
            </a:r>
            <a:endParaRPr b="0" lang="en-JM" sz="2000" spc="-1" strike="noStrike">
              <a:latin typeface="Arial"/>
            </a:endParaRPr>
          </a:p>
          <a:p>
            <a:pPr marL="216000" indent="-216000">
              <a:lnSpc>
                <a:spcPct val="100000"/>
              </a:lnSpc>
              <a:buNone/>
            </a:pPr>
            <a:r>
              <a:rPr b="0" lang="en-US" sz="2000" spc="-1" strike="noStrike">
                <a:latin typeface="Arial"/>
              </a:rPr>
              <a:t>12.5.5 – EUI-64 Process vs. Randomly Generated</a:t>
            </a:r>
            <a:endParaRPr b="0" lang="en-JM" sz="2000" spc="-1" strike="noStrike">
              <a:latin typeface="Arial"/>
            </a:endParaRPr>
          </a:p>
        </p:txBody>
      </p:sp>
      <p:sp>
        <p:nvSpPr>
          <p:cNvPr id="553"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C2354389-4D35-42E1-BB50-7C4411AA3E78}"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4" name="PlaceHolder 1"/>
          <p:cNvSpPr>
            <a:spLocks noGrp="1"/>
          </p:cNvSpPr>
          <p:nvPr>
            <p:ph type="sldImg"/>
          </p:nvPr>
        </p:nvSpPr>
        <p:spPr>
          <a:xfrm>
            <a:off x="380880" y="685800"/>
            <a:ext cx="6095520" cy="3428640"/>
          </a:xfrm>
          <a:prstGeom prst="rect">
            <a:avLst/>
          </a:prstGeom>
          <a:ln w="0">
            <a:noFill/>
          </a:ln>
        </p:spPr>
      </p:sp>
      <p:sp>
        <p:nvSpPr>
          <p:cNvPr id="555"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12 – IPv6 Addressing</a:t>
            </a:r>
            <a:endParaRPr b="0" lang="en-JM" sz="2000" spc="-1" strike="noStrike">
              <a:latin typeface="Arial"/>
            </a:endParaRPr>
          </a:p>
          <a:p>
            <a:pPr marL="216000" indent="-216000">
              <a:lnSpc>
                <a:spcPct val="100000"/>
              </a:lnSpc>
              <a:buNone/>
            </a:pPr>
            <a:r>
              <a:rPr b="0" lang="en-US" sz="2000" spc="-1" strike="noStrike">
                <a:latin typeface="Arial"/>
              </a:rPr>
              <a:t>12.5 – Dynamic Addressing for IPv6 GUAs</a:t>
            </a:r>
            <a:endParaRPr b="0" lang="en-JM" sz="2000" spc="-1" strike="noStrike">
              <a:latin typeface="Arial"/>
            </a:endParaRPr>
          </a:p>
          <a:p>
            <a:pPr marL="216000" indent="-216000">
              <a:lnSpc>
                <a:spcPct val="100000"/>
              </a:lnSpc>
              <a:buNone/>
            </a:pPr>
            <a:r>
              <a:rPr b="0" lang="en-US" sz="2000" spc="-1" strike="noStrike">
                <a:latin typeface="Arial"/>
              </a:rPr>
              <a:t>12.5.6 – EUI-64 Process</a:t>
            </a:r>
            <a:endParaRPr b="0" lang="en-JM" sz="2000" spc="-1" strike="noStrike">
              <a:latin typeface="Arial"/>
            </a:endParaRPr>
          </a:p>
        </p:txBody>
      </p:sp>
      <p:sp>
        <p:nvSpPr>
          <p:cNvPr id="556"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D7586F3A-6DFF-472F-B5AA-6731478B4F89}"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7" name="PlaceHolder 1"/>
          <p:cNvSpPr>
            <a:spLocks noGrp="1"/>
          </p:cNvSpPr>
          <p:nvPr>
            <p:ph type="sldImg"/>
          </p:nvPr>
        </p:nvSpPr>
        <p:spPr>
          <a:xfrm>
            <a:off x="380880" y="685800"/>
            <a:ext cx="6095520" cy="3428640"/>
          </a:xfrm>
          <a:prstGeom prst="rect">
            <a:avLst/>
          </a:prstGeom>
          <a:ln w="0">
            <a:noFill/>
          </a:ln>
        </p:spPr>
      </p:sp>
      <p:sp>
        <p:nvSpPr>
          <p:cNvPr id="558"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12 – IPv6 Addressing</a:t>
            </a:r>
            <a:endParaRPr b="0" lang="en-JM" sz="2000" spc="-1" strike="noStrike">
              <a:latin typeface="Arial"/>
            </a:endParaRPr>
          </a:p>
          <a:p>
            <a:pPr marL="216000" indent="-216000">
              <a:lnSpc>
                <a:spcPct val="100000"/>
              </a:lnSpc>
              <a:buNone/>
            </a:pPr>
            <a:r>
              <a:rPr b="0" lang="en-US" sz="2000" spc="-1" strike="noStrike">
                <a:latin typeface="Arial"/>
              </a:rPr>
              <a:t>12.5 – Dynamic Addressing for IPv6 GUAs</a:t>
            </a:r>
            <a:endParaRPr b="0" lang="en-JM" sz="2000" spc="-1" strike="noStrike">
              <a:latin typeface="Arial"/>
            </a:endParaRPr>
          </a:p>
          <a:p>
            <a:pPr marL="216000" indent="-216000">
              <a:lnSpc>
                <a:spcPct val="100000"/>
              </a:lnSpc>
              <a:buNone/>
            </a:pPr>
            <a:r>
              <a:rPr b="0" lang="en-US" sz="2000" spc="-1" strike="noStrike">
                <a:latin typeface="Arial"/>
              </a:rPr>
              <a:t>12.5.7 – Randomly Generated Interface IDs</a:t>
            </a:r>
            <a:endParaRPr b="0" lang="en-JM" sz="2000" spc="-1" strike="noStrike">
              <a:latin typeface="Arial"/>
            </a:endParaRPr>
          </a:p>
          <a:p>
            <a:pPr marL="216000" indent="-216000">
              <a:lnSpc>
                <a:spcPct val="100000"/>
              </a:lnSpc>
              <a:buNone/>
            </a:pPr>
            <a:r>
              <a:rPr b="0" lang="en-US" sz="2000" spc="-1" strike="noStrike">
                <a:latin typeface="Arial"/>
              </a:rPr>
              <a:t>12.5.8 – Check Your Understanding – Dynamic Address for IPv6 GUAs</a:t>
            </a:r>
            <a:endParaRPr b="0" lang="en-JM" sz="2000" spc="-1" strike="noStrike">
              <a:latin typeface="Arial"/>
            </a:endParaRPr>
          </a:p>
        </p:txBody>
      </p:sp>
      <p:sp>
        <p:nvSpPr>
          <p:cNvPr id="559"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FF6A9D21-2289-4C76-B2EA-9E10B534B3C1}"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0" name="PlaceHolder 1"/>
          <p:cNvSpPr>
            <a:spLocks noGrp="1"/>
          </p:cNvSpPr>
          <p:nvPr>
            <p:ph type="sldImg"/>
          </p:nvPr>
        </p:nvSpPr>
        <p:spPr>
          <a:xfrm>
            <a:off x="380880" y="685800"/>
            <a:ext cx="6095520" cy="3428640"/>
          </a:xfrm>
          <a:prstGeom prst="rect">
            <a:avLst/>
          </a:prstGeom>
          <a:ln w="0">
            <a:noFill/>
          </a:ln>
        </p:spPr>
      </p:sp>
      <p:sp>
        <p:nvSpPr>
          <p:cNvPr id="561" name="PlaceHolder 2"/>
          <p:cNvSpPr>
            <a:spLocks noGrp="1"/>
          </p:cNvSpPr>
          <p:nvPr>
            <p:ph type="body"/>
          </p:nvPr>
        </p:nvSpPr>
        <p:spPr>
          <a:xfrm>
            <a:off x="685800" y="4343400"/>
            <a:ext cx="5486040" cy="4114440"/>
          </a:xfrm>
          <a:prstGeom prst="rect">
            <a:avLst/>
          </a:prstGeom>
          <a:noFill/>
          <a:ln w="0">
            <a:noFill/>
          </a:ln>
        </p:spPr>
        <p:txBody>
          <a:bodyPr anchor="t">
            <a:noAutofit/>
          </a:bodyPr>
          <a:p>
            <a:pPr>
              <a:lnSpc>
                <a:spcPct val="100000"/>
              </a:lnSpc>
              <a:buNone/>
              <a:tabLst>
                <a:tab algn="l" pos="0"/>
              </a:tabLst>
            </a:pPr>
            <a:r>
              <a:rPr b="0" lang="en-US" sz="2000" spc="-1" strike="noStrike">
                <a:latin typeface="Arial"/>
              </a:rPr>
              <a:t>12-IPv6 Addressing</a:t>
            </a:r>
            <a:endParaRPr b="0" lang="en-JM" sz="2000" spc="-1" strike="noStrike">
              <a:latin typeface="Arial"/>
            </a:endParaRPr>
          </a:p>
          <a:p>
            <a:pPr>
              <a:lnSpc>
                <a:spcPct val="100000"/>
              </a:lnSpc>
              <a:buNone/>
              <a:tabLst>
                <a:tab algn="l" pos="0"/>
              </a:tabLst>
            </a:pPr>
            <a:r>
              <a:rPr b="0" lang="en-US" sz="2000" spc="-1" strike="noStrike">
                <a:latin typeface="Arial"/>
              </a:rPr>
              <a:t>12.6 IPv4 Dynamic Addressing for IPv6 LLAs</a:t>
            </a:r>
            <a:endParaRPr b="0" lang="en-JM" sz="2000" spc="-1" strike="noStrike">
              <a:latin typeface="Arial"/>
            </a:endParaRPr>
          </a:p>
          <a:p>
            <a:pPr>
              <a:lnSpc>
                <a:spcPct val="100000"/>
              </a:lnSpc>
              <a:buNone/>
              <a:tabLst>
                <a:tab algn="l" pos="0"/>
              </a:tabLst>
            </a:pPr>
            <a:endParaRPr b="0" lang="en-JM" sz="2000" spc="-1" strike="noStrike">
              <a:latin typeface="Arial"/>
            </a:endParaRPr>
          </a:p>
        </p:txBody>
      </p:sp>
      <p:sp>
        <p:nvSpPr>
          <p:cNvPr id="562"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51281DCF-5665-4FB1-B075-095FD977A6C0}" type="slidenum">
              <a:rPr b="0" lang="en-US" sz="1200" spc="-1" strike="noStrike">
                <a:solidFill>
                  <a:srgbClr val="000000"/>
                </a:solidFill>
                <a:latin typeface="Arial"/>
                <a:ea typeface="ＭＳ Ｐゴシック"/>
              </a:rPr>
              <a:t>&lt;number&gt;</a:t>
            </a:fld>
            <a:endParaRPr b="0" lang="en-JM" sz="1200" spc="-1" strike="noStrike">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3" name="PlaceHolder 1"/>
          <p:cNvSpPr>
            <a:spLocks noGrp="1"/>
          </p:cNvSpPr>
          <p:nvPr>
            <p:ph type="sldImg"/>
          </p:nvPr>
        </p:nvSpPr>
        <p:spPr>
          <a:xfrm>
            <a:off x="380880" y="685800"/>
            <a:ext cx="6095520" cy="3428640"/>
          </a:xfrm>
          <a:prstGeom prst="rect">
            <a:avLst/>
          </a:prstGeom>
          <a:ln w="0">
            <a:noFill/>
          </a:ln>
        </p:spPr>
      </p:sp>
      <p:sp>
        <p:nvSpPr>
          <p:cNvPr id="564"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12 – IPv6 Addressing</a:t>
            </a:r>
            <a:endParaRPr b="0" lang="en-JM" sz="2000" spc="-1" strike="noStrike">
              <a:latin typeface="Arial"/>
            </a:endParaRPr>
          </a:p>
          <a:p>
            <a:pPr marL="216000" indent="-216000">
              <a:lnSpc>
                <a:spcPct val="100000"/>
              </a:lnSpc>
              <a:buNone/>
            </a:pPr>
            <a:r>
              <a:rPr b="0" lang="en-US" sz="2000" spc="-1" strike="noStrike">
                <a:latin typeface="Arial"/>
              </a:rPr>
              <a:t>12.6 – Dynamic Addressing for IPv6 LLAs</a:t>
            </a:r>
            <a:endParaRPr b="0" lang="en-JM" sz="2000" spc="-1" strike="noStrike">
              <a:latin typeface="Arial"/>
            </a:endParaRPr>
          </a:p>
          <a:p>
            <a:pPr marL="216000" indent="-216000">
              <a:lnSpc>
                <a:spcPct val="100000"/>
              </a:lnSpc>
              <a:buNone/>
            </a:pPr>
            <a:r>
              <a:rPr b="0" lang="en-US" sz="2000" spc="-1" strike="noStrike">
                <a:latin typeface="Arial"/>
              </a:rPr>
              <a:t>12.6.1 – Dynamic LLAs</a:t>
            </a:r>
            <a:endParaRPr b="0" lang="en-JM" sz="2000" spc="-1" strike="noStrike">
              <a:latin typeface="Arial"/>
            </a:endParaRPr>
          </a:p>
        </p:txBody>
      </p:sp>
      <p:sp>
        <p:nvSpPr>
          <p:cNvPr id="565"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73B32C15-EF66-426C-A366-143F5FF7E250}"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6" name="PlaceHolder 1"/>
          <p:cNvSpPr>
            <a:spLocks noGrp="1"/>
          </p:cNvSpPr>
          <p:nvPr>
            <p:ph type="sldImg"/>
          </p:nvPr>
        </p:nvSpPr>
        <p:spPr>
          <a:xfrm>
            <a:off x="380880" y="685800"/>
            <a:ext cx="6095520" cy="3428640"/>
          </a:xfrm>
          <a:prstGeom prst="rect">
            <a:avLst/>
          </a:prstGeom>
          <a:ln w="0">
            <a:noFill/>
          </a:ln>
        </p:spPr>
      </p:sp>
      <p:sp>
        <p:nvSpPr>
          <p:cNvPr id="567"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12 – IPv6 Addressing</a:t>
            </a:r>
            <a:endParaRPr b="0" lang="en-JM" sz="2000" spc="-1" strike="noStrike">
              <a:latin typeface="Arial"/>
            </a:endParaRPr>
          </a:p>
          <a:p>
            <a:pPr marL="216000" indent="-216000">
              <a:lnSpc>
                <a:spcPct val="100000"/>
              </a:lnSpc>
              <a:buNone/>
            </a:pPr>
            <a:r>
              <a:rPr b="0" lang="en-US" sz="2000" spc="-1" strike="noStrike">
                <a:latin typeface="Arial"/>
              </a:rPr>
              <a:t>12.6 – Dynamic Addressing for IPv6 LLAs</a:t>
            </a:r>
            <a:endParaRPr b="0" lang="en-JM" sz="2000" spc="-1" strike="noStrike">
              <a:latin typeface="Arial"/>
            </a:endParaRPr>
          </a:p>
          <a:p>
            <a:pPr marL="216000" indent="-216000">
              <a:lnSpc>
                <a:spcPct val="100000"/>
              </a:lnSpc>
              <a:buNone/>
            </a:pPr>
            <a:r>
              <a:rPr b="0" lang="en-US" sz="2000" spc="-1" strike="noStrike">
                <a:latin typeface="Arial"/>
              </a:rPr>
              <a:t>12.6.2 – Dynamic LLAs on Windows</a:t>
            </a:r>
            <a:endParaRPr b="0" lang="en-JM" sz="2000" spc="-1" strike="noStrike">
              <a:latin typeface="Arial"/>
            </a:endParaRPr>
          </a:p>
        </p:txBody>
      </p:sp>
      <p:sp>
        <p:nvSpPr>
          <p:cNvPr id="568"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69B6EE37-4ABD-48AF-BC05-065432BFB6A2}"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9" name="PlaceHolder 1"/>
          <p:cNvSpPr>
            <a:spLocks noGrp="1"/>
          </p:cNvSpPr>
          <p:nvPr>
            <p:ph type="sldImg"/>
          </p:nvPr>
        </p:nvSpPr>
        <p:spPr>
          <a:xfrm>
            <a:off x="380880" y="685800"/>
            <a:ext cx="6095520" cy="3428640"/>
          </a:xfrm>
          <a:prstGeom prst="rect">
            <a:avLst/>
          </a:prstGeom>
          <a:ln w="0">
            <a:noFill/>
          </a:ln>
        </p:spPr>
      </p:sp>
      <p:sp>
        <p:nvSpPr>
          <p:cNvPr id="570"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12 – IPv6 Addressing</a:t>
            </a:r>
            <a:endParaRPr b="0" lang="en-JM" sz="2000" spc="-1" strike="noStrike">
              <a:latin typeface="Arial"/>
            </a:endParaRPr>
          </a:p>
          <a:p>
            <a:pPr marL="216000" indent="-216000">
              <a:lnSpc>
                <a:spcPct val="100000"/>
              </a:lnSpc>
              <a:buNone/>
            </a:pPr>
            <a:r>
              <a:rPr b="0" lang="en-US" sz="2000" spc="-1" strike="noStrike">
                <a:latin typeface="Arial"/>
              </a:rPr>
              <a:t>12.6 – Dynamic Addressing for IPv6 LLAs</a:t>
            </a:r>
            <a:endParaRPr b="0" lang="en-JM" sz="2000" spc="-1" strike="noStrike">
              <a:latin typeface="Arial"/>
            </a:endParaRPr>
          </a:p>
          <a:p>
            <a:pPr marL="216000" indent="-216000">
              <a:lnSpc>
                <a:spcPct val="100000"/>
              </a:lnSpc>
              <a:buNone/>
            </a:pPr>
            <a:r>
              <a:rPr b="0" lang="en-US" sz="2000" spc="-1" strike="noStrike">
                <a:latin typeface="Arial"/>
              </a:rPr>
              <a:t>12.6.3 – Dynamic LLAs on Cisco Routers</a:t>
            </a:r>
            <a:endParaRPr b="0" lang="en-JM" sz="2000" spc="-1" strike="noStrike">
              <a:latin typeface="Arial"/>
            </a:endParaRPr>
          </a:p>
        </p:txBody>
      </p:sp>
      <p:sp>
        <p:nvSpPr>
          <p:cNvPr id="571"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F4F3588C-A964-4ECC-AB43-5B386B04AC53}"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2" name="PlaceHolder 1"/>
          <p:cNvSpPr>
            <a:spLocks noGrp="1"/>
          </p:cNvSpPr>
          <p:nvPr>
            <p:ph type="sldImg"/>
          </p:nvPr>
        </p:nvSpPr>
        <p:spPr>
          <a:xfrm>
            <a:off x="380880" y="685800"/>
            <a:ext cx="6095520" cy="3428640"/>
          </a:xfrm>
          <a:prstGeom prst="rect">
            <a:avLst/>
          </a:prstGeom>
          <a:ln w="0">
            <a:noFill/>
          </a:ln>
        </p:spPr>
      </p:sp>
      <p:sp>
        <p:nvSpPr>
          <p:cNvPr id="573"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12 – IPv6 Addressing</a:t>
            </a:r>
            <a:endParaRPr b="0" lang="en-JM" sz="2000" spc="-1" strike="noStrike">
              <a:latin typeface="Arial"/>
            </a:endParaRPr>
          </a:p>
          <a:p>
            <a:pPr marL="216000" indent="-216000">
              <a:lnSpc>
                <a:spcPct val="100000"/>
              </a:lnSpc>
              <a:buNone/>
            </a:pPr>
            <a:r>
              <a:rPr b="0" lang="en-US" sz="2000" spc="-1" strike="noStrike">
                <a:latin typeface="Arial"/>
              </a:rPr>
              <a:t>12.6 – Dynamic Addressing for IPv6 LLAs</a:t>
            </a:r>
            <a:endParaRPr b="0" lang="en-JM" sz="2000" spc="-1" strike="noStrike">
              <a:latin typeface="Arial"/>
            </a:endParaRPr>
          </a:p>
          <a:p>
            <a:pPr marL="216000" indent="-216000">
              <a:lnSpc>
                <a:spcPct val="100000"/>
              </a:lnSpc>
              <a:buNone/>
            </a:pPr>
            <a:r>
              <a:rPr b="0" lang="en-US" sz="2000" spc="-1" strike="noStrike">
                <a:latin typeface="Arial"/>
              </a:rPr>
              <a:t>12.6.4 – Verify IPv6 Address Configuration</a:t>
            </a:r>
            <a:endParaRPr b="0" lang="en-JM" sz="2000" spc="-1" strike="noStrike">
              <a:latin typeface="Arial"/>
            </a:endParaRPr>
          </a:p>
          <a:p>
            <a:pPr marL="216000" indent="-216000">
              <a:lnSpc>
                <a:spcPct val="100000"/>
              </a:lnSpc>
              <a:buNone/>
            </a:pPr>
            <a:r>
              <a:rPr b="0" lang="en-US" sz="2000" spc="-1" strike="noStrike">
                <a:latin typeface="Arial"/>
              </a:rPr>
              <a:t>12.6.5 –  Syntax Checker – Verify IPv6 Address Configuration</a:t>
            </a:r>
            <a:endParaRPr b="0" lang="en-JM" sz="2000" spc="-1" strike="noStrike">
              <a:latin typeface="Arial"/>
            </a:endParaRPr>
          </a:p>
        </p:txBody>
      </p:sp>
      <p:sp>
        <p:nvSpPr>
          <p:cNvPr id="574"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B3BCA040-6E7B-4F61-B51C-747752F46409}"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5" name="PlaceHolder 1"/>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F74BA969-F8C7-411F-91F6-51FF10F114A3}" type="slidenum">
              <a:rPr b="0" lang="en-US" sz="800" spc="-1" strike="noStrike">
                <a:solidFill>
                  <a:srgbClr val="000000"/>
                </a:solidFill>
                <a:latin typeface="Arial"/>
              </a:rPr>
              <a:t>&lt;number&gt;</a:t>
            </a:fld>
            <a:endParaRPr b="0" lang="en-JM" sz="800" spc="-1" strike="noStrike">
              <a:latin typeface="Times New Roman"/>
            </a:endParaRPr>
          </a:p>
        </p:txBody>
      </p:sp>
      <p:sp>
        <p:nvSpPr>
          <p:cNvPr id="576" name="PlaceHolder 2"/>
          <p:cNvSpPr>
            <a:spLocks noGrp="1"/>
          </p:cNvSpPr>
          <p:nvPr>
            <p:ph type="sldImg"/>
          </p:nvPr>
        </p:nvSpPr>
        <p:spPr>
          <a:xfrm>
            <a:off x="380880" y="685800"/>
            <a:ext cx="6095520" cy="3428640"/>
          </a:xfrm>
          <a:prstGeom prst="rect">
            <a:avLst/>
          </a:prstGeom>
          <a:ln w="0">
            <a:noFill/>
          </a:ln>
        </p:spPr>
      </p:sp>
      <p:sp>
        <p:nvSpPr>
          <p:cNvPr id="577" name="PlaceHolder 3"/>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12 – IPv6 Addressing</a:t>
            </a:r>
            <a:endParaRPr b="0" lang="en-JM" sz="2000" spc="-1" strike="noStrike">
              <a:latin typeface="Arial"/>
            </a:endParaRPr>
          </a:p>
          <a:p>
            <a:pPr marL="216000" indent="-216000">
              <a:lnSpc>
                <a:spcPct val="100000"/>
              </a:lnSpc>
              <a:buNone/>
            </a:pPr>
            <a:r>
              <a:rPr b="0" lang="en-US" sz="2000" spc="-1" strike="noStrike">
                <a:latin typeface="Arial"/>
              </a:rPr>
              <a:t>12.6 – Dynamic Addressing for IPv6 LLAs</a:t>
            </a:r>
            <a:endParaRPr b="0" lang="en-JM" sz="2000" spc="-1" strike="noStrike">
              <a:latin typeface="Arial"/>
            </a:endParaRPr>
          </a:p>
          <a:p>
            <a:pPr marL="216000" indent="-216000">
              <a:lnSpc>
                <a:spcPct val="100000"/>
              </a:lnSpc>
              <a:buNone/>
            </a:pPr>
            <a:r>
              <a:rPr b="0" lang="en-US" sz="2000" spc="-1" strike="noStrike">
                <a:latin typeface="Arial"/>
              </a:rPr>
              <a:t>12.6.6 – Packet Tracer – Configure IPv6 Addressing</a:t>
            </a:r>
            <a:endParaRPr b="0" lang="en-JM" sz="2000" spc="-1" strike="noStrike">
              <a:latin typeface="Arial"/>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8" name="PlaceHolder 1"/>
          <p:cNvSpPr>
            <a:spLocks noGrp="1"/>
          </p:cNvSpPr>
          <p:nvPr>
            <p:ph type="sldImg"/>
          </p:nvPr>
        </p:nvSpPr>
        <p:spPr>
          <a:xfrm>
            <a:off x="380880" y="685800"/>
            <a:ext cx="6095520" cy="3428640"/>
          </a:xfrm>
          <a:prstGeom prst="rect">
            <a:avLst/>
          </a:prstGeom>
          <a:ln w="0">
            <a:noFill/>
          </a:ln>
        </p:spPr>
      </p:sp>
      <p:sp>
        <p:nvSpPr>
          <p:cNvPr id="579" name="PlaceHolder 2"/>
          <p:cNvSpPr>
            <a:spLocks noGrp="1"/>
          </p:cNvSpPr>
          <p:nvPr>
            <p:ph type="body"/>
          </p:nvPr>
        </p:nvSpPr>
        <p:spPr>
          <a:xfrm>
            <a:off x="685800" y="4343400"/>
            <a:ext cx="5486040" cy="4114440"/>
          </a:xfrm>
          <a:prstGeom prst="rect">
            <a:avLst/>
          </a:prstGeom>
          <a:noFill/>
          <a:ln w="0">
            <a:noFill/>
          </a:ln>
        </p:spPr>
        <p:txBody>
          <a:bodyPr anchor="t">
            <a:noAutofit/>
          </a:bodyPr>
          <a:p>
            <a:pPr>
              <a:lnSpc>
                <a:spcPct val="100000"/>
              </a:lnSpc>
              <a:buNone/>
              <a:tabLst>
                <a:tab algn="l" pos="0"/>
              </a:tabLst>
            </a:pPr>
            <a:r>
              <a:rPr b="0" lang="en-US" sz="2000" spc="-1" strike="noStrike">
                <a:latin typeface="Arial"/>
              </a:rPr>
              <a:t>12-IPv6 Addressing</a:t>
            </a:r>
            <a:endParaRPr b="0" lang="en-JM" sz="2000" spc="-1" strike="noStrike">
              <a:latin typeface="Arial"/>
            </a:endParaRPr>
          </a:p>
          <a:p>
            <a:pPr>
              <a:lnSpc>
                <a:spcPct val="100000"/>
              </a:lnSpc>
              <a:buNone/>
              <a:tabLst>
                <a:tab algn="l" pos="0"/>
              </a:tabLst>
            </a:pPr>
            <a:r>
              <a:rPr b="0" lang="en-US" sz="2000" spc="-1" strike="noStrike">
                <a:latin typeface="Arial"/>
              </a:rPr>
              <a:t>12.7 IPv4 Multicast Addresses</a:t>
            </a:r>
            <a:endParaRPr b="0" lang="en-JM" sz="2000" spc="-1" strike="noStrike">
              <a:latin typeface="Arial"/>
            </a:endParaRPr>
          </a:p>
          <a:p>
            <a:pPr>
              <a:lnSpc>
                <a:spcPct val="100000"/>
              </a:lnSpc>
              <a:buNone/>
              <a:tabLst>
                <a:tab algn="l" pos="0"/>
              </a:tabLst>
            </a:pPr>
            <a:endParaRPr b="0" lang="en-JM" sz="2000" spc="-1" strike="noStrike">
              <a:latin typeface="Arial"/>
            </a:endParaRPr>
          </a:p>
        </p:txBody>
      </p:sp>
      <p:sp>
        <p:nvSpPr>
          <p:cNvPr id="580"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D613C91A-E177-4CCB-87CE-85E96A54EE85}" type="slidenum">
              <a:rPr b="0" lang="en-US" sz="1200" spc="-1" strike="noStrike">
                <a:solidFill>
                  <a:srgbClr val="000000"/>
                </a:solidFill>
                <a:latin typeface="Arial"/>
                <a:ea typeface="ＭＳ Ｐゴシック"/>
              </a:rPr>
              <a:t>&lt;number&gt;</a:t>
            </a:fld>
            <a:endParaRPr b="0" lang="en-JM" sz="1200" spc="-1" strike="noStrike">
              <a:latin typeface="Times New Roman"/>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1" name="PlaceHolder 1"/>
          <p:cNvSpPr>
            <a:spLocks noGrp="1"/>
          </p:cNvSpPr>
          <p:nvPr>
            <p:ph type="sldImg"/>
          </p:nvPr>
        </p:nvSpPr>
        <p:spPr>
          <a:xfrm>
            <a:off x="380880" y="685800"/>
            <a:ext cx="6095520" cy="3428640"/>
          </a:xfrm>
          <a:prstGeom prst="rect">
            <a:avLst/>
          </a:prstGeom>
          <a:ln w="0">
            <a:noFill/>
          </a:ln>
        </p:spPr>
      </p:sp>
      <p:sp>
        <p:nvSpPr>
          <p:cNvPr id="582"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12 – IPv6 Addressing</a:t>
            </a:r>
            <a:endParaRPr b="0" lang="en-JM" sz="2000" spc="-1" strike="noStrike">
              <a:latin typeface="Arial"/>
            </a:endParaRPr>
          </a:p>
          <a:p>
            <a:pPr marL="216000" indent="-216000">
              <a:lnSpc>
                <a:spcPct val="100000"/>
              </a:lnSpc>
              <a:buNone/>
            </a:pPr>
            <a:r>
              <a:rPr b="0" lang="en-US" sz="2000" spc="-1" strike="noStrike">
                <a:latin typeface="Arial"/>
              </a:rPr>
              <a:t>12.7 – IPv6 Multicast Addresses</a:t>
            </a:r>
            <a:endParaRPr b="0" lang="en-JM" sz="2000" spc="-1" strike="noStrike">
              <a:latin typeface="Arial"/>
            </a:endParaRPr>
          </a:p>
          <a:p>
            <a:pPr marL="216000" indent="-216000">
              <a:lnSpc>
                <a:spcPct val="100000"/>
              </a:lnSpc>
              <a:buNone/>
            </a:pPr>
            <a:r>
              <a:rPr b="0" lang="en-US" sz="2000" spc="-1" strike="noStrike">
                <a:latin typeface="Arial"/>
              </a:rPr>
              <a:t>12.7.1 – Assigned IPv6 Multicast Addresses</a:t>
            </a:r>
            <a:endParaRPr b="0" lang="en-JM" sz="2000" spc="-1" strike="noStrike">
              <a:latin typeface="Arial"/>
            </a:endParaRPr>
          </a:p>
        </p:txBody>
      </p:sp>
      <p:sp>
        <p:nvSpPr>
          <p:cNvPr id="583"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93C55070-636C-4459-9B66-7766237B3B2C}"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4" name="PlaceHolder 1"/>
          <p:cNvSpPr>
            <a:spLocks noGrp="1"/>
          </p:cNvSpPr>
          <p:nvPr>
            <p:ph type="sldImg"/>
          </p:nvPr>
        </p:nvSpPr>
        <p:spPr>
          <a:xfrm>
            <a:off x="380880" y="685800"/>
            <a:ext cx="6095520" cy="3428640"/>
          </a:xfrm>
          <a:prstGeom prst="rect">
            <a:avLst/>
          </a:prstGeom>
          <a:ln w="0">
            <a:noFill/>
          </a:ln>
        </p:spPr>
      </p:sp>
      <p:sp>
        <p:nvSpPr>
          <p:cNvPr id="585"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12 – IPv6 Addressing</a:t>
            </a:r>
            <a:endParaRPr b="0" lang="en-JM" sz="2000" spc="-1" strike="noStrike">
              <a:latin typeface="Arial"/>
            </a:endParaRPr>
          </a:p>
          <a:p>
            <a:pPr marL="216000" indent="-216000">
              <a:lnSpc>
                <a:spcPct val="100000"/>
              </a:lnSpc>
              <a:buNone/>
            </a:pPr>
            <a:r>
              <a:rPr b="0" lang="en-US" sz="2000" spc="-1" strike="noStrike">
                <a:latin typeface="Arial"/>
              </a:rPr>
              <a:t>12.7 – IPv6 Multicast Addresses</a:t>
            </a:r>
            <a:endParaRPr b="0" lang="en-JM" sz="2000" spc="-1" strike="noStrike">
              <a:latin typeface="Arial"/>
            </a:endParaRPr>
          </a:p>
          <a:p>
            <a:pPr marL="216000" indent="-216000">
              <a:lnSpc>
                <a:spcPct val="100000"/>
              </a:lnSpc>
              <a:buNone/>
            </a:pPr>
            <a:r>
              <a:rPr b="0" lang="en-US" sz="2000" spc="-1" strike="noStrike">
                <a:latin typeface="Arial"/>
              </a:rPr>
              <a:t>12.7.2 – Well-Known IPv6 Multicast Addresses</a:t>
            </a:r>
            <a:endParaRPr b="0" lang="en-JM" sz="2000" spc="-1" strike="noStrike">
              <a:latin typeface="Arial"/>
            </a:endParaRPr>
          </a:p>
        </p:txBody>
      </p:sp>
      <p:sp>
        <p:nvSpPr>
          <p:cNvPr id="586"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55131764-3043-48DF-BC15-AE65FEDE8D0F}"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7" name="PlaceHolder 1"/>
          <p:cNvSpPr>
            <a:spLocks noGrp="1"/>
          </p:cNvSpPr>
          <p:nvPr>
            <p:ph type="sldImg"/>
          </p:nvPr>
        </p:nvSpPr>
        <p:spPr>
          <a:xfrm>
            <a:off x="380880" y="685800"/>
            <a:ext cx="6095520" cy="3428640"/>
          </a:xfrm>
          <a:prstGeom prst="rect">
            <a:avLst/>
          </a:prstGeom>
          <a:ln w="0">
            <a:noFill/>
          </a:ln>
        </p:spPr>
      </p:sp>
      <p:sp>
        <p:nvSpPr>
          <p:cNvPr id="588"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12 – IPv6 Addressing</a:t>
            </a:r>
            <a:endParaRPr b="0" lang="en-JM" sz="2000" spc="-1" strike="noStrike">
              <a:latin typeface="Arial"/>
            </a:endParaRPr>
          </a:p>
          <a:p>
            <a:pPr marL="216000" indent="-216000">
              <a:lnSpc>
                <a:spcPct val="100000"/>
              </a:lnSpc>
              <a:buNone/>
            </a:pPr>
            <a:r>
              <a:rPr b="0" lang="en-US" sz="2000" spc="-1" strike="noStrike">
                <a:latin typeface="Arial"/>
              </a:rPr>
              <a:t>12.7 – IPv6 Multicast Addresses</a:t>
            </a:r>
            <a:endParaRPr b="0" lang="en-JM" sz="2000" spc="-1" strike="noStrike">
              <a:latin typeface="Arial"/>
            </a:endParaRPr>
          </a:p>
          <a:p>
            <a:pPr marL="216000" indent="-216000">
              <a:lnSpc>
                <a:spcPct val="100000"/>
              </a:lnSpc>
              <a:buNone/>
            </a:pPr>
            <a:r>
              <a:rPr b="0" lang="en-US" sz="2000" spc="-1" strike="noStrike">
                <a:latin typeface="Arial"/>
              </a:rPr>
              <a:t>12.7.3 – Solicited-Node IPv6 Multicast Address</a:t>
            </a:r>
            <a:endParaRPr b="0" lang="en-JM" sz="2000" spc="-1" strike="noStrike">
              <a:latin typeface="Arial"/>
            </a:endParaRPr>
          </a:p>
          <a:p>
            <a:pPr marL="216000" indent="-216000">
              <a:lnSpc>
                <a:spcPct val="100000"/>
              </a:lnSpc>
              <a:buNone/>
            </a:pPr>
            <a:r>
              <a:rPr b="0" lang="en-US" sz="2000" spc="-1" strike="noStrike">
                <a:latin typeface="Arial"/>
              </a:rPr>
              <a:t>12.7.4 – Lab – Identify IPv6 Addresses</a:t>
            </a:r>
            <a:endParaRPr b="0" lang="en-JM" sz="2000" spc="-1" strike="noStrike">
              <a:latin typeface="Arial"/>
            </a:endParaRPr>
          </a:p>
        </p:txBody>
      </p:sp>
      <p:sp>
        <p:nvSpPr>
          <p:cNvPr id="589"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A5EA8986-36A1-4E50-ABCB-04D626D5BD77}"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0" name="PlaceHolder 1"/>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E723899F-F1E3-41DB-9CE3-3E5A7C96D050}" type="slidenum">
              <a:rPr b="0" lang="en-US" sz="800" spc="-1" strike="noStrike">
                <a:solidFill>
                  <a:srgbClr val="000000"/>
                </a:solidFill>
                <a:latin typeface="Arial"/>
              </a:rPr>
              <a:t>&lt;number&gt;</a:t>
            </a:fld>
            <a:endParaRPr b="0" lang="en-JM" sz="800" spc="-1" strike="noStrike">
              <a:latin typeface="Times New Roman"/>
            </a:endParaRPr>
          </a:p>
        </p:txBody>
      </p:sp>
      <p:sp>
        <p:nvSpPr>
          <p:cNvPr id="591" name="PlaceHolder 2"/>
          <p:cNvSpPr>
            <a:spLocks noGrp="1"/>
          </p:cNvSpPr>
          <p:nvPr>
            <p:ph type="sldImg"/>
          </p:nvPr>
        </p:nvSpPr>
        <p:spPr>
          <a:xfrm>
            <a:off x="380880" y="685800"/>
            <a:ext cx="6095520" cy="3428640"/>
          </a:xfrm>
          <a:prstGeom prst="rect">
            <a:avLst/>
          </a:prstGeom>
          <a:ln w="0">
            <a:noFill/>
          </a:ln>
        </p:spPr>
      </p:sp>
      <p:sp>
        <p:nvSpPr>
          <p:cNvPr id="592" name="PlaceHolder 3"/>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12 – IPv6 Addressing</a:t>
            </a:r>
            <a:endParaRPr b="0" lang="en-JM" sz="2000" spc="-1" strike="noStrike">
              <a:latin typeface="Arial"/>
            </a:endParaRPr>
          </a:p>
          <a:p>
            <a:pPr marL="216000" indent="-216000">
              <a:lnSpc>
                <a:spcPct val="100000"/>
              </a:lnSpc>
              <a:buNone/>
            </a:pPr>
            <a:r>
              <a:rPr b="0" lang="en-US" sz="2000" spc="-1" strike="noStrike">
                <a:latin typeface="Arial"/>
              </a:rPr>
              <a:t>12.7 – IPv6 Multicast Addresses</a:t>
            </a:r>
            <a:endParaRPr b="0" lang="en-JM" sz="2000" spc="-1" strike="noStrike">
              <a:latin typeface="Arial"/>
            </a:endParaRPr>
          </a:p>
          <a:p>
            <a:pPr marL="216000" indent="-216000">
              <a:lnSpc>
                <a:spcPct val="100000"/>
              </a:lnSpc>
              <a:buNone/>
            </a:pPr>
            <a:r>
              <a:rPr b="0" lang="en-US" sz="2000" spc="-1" strike="noStrike">
                <a:latin typeface="Arial"/>
              </a:rPr>
              <a:t>12.7.4 – Lab – Identify IPv6 Addresses</a:t>
            </a:r>
            <a:endParaRPr b="0" lang="en-JM" sz="2000" spc="-1" strike="noStrike">
              <a:latin typeface="Arial"/>
            </a:endParaRPr>
          </a:p>
        </p:txBody>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3" name="PlaceHolder 1"/>
          <p:cNvSpPr>
            <a:spLocks noGrp="1"/>
          </p:cNvSpPr>
          <p:nvPr>
            <p:ph type="sldImg"/>
          </p:nvPr>
        </p:nvSpPr>
        <p:spPr>
          <a:xfrm>
            <a:off x="380880" y="685800"/>
            <a:ext cx="6095520" cy="3428640"/>
          </a:xfrm>
          <a:prstGeom prst="rect">
            <a:avLst/>
          </a:prstGeom>
          <a:ln w="0">
            <a:noFill/>
          </a:ln>
        </p:spPr>
      </p:sp>
      <p:sp>
        <p:nvSpPr>
          <p:cNvPr id="594" name="PlaceHolder 2"/>
          <p:cNvSpPr>
            <a:spLocks noGrp="1"/>
          </p:cNvSpPr>
          <p:nvPr>
            <p:ph type="body"/>
          </p:nvPr>
        </p:nvSpPr>
        <p:spPr>
          <a:xfrm>
            <a:off x="685800" y="4343400"/>
            <a:ext cx="5486040" cy="4114440"/>
          </a:xfrm>
          <a:prstGeom prst="rect">
            <a:avLst/>
          </a:prstGeom>
          <a:noFill/>
          <a:ln w="0">
            <a:noFill/>
          </a:ln>
        </p:spPr>
        <p:txBody>
          <a:bodyPr anchor="t">
            <a:noAutofit/>
          </a:bodyPr>
          <a:p>
            <a:pPr>
              <a:lnSpc>
                <a:spcPct val="100000"/>
              </a:lnSpc>
              <a:buNone/>
              <a:tabLst>
                <a:tab algn="l" pos="0"/>
              </a:tabLst>
            </a:pPr>
            <a:r>
              <a:rPr b="0" lang="en-US" sz="2000" spc="-1" strike="noStrike">
                <a:latin typeface="Arial"/>
              </a:rPr>
              <a:t>12-IPv6 Addressing</a:t>
            </a:r>
            <a:endParaRPr b="0" lang="en-JM" sz="2000" spc="-1" strike="noStrike">
              <a:latin typeface="Arial"/>
            </a:endParaRPr>
          </a:p>
          <a:p>
            <a:pPr>
              <a:lnSpc>
                <a:spcPct val="100000"/>
              </a:lnSpc>
              <a:buNone/>
              <a:tabLst>
                <a:tab algn="l" pos="0"/>
              </a:tabLst>
            </a:pPr>
            <a:r>
              <a:rPr b="0" lang="en-US" sz="2000" spc="-1" strike="noStrike">
                <a:latin typeface="Arial"/>
              </a:rPr>
              <a:t>12.8 Subnet an IPv6 Network</a:t>
            </a:r>
            <a:endParaRPr b="0" lang="en-JM" sz="2000" spc="-1" strike="noStrike">
              <a:latin typeface="Arial"/>
            </a:endParaRPr>
          </a:p>
          <a:p>
            <a:pPr>
              <a:lnSpc>
                <a:spcPct val="100000"/>
              </a:lnSpc>
              <a:buNone/>
              <a:tabLst>
                <a:tab algn="l" pos="0"/>
              </a:tabLst>
            </a:pPr>
            <a:endParaRPr b="0" lang="en-JM" sz="2000" spc="-1" strike="noStrike">
              <a:latin typeface="Arial"/>
            </a:endParaRPr>
          </a:p>
        </p:txBody>
      </p:sp>
      <p:sp>
        <p:nvSpPr>
          <p:cNvPr id="595"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950F3E29-A0DF-4C78-9CA2-6AADFBCD56DC}" type="slidenum">
              <a:rPr b="0" lang="en-US" sz="1200" spc="-1" strike="noStrike">
                <a:solidFill>
                  <a:srgbClr val="000000"/>
                </a:solidFill>
                <a:latin typeface="Arial"/>
                <a:ea typeface="ＭＳ Ｐゴシック"/>
              </a:rPr>
              <a:t>&lt;number&gt;</a:t>
            </a:fld>
            <a:endParaRPr b="0" lang="en-JM" sz="1200" spc="-1" strike="noStrike">
              <a:latin typeface="Times New Roman"/>
            </a:endParaRPr>
          </a:p>
        </p:txBody>
      </p:sp>
    </p:spTree>
  </p:cSld>
</p:notes>
</file>

<file path=ppt/notesSlides/notesSlide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6" name="PlaceHolder 1"/>
          <p:cNvSpPr>
            <a:spLocks noGrp="1"/>
          </p:cNvSpPr>
          <p:nvPr>
            <p:ph type="sldImg"/>
          </p:nvPr>
        </p:nvSpPr>
        <p:spPr>
          <a:xfrm>
            <a:off x="380880" y="685800"/>
            <a:ext cx="6095520" cy="3428640"/>
          </a:xfrm>
          <a:prstGeom prst="rect">
            <a:avLst/>
          </a:prstGeom>
          <a:ln w="0">
            <a:noFill/>
          </a:ln>
        </p:spPr>
      </p:sp>
      <p:sp>
        <p:nvSpPr>
          <p:cNvPr id="597"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12 – IPv6 Addressing</a:t>
            </a:r>
            <a:endParaRPr b="0" lang="en-JM" sz="2000" spc="-1" strike="noStrike">
              <a:latin typeface="Arial"/>
            </a:endParaRPr>
          </a:p>
          <a:p>
            <a:pPr marL="216000" indent="-216000">
              <a:lnSpc>
                <a:spcPct val="100000"/>
              </a:lnSpc>
              <a:buNone/>
            </a:pPr>
            <a:r>
              <a:rPr b="0" lang="en-US" sz="2000" spc="-1" strike="noStrike">
                <a:latin typeface="Arial"/>
              </a:rPr>
              <a:t>12.8 – Subnet an IPv6 Network</a:t>
            </a:r>
            <a:endParaRPr b="0" lang="en-JM" sz="2000" spc="-1" strike="noStrike">
              <a:latin typeface="Arial"/>
            </a:endParaRPr>
          </a:p>
          <a:p>
            <a:pPr marL="216000" indent="-216000">
              <a:lnSpc>
                <a:spcPct val="100000"/>
              </a:lnSpc>
              <a:buNone/>
            </a:pPr>
            <a:r>
              <a:rPr b="0" lang="en-US" sz="2000" spc="-1" strike="noStrike">
                <a:latin typeface="Arial"/>
              </a:rPr>
              <a:t>12.8.1 – Subnet Using the Subnet ID</a:t>
            </a:r>
            <a:endParaRPr b="0" lang="en-JM" sz="2000" spc="-1" strike="noStrike">
              <a:latin typeface="Arial"/>
            </a:endParaRPr>
          </a:p>
        </p:txBody>
      </p:sp>
      <p:sp>
        <p:nvSpPr>
          <p:cNvPr id="598"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918304FD-392E-49F4-872E-8C769E94A585}"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9" name="PlaceHolder 1"/>
          <p:cNvSpPr>
            <a:spLocks noGrp="1"/>
          </p:cNvSpPr>
          <p:nvPr>
            <p:ph type="sldImg"/>
          </p:nvPr>
        </p:nvSpPr>
        <p:spPr>
          <a:xfrm>
            <a:off x="380880" y="685800"/>
            <a:ext cx="6095520" cy="3428640"/>
          </a:xfrm>
          <a:prstGeom prst="rect">
            <a:avLst/>
          </a:prstGeom>
          <a:ln w="0">
            <a:noFill/>
          </a:ln>
        </p:spPr>
      </p:sp>
      <p:sp>
        <p:nvSpPr>
          <p:cNvPr id="600"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12 – IPv6 Addressing</a:t>
            </a:r>
            <a:endParaRPr b="0" lang="en-JM" sz="2000" spc="-1" strike="noStrike">
              <a:latin typeface="Arial"/>
            </a:endParaRPr>
          </a:p>
          <a:p>
            <a:pPr marL="216000" indent="-216000">
              <a:lnSpc>
                <a:spcPct val="100000"/>
              </a:lnSpc>
              <a:buNone/>
            </a:pPr>
            <a:r>
              <a:rPr b="0" lang="en-US" sz="2000" spc="-1" strike="noStrike">
                <a:latin typeface="Arial"/>
              </a:rPr>
              <a:t>12.8 – Subnet an IPv6 Network</a:t>
            </a:r>
            <a:endParaRPr b="0" lang="en-JM" sz="2000" spc="-1" strike="noStrike">
              <a:latin typeface="Arial"/>
            </a:endParaRPr>
          </a:p>
          <a:p>
            <a:pPr marL="216000" indent="-216000">
              <a:lnSpc>
                <a:spcPct val="100000"/>
              </a:lnSpc>
              <a:buNone/>
            </a:pPr>
            <a:r>
              <a:rPr b="0" lang="en-US" sz="2000" spc="-1" strike="noStrike">
                <a:latin typeface="Arial"/>
              </a:rPr>
              <a:t>12.8.2 – IPv6 Subnetting Example</a:t>
            </a:r>
            <a:endParaRPr b="0" lang="en-JM" sz="2000" spc="-1" strike="noStrike">
              <a:latin typeface="Arial"/>
            </a:endParaRPr>
          </a:p>
        </p:txBody>
      </p:sp>
      <p:sp>
        <p:nvSpPr>
          <p:cNvPr id="601"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1A4C7750-5C06-4624-8E85-AA4C0C578E60}"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2" name="PlaceHolder 1"/>
          <p:cNvSpPr>
            <a:spLocks noGrp="1"/>
          </p:cNvSpPr>
          <p:nvPr>
            <p:ph type="sldImg"/>
          </p:nvPr>
        </p:nvSpPr>
        <p:spPr>
          <a:xfrm>
            <a:off x="380880" y="685800"/>
            <a:ext cx="6095520" cy="3428640"/>
          </a:xfrm>
          <a:prstGeom prst="rect">
            <a:avLst/>
          </a:prstGeom>
          <a:ln w="0">
            <a:noFill/>
          </a:ln>
        </p:spPr>
      </p:sp>
      <p:sp>
        <p:nvSpPr>
          <p:cNvPr id="603"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12 – IPv6 Addressing</a:t>
            </a:r>
            <a:endParaRPr b="0" lang="en-JM" sz="2000" spc="-1" strike="noStrike">
              <a:latin typeface="Arial"/>
            </a:endParaRPr>
          </a:p>
          <a:p>
            <a:pPr marL="216000" indent="-216000">
              <a:lnSpc>
                <a:spcPct val="100000"/>
              </a:lnSpc>
              <a:buNone/>
            </a:pPr>
            <a:r>
              <a:rPr b="0" lang="en-US" sz="2000" spc="-1" strike="noStrike">
                <a:latin typeface="Arial"/>
              </a:rPr>
              <a:t>12.8 – Subnet an IPv6 Network</a:t>
            </a:r>
            <a:endParaRPr b="0" lang="en-JM" sz="2000" spc="-1" strike="noStrike">
              <a:latin typeface="Arial"/>
            </a:endParaRPr>
          </a:p>
          <a:p>
            <a:pPr marL="216000" indent="-216000">
              <a:lnSpc>
                <a:spcPct val="100000"/>
              </a:lnSpc>
              <a:buNone/>
            </a:pPr>
            <a:r>
              <a:rPr b="0" lang="en-US" sz="2000" spc="-1" strike="noStrike">
                <a:latin typeface="Arial"/>
              </a:rPr>
              <a:t>12.8.3 – IPv6 Subnet Allocation</a:t>
            </a:r>
            <a:endParaRPr b="0" lang="en-JM" sz="2000" spc="-1" strike="noStrike">
              <a:latin typeface="Arial"/>
            </a:endParaRPr>
          </a:p>
        </p:txBody>
      </p:sp>
      <p:sp>
        <p:nvSpPr>
          <p:cNvPr id="604"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9C37838A-1179-4981-92C9-AAC140E31FDC}"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5" name="PlaceHolder 1"/>
          <p:cNvSpPr>
            <a:spLocks noGrp="1"/>
          </p:cNvSpPr>
          <p:nvPr>
            <p:ph type="sldImg"/>
          </p:nvPr>
        </p:nvSpPr>
        <p:spPr>
          <a:xfrm>
            <a:off x="380880" y="685800"/>
            <a:ext cx="6095520" cy="3428640"/>
          </a:xfrm>
          <a:prstGeom prst="rect">
            <a:avLst/>
          </a:prstGeom>
          <a:ln w="0">
            <a:noFill/>
          </a:ln>
        </p:spPr>
      </p:sp>
      <p:sp>
        <p:nvSpPr>
          <p:cNvPr id="606"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12 – IPv6 Addressing</a:t>
            </a:r>
            <a:endParaRPr b="0" lang="en-JM" sz="2000" spc="-1" strike="noStrike">
              <a:latin typeface="Arial"/>
            </a:endParaRPr>
          </a:p>
          <a:p>
            <a:pPr marL="216000" indent="-216000">
              <a:lnSpc>
                <a:spcPct val="100000"/>
              </a:lnSpc>
              <a:buNone/>
            </a:pPr>
            <a:r>
              <a:rPr b="0" lang="en-US" sz="2000" spc="-1" strike="noStrike">
                <a:latin typeface="Arial"/>
              </a:rPr>
              <a:t>12.8 – Subnet an IPv6 Network</a:t>
            </a:r>
            <a:endParaRPr b="0" lang="en-JM" sz="2000" spc="-1" strike="noStrike">
              <a:latin typeface="Arial"/>
            </a:endParaRPr>
          </a:p>
          <a:p>
            <a:pPr marL="216000" indent="-216000">
              <a:lnSpc>
                <a:spcPct val="100000"/>
              </a:lnSpc>
              <a:buNone/>
            </a:pPr>
            <a:r>
              <a:rPr b="0" lang="en-US" sz="2000" spc="-1" strike="noStrike">
                <a:latin typeface="Arial"/>
              </a:rPr>
              <a:t>12.8.4 – Router Configured with IPv6 Subnets</a:t>
            </a:r>
            <a:endParaRPr b="0" lang="en-JM" sz="2000" spc="-1" strike="noStrike">
              <a:latin typeface="Arial"/>
            </a:endParaRPr>
          </a:p>
          <a:p>
            <a:pPr marL="216000" indent="-216000">
              <a:lnSpc>
                <a:spcPct val="100000"/>
              </a:lnSpc>
              <a:buNone/>
            </a:pPr>
            <a:r>
              <a:rPr b="0" lang="en-US" sz="2000" spc="-1" strike="noStrike">
                <a:latin typeface="Arial"/>
              </a:rPr>
              <a:t>12.8.5 – Check Your Understanding – Subnet an IPv6 Network</a:t>
            </a:r>
            <a:endParaRPr b="0" lang="en-JM" sz="2000" spc="-1" strike="noStrike">
              <a:latin typeface="Arial"/>
            </a:endParaRPr>
          </a:p>
        </p:txBody>
      </p:sp>
      <p:sp>
        <p:nvSpPr>
          <p:cNvPr id="607"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D99F410C-CBEB-4CA9-AFA5-71B50B9C6F2F}"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8" name="PlaceHolder 1"/>
          <p:cNvSpPr>
            <a:spLocks noGrp="1"/>
          </p:cNvSpPr>
          <p:nvPr>
            <p:ph type="sldImg"/>
          </p:nvPr>
        </p:nvSpPr>
        <p:spPr>
          <a:xfrm>
            <a:off x="380880" y="685800"/>
            <a:ext cx="6095520" cy="3428640"/>
          </a:xfrm>
          <a:prstGeom prst="rect">
            <a:avLst/>
          </a:prstGeom>
          <a:ln w="0">
            <a:noFill/>
          </a:ln>
        </p:spPr>
      </p:sp>
      <p:sp>
        <p:nvSpPr>
          <p:cNvPr id="609"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80000"/>
              </a:lnSpc>
              <a:buNone/>
            </a:pPr>
            <a:r>
              <a:rPr b="0" lang="en-US" sz="1200" spc="-1" strike="noStrike">
                <a:solidFill>
                  <a:srgbClr val="000000"/>
                </a:solidFill>
                <a:latin typeface="Arial"/>
                <a:ea typeface="ＭＳ Ｐゴシック"/>
              </a:rPr>
              <a:t>12 – IPv6 Addressing</a:t>
            </a:r>
            <a:endParaRPr b="0" lang="en-JM" sz="1200" spc="-1" strike="noStrike">
              <a:latin typeface="Arial"/>
            </a:endParaRPr>
          </a:p>
          <a:p>
            <a:pPr marL="216000" indent="-216000">
              <a:lnSpc>
                <a:spcPct val="80000"/>
              </a:lnSpc>
              <a:buNone/>
            </a:pPr>
            <a:r>
              <a:rPr b="0" lang="en-US" sz="1200" spc="-1" strike="noStrike">
                <a:solidFill>
                  <a:srgbClr val="000000"/>
                </a:solidFill>
                <a:latin typeface="Arial"/>
                <a:ea typeface="ＭＳ Ｐゴシック"/>
              </a:rPr>
              <a:t>12.9 – Module Practice and Quiz</a:t>
            </a:r>
            <a:endParaRPr b="0" lang="en-JM" sz="1200" spc="-1" strike="noStrike">
              <a:latin typeface="Arial"/>
            </a:endParaRPr>
          </a:p>
        </p:txBody>
      </p:sp>
      <p:sp>
        <p:nvSpPr>
          <p:cNvPr id="610"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727C6CDB-F838-4C3B-A5D6-9DC68276EB85}" type="slidenum">
              <a:rPr b="0" lang="en-US" sz="1200" spc="-1" strike="noStrike">
                <a:solidFill>
                  <a:srgbClr val="000000"/>
                </a:solidFill>
                <a:latin typeface="Arial"/>
                <a:ea typeface="ＭＳ Ｐゴシック"/>
              </a:rPr>
              <a:t>&lt;number&gt;</a:t>
            </a:fld>
            <a:endParaRPr b="0" lang="en-JM" sz="1200" spc="-1" strike="noStrike">
              <a:latin typeface="Times New Roman"/>
            </a:endParaRPr>
          </a:p>
        </p:txBody>
      </p:sp>
    </p:spTree>
  </p:cSld>
</p:notes>
</file>

<file path=ppt/notesSlides/notesSlide4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1" name="PlaceHolder 1"/>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5E5A177A-569F-44DF-A1C1-6031F3B428ED}" type="slidenum">
              <a:rPr b="0" lang="en-US" sz="800" spc="-1" strike="noStrike">
                <a:solidFill>
                  <a:srgbClr val="000000"/>
                </a:solidFill>
                <a:latin typeface="Arial"/>
              </a:rPr>
              <a:t>&lt;number&gt;</a:t>
            </a:fld>
            <a:endParaRPr b="0" lang="en-JM" sz="800" spc="-1" strike="noStrike">
              <a:latin typeface="Times New Roman"/>
            </a:endParaRPr>
          </a:p>
        </p:txBody>
      </p:sp>
      <p:sp>
        <p:nvSpPr>
          <p:cNvPr id="612" name="PlaceHolder 2"/>
          <p:cNvSpPr>
            <a:spLocks noGrp="1"/>
          </p:cNvSpPr>
          <p:nvPr>
            <p:ph type="sldImg"/>
          </p:nvPr>
        </p:nvSpPr>
        <p:spPr>
          <a:xfrm>
            <a:off x="380880" y="685800"/>
            <a:ext cx="6095520" cy="3428640"/>
          </a:xfrm>
          <a:prstGeom prst="rect">
            <a:avLst/>
          </a:prstGeom>
          <a:ln w="0">
            <a:noFill/>
          </a:ln>
        </p:spPr>
      </p:sp>
      <p:sp>
        <p:nvSpPr>
          <p:cNvPr id="613" name="PlaceHolder 3"/>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80000"/>
              </a:lnSpc>
              <a:buNone/>
            </a:pPr>
            <a:r>
              <a:rPr b="0" lang="en-US" sz="1200" spc="-1" strike="noStrike">
                <a:solidFill>
                  <a:srgbClr val="000000"/>
                </a:solidFill>
                <a:latin typeface="Arial"/>
                <a:ea typeface="ＭＳ Ｐゴシック"/>
              </a:rPr>
              <a:t>12 – IPv6 Addressing</a:t>
            </a:r>
            <a:endParaRPr b="0" lang="en-JM" sz="1200" spc="-1" strike="noStrike">
              <a:latin typeface="Arial"/>
            </a:endParaRPr>
          </a:p>
          <a:p>
            <a:pPr marL="216000" indent="-216000">
              <a:lnSpc>
                <a:spcPct val="80000"/>
              </a:lnSpc>
              <a:buNone/>
            </a:pPr>
            <a:r>
              <a:rPr b="0" lang="en-US" sz="1200" spc="-1" strike="noStrike">
                <a:solidFill>
                  <a:srgbClr val="000000"/>
                </a:solidFill>
                <a:latin typeface="Arial"/>
                <a:ea typeface="ＭＳ Ｐゴシック"/>
              </a:rPr>
              <a:t>12.9 – Module Practice and Quiz</a:t>
            </a:r>
            <a:endParaRPr b="0" lang="en-JM" sz="1200" spc="-1" strike="noStrike">
              <a:latin typeface="Arial"/>
            </a:endParaRPr>
          </a:p>
          <a:p>
            <a:pPr marL="216000" indent="-216000">
              <a:lnSpc>
                <a:spcPct val="80000"/>
              </a:lnSpc>
              <a:buNone/>
            </a:pPr>
            <a:r>
              <a:rPr b="0" lang="en-US" sz="1200" spc="-1" strike="noStrike">
                <a:solidFill>
                  <a:srgbClr val="000000"/>
                </a:solidFill>
                <a:latin typeface="Arial"/>
                <a:ea typeface="ＭＳ Ｐゴシック"/>
              </a:rPr>
              <a:t>12.9.1 – Packet Tracer – Implement a Subnetted IPv6 Addressing Scheme</a:t>
            </a:r>
            <a:endParaRPr b="0" lang="en-JM" sz="1200" spc="-1" strike="noStrike">
              <a:latin typeface="Arial"/>
            </a:endParaRPr>
          </a:p>
        </p:txBody>
      </p:sp>
    </p:spTree>
  </p:cSld>
</p:notes>
</file>

<file path=ppt/notesSlides/notesSlide4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4" name="PlaceHolder 1"/>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8444CBF1-342E-4179-8E7E-F50E76422EB9}" type="slidenum">
              <a:rPr b="0" lang="en-US" sz="800" spc="-1" strike="noStrike">
                <a:solidFill>
                  <a:srgbClr val="000000"/>
                </a:solidFill>
                <a:latin typeface="Arial"/>
              </a:rPr>
              <a:t>&lt;number&gt;</a:t>
            </a:fld>
            <a:endParaRPr b="0" lang="en-JM" sz="800" spc="-1" strike="noStrike">
              <a:latin typeface="Times New Roman"/>
            </a:endParaRPr>
          </a:p>
        </p:txBody>
      </p:sp>
      <p:sp>
        <p:nvSpPr>
          <p:cNvPr id="615" name="PlaceHolder 2"/>
          <p:cNvSpPr>
            <a:spLocks noGrp="1"/>
          </p:cNvSpPr>
          <p:nvPr>
            <p:ph type="sldImg"/>
          </p:nvPr>
        </p:nvSpPr>
        <p:spPr>
          <a:xfrm>
            <a:off x="380880" y="685800"/>
            <a:ext cx="6095520" cy="3428640"/>
          </a:xfrm>
          <a:prstGeom prst="rect">
            <a:avLst/>
          </a:prstGeom>
          <a:ln w="0">
            <a:noFill/>
          </a:ln>
        </p:spPr>
      </p:sp>
      <p:sp>
        <p:nvSpPr>
          <p:cNvPr id="616" name="PlaceHolder 3"/>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80000"/>
              </a:lnSpc>
              <a:buNone/>
            </a:pPr>
            <a:r>
              <a:rPr b="0" lang="en-US" sz="1200" spc="-1" strike="noStrike">
                <a:solidFill>
                  <a:srgbClr val="000000"/>
                </a:solidFill>
                <a:latin typeface="Arial"/>
                <a:ea typeface="ＭＳ Ｐゴシック"/>
              </a:rPr>
              <a:t>12 – IPv6 Addressing</a:t>
            </a:r>
            <a:endParaRPr b="0" lang="en-JM" sz="1200" spc="-1" strike="noStrike">
              <a:latin typeface="Arial"/>
            </a:endParaRPr>
          </a:p>
          <a:p>
            <a:pPr marL="216000" indent="-216000">
              <a:lnSpc>
                <a:spcPct val="80000"/>
              </a:lnSpc>
              <a:buNone/>
            </a:pPr>
            <a:r>
              <a:rPr b="0" lang="en-US" sz="1200" spc="-1" strike="noStrike">
                <a:solidFill>
                  <a:srgbClr val="000000"/>
                </a:solidFill>
                <a:latin typeface="Arial"/>
                <a:ea typeface="ＭＳ Ｐゴシック"/>
              </a:rPr>
              <a:t>12.9 – Module Practice and Quiz</a:t>
            </a:r>
            <a:endParaRPr b="0" lang="en-JM" sz="1200" spc="-1" strike="noStrike">
              <a:latin typeface="Arial"/>
            </a:endParaRPr>
          </a:p>
          <a:p>
            <a:pPr marL="216000" indent="-216000">
              <a:lnSpc>
                <a:spcPct val="80000"/>
              </a:lnSpc>
              <a:buNone/>
            </a:pPr>
            <a:r>
              <a:rPr b="0" lang="en-US" sz="1200" spc="-1" strike="noStrike">
                <a:solidFill>
                  <a:srgbClr val="000000"/>
                </a:solidFill>
                <a:latin typeface="Arial"/>
                <a:ea typeface="ＭＳ Ｐゴシック"/>
              </a:rPr>
              <a:t>12.9.2 – PTPM and Lab – Configure IPv6 Addresses on Network Devices</a:t>
            </a:r>
            <a:endParaRPr b="0" lang="en-JM" sz="1200" spc="-1" strike="noStrike">
              <a:latin typeface="Arial"/>
            </a:endParaRPr>
          </a:p>
        </p:txBody>
      </p:sp>
    </p:spTree>
  </p:cSld>
</p:notes>
</file>

<file path=ppt/notesSlides/notesSlide5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7" name="PlaceHolder 1"/>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67C69907-BCAE-41ED-82A7-ADDB08B5012A}" type="slidenum">
              <a:rPr b="0" lang="en-US" sz="800" spc="-1" strike="noStrike">
                <a:solidFill>
                  <a:srgbClr val="000000"/>
                </a:solidFill>
                <a:latin typeface="Arial"/>
                <a:ea typeface="ＭＳ Ｐゴシック"/>
              </a:rPr>
              <a:t>&lt;number&gt;</a:t>
            </a:fld>
            <a:endParaRPr b="0" lang="en-JM" sz="800" spc="-1" strike="noStrike">
              <a:latin typeface="Times New Roman"/>
            </a:endParaRPr>
          </a:p>
        </p:txBody>
      </p:sp>
      <p:sp>
        <p:nvSpPr>
          <p:cNvPr id="618" name="PlaceHolder 2"/>
          <p:cNvSpPr>
            <a:spLocks noGrp="1"/>
          </p:cNvSpPr>
          <p:nvPr>
            <p:ph type="sldImg"/>
          </p:nvPr>
        </p:nvSpPr>
        <p:spPr>
          <a:xfrm>
            <a:off x="380880" y="685800"/>
            <a:ext cx="6095520" cy="3428640"/>
          </a:xfrm>
          <a:prstGeom prst="rect">
            <a:avLst/>
          </a:prstGeom>
          <a:ln w="0">
            <a:noFill/>
          </a:ln>
        </p:spPr>
      </p:sp>
      <p:sp>
        <p:nvSpPr>
          <p:cNvPr id="619" name="PlaceHolder 3"/>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12 – WLAN Concepts</a:t>
            </a:r>
            <a:endParaRPr b="0" lang="en-JM" sz="2000" spc="-1" strike="noStrike">
              <a:latin typeface="Arial"/>
            </a:endParaRPr>
          </a:p>
          <a:p>
            <a:pPr marL="216000" indent="-216000">
              <a:lnSpc>
                <a:spcPct val="100000"/>
              </a:lnSpc>
              <a:buNone/>
            </a:pPr>
            <a:r>
              <a:rPr b="0" lang="en-US" sz="2000" spc="-1" strike="noStrike">
                <a:latin typeface="Arial"/>
              </a:rPr>
              <a:t>12.8 – Module Practice and Quiz</a:t>
            </a:r>
            <a:endParaRPr b="0" lang="en-JM" sz="2000" spc="-1" strike="noStrike">
              <a:latin typeface="Arial"/>
            </a:endParaRPr>
          </a:p>
          <a:p>
            <a:pPr marL="216000" indent="-216000">
              <a:lnSpc>
                <a:spcPct val="100000"/>
              </a:lnSpc>
              <a:buNone/>
            </a:pPr>
            <a:r>
              <a:rPr b="0" lang="en-US" sz="2000" spc="-1" strike="noStrike">
                <a:latin typeface="Arial"/>
              </a:rPr>
              <a:t>12.9.3 – What did I learn in this module?</a:t>
            </a:r>
            <a:endParaRPr b="0" lang="en-JM" sz="2000" spc="-1" strike="noStrike">
              <a:latin typeface="Arial"/>
            </a:endParaRPr>
          </a:p>
          <a:p>
            <a:pPr marL="216000" indent="-216000">
              <a:lnSpc>
                <a:spcPct val="100000"/>
              </a:lnSpc>
              <a:buNone/>
            </a:pPr>
            <a:r>
              <a:rPr b="0" lang="en-US" sz="2000" spc="-1" strike="noStrike">
                <a:latin typeface="Arial"/>
              </a:rPr>
              <a:t>12.9.4 – Module Quiz – IPv6 Addressing</a:t>
            </a:r>
            <a:endParaRPr b="0" lang="en-JM" sz="2000" spc="-1" strike="noStrike">
              <a:latin typeface="Arial"/>
            </a:endParaRPr>
          </a:p>
        </p:txBody>
      </p:sp>
    </p:spTree>
  </p:cSld>
</p:notes>
</file>

<file path=ppt/notesSlides/notesSlide5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0" name="PlaceHolder 1"/>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C4D849B5-4D74-4C25-93AD-F0C670DA2202}" type="slidenum">
              <a:rPr b="0" lang="en-US" sz="800" spc="-1" strike="noStrike">
                <a:solidFill>
                  <a:srgbClr val="000000"/>
                </a:solidFill>
                <a:latin typeface="Arial"/>
                <a:ea typeface="ＭＳ Ｐゴシック"/>
              </a:rPr>
              <a:t>&lt;number&gt;</a:t>
            </a:fld>
            <a:endParaRPr b="0" lang="en-JM" sz="800" spc="-1" strike="noStrike">
              <a:latin typeface="Times New Roman"/>
            </a:endParaRPr>
          </a:p>
        </p:txBody>
      </p:sp>
      <p:sp>
        <p:nvSpPr>
          <p:cNvPr id="621" name="PlaceHolder 2"/>
          <p:cNvSpPr>
            <a:spLocks noGrp="1"/>
          </p:cNvSpPr>
          <p:nvPr>
            <p:ph type="sldImg"/>
          </p:nvPr>
        </p:nvSpPr>
        <p:spPr>
          <a:xfrm>
            <a:off x="380880" y="685800"/>
            <a:ext cx="6095520" cy="3428640"/>
          </a:xfrm>
          <a:prstGeom prst="rect">
            <a:avLst/>
          </a:prstGeom>
          <a:ln w="0">
            <a:noFill/>
          </a:ln>
        </p:spPr>
      </p:sp>
      <p:sp>
        <p:nvSpPr>
          <p:cNvPr id="622" name="PlaceHolder 3"/>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12 – WLAN Concepts</a:t>
            </a:r>
            <a:endParaRPr b="0" lang="en-JM" sz="2000" spc="-1" strike="noStrike">
              <a:latin typeface="Arial"/>
            </a:endParaRPr>
          </a:p>
          <a:p>
            <a:pPr marL="216000" indent="-216000">
              <a:lnSpc>
                <a:spcPct val="100000"/>
              </a:lnSpc>
              <a:buNone/>
            </a:pPr>
            <a:r>
              <a:rPr b="0" lang="en-US" sz="2000" spc="-1" strike="noStrike">
                <a:latin typeface="Arial"/>
              </a:rPr>
              <a:t>12.8 – Module Practice and Quiz</a:t>
            </a:r>
            <a:endParaRPr b="0" lang="en-JM" sz="2000" spc="-1" strike="noStrike">
              <a:latin typeface="Arial"/>
            </a:endParaRPr>
          </a:p>
          <a:p>
            <a:pPr marL="216000" indent="-216000">
              <a:lnSpc>
                <a:spcPct val="100000"/>
              </a:lnSpc>
              <a:buNone/>
            </a:pPr>
            <a:r>
              <a:rPr b="0" lang="en-US" sz="2000" spc="-1" strike="noStrike">
                <a:latin typeface="Arial"/>
              </a:rPr>
              <a:t>12.9.3 – What did I learn in this module?</a:t>
            </a:r>
            <a:endParaRPr b="0" lang="en-JM" sz="2000" spc="-1" strike="noStrike">
              <a:latin typeface="Arial"/>
            </a:endParaRPr>
          </a:p>
          <a:p>
            <a:pPr marL="216000" indent="-216000">
              <a:lnSpc>
                <a:spcPct val="100000"/>
              </a:lnSpc>
              <a:buNone/>
            </a:pPr>
            <a:r>
              <a:rPr b="0" lang="en-US" sz="2000" spc="-1" strike="noStrike">
                <a:latin typeface="Arial"/>
              </a:rPr>
              <a:t>12.9.4 – Module Quiz – IPv6 Addressing</a:t>
            </a:r>
            <a:endParaRPr b="0" lang="en-JM" sz="2000" spc="-1" strike="noStrike">
              <a:latin typeface="Arial"/>
            </a:endParaRPr>
          </a:p>
        </p:txBody>
      </p:sp>
    </p:spTree>
  </p:cSld>
</p:notes>
</file>

<file path=ppt/notesSlides/notesSlide5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3" name="PlaceHolder 1"/>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4707EE61-CF2E-48B5-BC90-C593A215CD95}" type="slidenum">
              <a:rPr b="0" lang="en-US" sz="800" spc="-1" strike="noStrike">
                <a:solidFill>
                  <a:srgbClr val="000000"/>
                </a:solidFill>
                <a:latin typeface="Arial"/>
                <a:ea typeface="ＭＳ Ｐゴシック"/>
              </a:rPr>
              <a:t>&lt;number&gt;</a:t>
            </a:fld>
            <a:endParaRPr b="0" lang="en-JM" sz="800" spc="-1" strike="noStrike">
              <a:latin typeface="Times New Roman"/>
            </a:endParaRPr>
          </a:p>
        </p:txBody>
      </p:sp>
      <p:sp>
        <p:nvSpPr>
          <p:cNvPr id="624" name="PlaceHolder 2"/>
          <p:cNvSpPr>
            <a:spLocks noGrp="1"/>
          </p:cNvSpPr>
          <p:nvPr>
            <p:ph type="sldImg"/>
          </p:nvPr>
        </p:nvSpPr>
        <p:spPr>
          <a:xfrm>
            <a:off x="380880" y="685800"/>
            <a:ext cx="6095520" cy="3428640"/>
          </a:xfrm>
          <a:prstGeom prst="rect">
            <a:avLst/>
          </a:prstGeom>
          <a:ln w="0">
            <a:noFill/>
          </a:ln>
        </p:spPr>
      </p:sp>
      <p:sp>
        <p:nvSpPr>
          <p:cNvPr id="625" name="PlaceHolder 3"/>
          <p:cNvSpPr>
            <a:spLocks noGrp="1"/>
          </p:cNvSpPr>
          <p:nvPr>
            <p:ph type="body"/>
          </p:nvPr>
        </p:nvSpPr>
        <p:spPr>
          <a:xfrm>
            <a:off x="685800" y="4343400"/>
            <a:ext cx="5486040" cy="4114440"/>
          </a:xfrm>
          <a:prstGeom prst="rect">
            <a:avLst/>
          </a:prstGeom>
          <a:noFill/>
          <a:ln w="0">
            <a:noFill/>
          </a:ln>
        </p:spPr>
        <p:txBody>
          <a:bodyPr anchor="t">
            <a:noAutofit/>
          </a:bodyPr>
          <a:p>
            <a:endParaRPr b="0" lang="en-JM" sz="2000" spc="-1" strike="noStrike">
              <a:latin typeface="Arial"/>
            </a:endParaRPr>
          </a:p>
        </p:txBody>
      </p:sp>
    </p:spTree>
  </p:cSld>
</p:notes>
</file>

<file path=ppt/notesSlides/notesSlide5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6" name="PlaceHolder 1"/>
          <p:cNvSpPr>
            <a:spLocks noGrp="1"/>
          </p:cNvSpPr>
          <p:nvPr>
            <p:ph type="sldImg"/>
          </p:nvPr>
        </p:nvSpPr>
        <p:spPr>
          <a:xfrm>
            <a:off x="380880" y="685800"/>
            <a:ext cx="6095520" cy="3428640"/>
          </a:xfrm>
          <a:prstGeom prst="rect">
            <a:avLst/>
          </a:prstGeom>
          <a:ln w="0">
            <a:noFill/>
          </a:ln>
        </p:spPr>
      </p:sp>
      <p:sp>
        <p:nvSpPr>
          <p:cNvPr id="627"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JM" sz="2000" spc="-1" strike="noStrike">
              <a:latin typeface="Arial"/>
            </a:endParaRPr>
          </a:p>
        </p:txBody>
      </p:sp>
      <p:sp>
        <p:nvSpPr>
          <p:cNvPr id="628"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4A9CE8D7-61F5-4CCF-92BD-860A50BE91C9}" type="slidenum">
              <a:rPr b="0" lang="en-US" sz="1200" spc="-1" strike="noStrike">
                <a:latin typeface="Times New Roman"/>
              </a:rPr>
              <a:t>&lt;number&gt;</a:t>
            </a:fld>
            <a:endParaRPr b="0" lang="en-JM"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6.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7.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8.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0.xml.rels><?xml version="1.0" encoding="UTF-8"?>
<Relationships xmlns="http://schemas.openxmlformats.org/package/2006/relationships"><Relationship Id="rId1" Type="http://schemas.openxmlformats.org/officeDocument/2006/relationships/slideMaster" Target="../slideMasters/slideMaster5.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3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38"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JM"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3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40"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42"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43"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45"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JM"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4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47"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48"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49"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51"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52"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53"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55"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56"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57"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5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59"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60"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62"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63"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64"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65"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6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67"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68"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69"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70"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71"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72"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9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94"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JM"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9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96"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98"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99"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0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1"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JM"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0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03"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04"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05"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0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07"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08"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09"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1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11"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12"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13"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1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15"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16"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1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18"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19"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20"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21"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2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23"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24"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25"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26"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27"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28"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6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67"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JM" sz="3200" spc="-1" strike="noStrike">
              <a:latin typeface="Arial"/>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6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69"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7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71"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72"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7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74"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JM" sz="3200" spc="-1" strike="noStrike">
              <a:latin typeface="Arial"/>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7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76"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77"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78"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7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80"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81"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82"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8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84"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85"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86"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8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88"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89"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9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91"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92"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93"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94"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9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96"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97"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98"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99"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00"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01"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2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22"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JM" sz="3200" spc="-1" strike="noStrike">
              <a:latin typeface="Arial"/>
            </a:endParaRP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2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24"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2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26"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27"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2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29"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JM" sz="3200" spc="-1" strike="noStrike">
              <a:latin typeface="Arial"/>
            </a:endParaRP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3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31"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32"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33"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3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35"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36"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37"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3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39"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40"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41"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4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43"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44"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4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46"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47"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48"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49"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5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51"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52"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53"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54"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55"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56"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9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93"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JM" sz="3200" spc="-1" strike="noStrike">
              <a:latin typeface="Arial"/>
            </a:endParaRPr>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9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95"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9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97"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98"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9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300"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JM" sz="3200" spc="-1" strike="noStrike">
              <a:latin typeface="Arial"/>
            </a:endParaRPr>
          </a:p>
        </p:txBody>
      </p:sp>
    </p:spTree>
  </p:cSld>
</p:sldLayout>
</file>

<file path=ppt/slideLayouts/slideLayout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30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302"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03"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04"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30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306"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07"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08"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30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310"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11"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12"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1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314"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15"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1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317"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18"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19"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20"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2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322"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23"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24"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25"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26"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27"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slideLayout" Target="../slideLayouts/slideLayout11.xml"/><Relationship Id="rId14"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2.jpeg"/><Relationship Id="rId3" Type="http://schemas.openxmlformats.org/officeDocument/2006/relationships/slideLayout" Target="../slideLayouts/slideLayout49.xml"/><Relationship Id="rId4" Type="http://schemas.openxmlformats.org/officeDocument/2006/relationships/slideLayout" Target="../slideLayouts/slideLayout50.xml"/><Relationship Id="rId5" Type="http://schemas.openxmlformats.org/officeDocument/2006/relationships/slideLayout" Target="../slideLayouts/slideLayout51.xml"/><Relationship Id="rId6" Type="http://schemas.openxmlformats.org/officeDocument/2006/relationships/slideLayout" Target="../slideLayouts/slideLayout52.xml"/><Relationship Id="rId7" Type="http://schemas.openxmlformats.org/officeDocument/2006/relationships/slideLayout" Target="../slideLayouts/slideLayout53.xml"/><Relationship Id="rId8" Type="http://schemas.openxmlformats.org/officeDocument/2006/relationships/slideLayout" Target="../slideLayouts/slideLayout54.xml"/><Relationship Id="rId9" Type="http://schemas.openxmlformats.org/officeDocument/2006/relationships/slideLayout" Target="../slideLayouts/slideLayout55.xml"/><Relationship Id="rId10" Type="http://schemas.openxmlformats.org/officeDocument/2006/relationships/slideLayout" Target="../slideLayouts/slideLayout56.xml"/><Relationship Id="rId11" Type="http://schemas.openxmlformats.org/officeDocument/2006/relationships/slideLayout" Target="../slideLayouts/slideLayout57.xml"/><Relationship Id="rId12" Type="http://schemas.openxmlformats.org/officeDocument/2006/relationships/slideLayout" Target="../slideLayouts/slideLayout58.xml"/><Relationship Id="rId13" Type="http://schemas.openxmlformats.org/officeDocument/2006/relationships/slideLayout" Target="../slideLayouts/slideLayout59.xml"/><Relationship Id="rId14" Type="http://schemas.openxmlformats.org/officeDocument/2006/relationships/slideLayout" Target="../slideLayouts/slideLayout60.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38c6f4"/>
        </a:solidFill>
      </p:bgPr>
    </p:bg>
    <p:spTree>
      <p:nvGrpSpPr>
        <p:cNvPr id="1" name=""/>
        <p:cNvGrpSpPr/>
        <p:nvPr/>
      </p:nvGrpSpPr>
      <p:grpSpPr>
        <a:xfrm>
          <a:off x="0" y="0"/>
          <a:ext cx="0" cy="0"/>
          <a:chOff x="0" y="0"/>
          <a:chExt cx="0" cy="0"/>
        </a:xfrm>
      </p:grpSpPr>
      <p:sp>
        <p:nvSpPr>
          <p:cNvPr id="0" name="Rectangle 7" hidden="1"/>
          <p:cNvSpPr/>
          <p:nvPr/>
        </p:nvSpPr>
        <p:spPr>
          <a:xfrm>
            <a:off x="8389080" y="4743360"/>
            <a:ext cx="471600" cy="153720"/>
          </a:xfrm>
          <a:prstGeom prst="rect">
            <a:avLst/>
          </a:prstGeom>
          <a:noFill/>
          <a:ln w="9525">
            <a:noFill/>
          </a:ln>
        </p:spPr>
        <p:style>
          <a:lnRef idx="0"/>
          <a:fillRef idx="0"/>
          <a:effectRef idx="0"/>
          <a:fontRef idx="minor"/>
        </p:style>
        <p:txBody>
          <a:bodyPr wrap="none" lIns="61560" rIns="61560" tIns="30960" bIns="30960" anchor="b">
            <a:spAutoFit/>
          </a:bodyPr>
          <a:p>
            <a:pPr algn="r">
              <a:lnSpc>
                <a:spcPct val="100000"/>
              </a:lnSpc>
              <a:buNone/>
            </a:pPr>
            <a:fld id="{B2690CB6-C30F-49F9-B927-FD8B49142F32}" type="slidenum">
              <a:rPr b="0" lang="en-US" sz="600" spc="-1" strike="noStrike">
                <a:solidFill>
                  <a:srgbClr val="d9d9d9"/>
                </a:solidFill>
                <a:latin typeface="Arial"/>
              </a:rPr>
              <a:t>&lt;number&gt;</a:t>
            </a:fld>
            <a:endParaRPr b="0" lang="en-JM" sz="600" spc="-1" strike="noStrike">
              <a:latin typeface="Arial"/>
            </a:endParaRPr>
          </a:p>
        </p:txBody>
      </p:sp>
      <p:sp>
        <p:nvSpPr>
          <p:cNvPr id="1" name="Rectangle 4" hidden="1"/>
          <p:cNvSpPr/>
          <p:nvPr/>
        </p:nvSpPr>
        <p:spPr>
          <a:xfrm>
            <a:off x="5542920" y="4741920"/>
            <a:ext cx="2982240" cy="153720"/>
          </a:xfrm>
          <a:prstGeom prst="rect">
            <a:avLst/>
          </a:prstGeom>
          <a:noFill/>
          <a:ln w="9525">
            <a:noFill/>
          </a:ln>
        </p:spPr>
        <p:style>
          <a:lnRef idx="0"/>
          <a:fillRef idx="0"/>
          <a:effectRef idx="0"/>
          <a:fontRef idx="minor"/>
        </p:style>
        <p:txBody>
          <a:bodyPr lIns="61560" rIns="61560" tIns="30960" bIns="30960" anchor="b">
            <a:spAutoFit/>
          </a:bodyPr>
          <a:p>
            <a:pPr>
              <a:lnSpc>
                <a:spcPct val="100000"/>
              </a:lnSpc>
              <a:buNone/>
            </a:pPr>
            <a:r>
              <a:rPr b="0" lang="en-US" sz="600" spc="-1" strike="noStrike">
                <a:solidFill>
                  <a:srgbClr val="d9d9d9"/>
                </a:solidFill>
                <a:latin typeface="Arial"/>
              </a:rPr>
              <a:t>© 2019, 2021  Cisco and/or its affiliates. All rights reserved.   Cisco Confidential</a:t>
            </a:r>
            <a:endParaRPr b="0" lang="en-JM" sz="600" spc="-1" strike="noStrike">
              <a:latin typeface="Arial"/>
            </a:endParaRPr>
          </a:p>
        </p:txBody>
      </p:sp>
      <p:grpSp>
        <p:nvGrpSpPr>
          <p:cNvPr id="2" name="Group 4"/>
          <p:cNvGrpSpPr/>
          <p:nvPr/>
        </p:nvGrpSpPr>
        <p:grpSpPr>
          <a:xfrm>
            <a:off x="507960" y="4715280"/>
            <a:ext cx="339840" cy="180360"/>
            <a:chOff x="507960" y="4715280"/>
            <a:chExt cx="339840" cy="180360"/>
          </a:xfrm>
        </p:grpSpPr>
        <p:sp>
          <p:nvSpPr>
            <p:cNvPr id="3" name="Rectangle 5"/>
            <p:cNvSpPr/>
            <p:nvPr/>
          </p:nvSpPr>
          <p:spPr>
            <a:xfrm>
              <a:off x="604440" y="4835160"/>
              <a:ext cx="14400" cy="59400"/>
            </a:xfrm>
            <a:prstGeom prst="rect">
              <a:avLst/>
            </a:prstGeom>
            <a:solidFill>
              <a:schemeClr val="accent5"/>
            </a:solidFill>
            <a:ln w="0">
              <a:noFill/>
            </a:ln>
          </p:spPr>
          <p:style>
            <a:lnRef idx="0"/>
            <a:fillRef idx="0"/>
            <a:effectRef idx="0"/>
            <a:fontRef idx="minor"/>
          </p:style>
        </p:sp>
        <p:sp>
          <p:nvSpPr>
            <p:cNvPr id="4" name="Freeform 6"/>
            <p:cNvSpPr/>
            <p:nvPr/>
          </p:nvSpPr>
          <p:spPr>
            <a:xfrm>
              <a:off x="694440" y="4834440"/>
              <a:ext cx="44280" cy="61200"/>
            </a:xfrm>
            <a:custGeom>
              <a:avLst/>
              <a:gdLst/>
              <a:ahLst/>
              <a:rect l="l" t="t"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5" name="Freeform 7"/>
            <p:cNvSpPr/>
            <p:nvPr/>
          </p:nvSpPr>
          <p:spPr>
            <a:xfrm>
              <a:off x="538560" y="4834440"/>
              <a:ext cx="45000" cy="61200"/>
            </a:xfrm>
            <a:custGeom>
              <a:avLst/>
              <a:gdLst/>
              <a:ahLst/>
              <a:rect l="l" t="t"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6" name="Freeform 8"/>
            <p:cNvSpPr/>
            <p:nvPr/>
          </p:nvSpPr>
          <p:spPr>
            <a:xfrm>
              <a:off x="755280" y="4834440"/>
              <a:ext cx="61200" cy="61200"/>
            </a:xfrm>
            <a:custGeom>
              <a:avLst/>
              <a:gdLst/>
              <a:ahLst/>
              <a:rect l="l" t="t"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w="0">
              <a:noFill/>
            </a:ln>
          </p:spPr>
          <p:style>
            <a:lnRef idx="0"/>
            <a:fillRef idx="0"/>
            <a:effectRef idx="0"/>
            <a:fontRef idx="minor"/>
          </p:style>
        </p:sp>
        <p:sp>
          <p:nvSpPr>
            <p:cNvPr id="7" name="Freeform 9"/>
            <p:cNvSpPr/>
            <p:nvPr/>
          </p:nvSpPr>
          <p:spPr>
            <a:xfrm>
              <a:off x="639000" y="4834440"/>
              <a:ext cx="40320" cy="61200"/>
            </a:xfrm>
            <a:custGeom>
              <a:avLst/>
              <a:gdLst/>
              <a:ahLst/>
              <a:rect l="l" t="t"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w="0">
              <a:noFill/>
            </a:ln>
          </p:spPr>
          <p:style>
            <a:lnRef idx="0"/>
            <a:fillRef idx="0"/>
            <a:effectRef idx="0"/>
            <a:fontRef idx="minor"/>
          </p:style>
        </p:sp>
        <p:sp>
          <p:nvSpPr>
            <p:cNvPr id="8" name="Freeform 10"/>
            <p:cNvSpPr/>
            <p:nvPr/>
          </p:nvSpPr>
          <p:spPr>
            <a:xfrm>
              <a:off x="50796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9" name="Freeform 11"/>
            <p:cNvSpPr/>
            <p:nvPr/>
          </p:nvSpPr>
          <p:spPr>
            <a:xfrm>
              <a:off x="54864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10" name="Freeform 12"/>
            <p:cNvSpPr/>
            <p:nvPr/>
          </p:nvSpPr>
          <p:spPr>
            <a:xfrm>
              <a:off x="589320" y="4715280"/>
              <a:ext cx="14400" cy="93960"/>
            </a:xfrm>
            <a:custGeom>
              <a:avLst/>
              <a:gdLst/>
              <a:ahLst/>
              <a:rect l="l" t="t"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11" name="Freeform 13"/>
            <p:cNvSpPr/>
            <p:nvPr/>
          </p:nvSpPr>
          <p:spPr>
            <a:xfrm>
              <a:off x="63000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12" name="Freeform 14"/>
            <p:cNvSpPr/>
            <p:nvPr/>
          </p:nvSpPr>
          <p:spPr>
            <a:xfrm>
              <a:off x="67068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13" name="Freeform 15"/>
            <p:cNvSpPr/>
            <p:nvPr/>
          </p:nvSpPr>
          <p:spPr>
            <a:xfrm>
              <a:off x="71136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14" name="Freeform 16"/>
            <p:cNvSpPr/>
            <p:nvPr/>
          </p:nvSpPr>
          <p:spPr>
            <a:xfrm>
              <a:off x="752040" y="4715280"/>
              <a:ext cx="14400" cy="93960"/>
            </a:xfrm>
            <a:custGeom>
              <a:avLst/>
              <a:gdLst/>
              <a:ahLst/>
              <a:rect l="l" t="t"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15" name="Freeform 17"/>
            <p:cNvSpPr/>
            <p:nvPr/>
          </p:nvSpPr>
          <p:spPr>
            <a:xfrm>
              <a:off x="79272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16" name="Freeform 18"/>
            <p:cNvSpPr/>
            <p:nvPr/>
          </p:nvSpPr>
          <p:spPr>
            <a:xfrm>
              <a:off x="833400" y="4763880"/>
              <a:ext cx="14400" cy="30240"/>
            </a:xfrm>
            <a:custGeom>
              <a:avLst/>
              <a:gdLst/>
              <a:ahLst/>
              <a:rect l="l" t="t"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grpSp>
      <p:pic>
        <p:nvPicPr>
          <p:cNvPr id="17" name="Picture 2" descr=""/>
          <p:cNvPicPr/>
          <p:nvPr/>
        </p:nvPicPr>
        <p:blipFill>
          <a:blip r:embed="rId2"/>
          <a:stretch/>
        </p:blipFill>
        <p:spPr>
          <a:xfrm>
            <a:off x="0" y="0"/>
            <a:ext cx="9143640" cy="5143320"/>
          </a:xfrm>
          <a:prstGeom prst="rect">
            <a:avLst/>
          </a:prstGeom>
          <a:ln w="0">
            <a:noFill/>
          </a:ln>
        </p:spPr>
      </p:pic>
      <p:sp>
        <p:nvSpPr>
          <p:cNvPr id="18" name="PlaceHolder 1"/>
          <p:cNvSpPr>
            <a:spLocks noGrp="1"/>
          </p:cNvSpPr>
          <p:nvPr>
            <p:ph type="body"/>
          </p:nvPr>
        </p:nvSpPr>
        <p:spPr>
          <a:xfrm>
            <a:off x="469440" y="4049640"/>
            <a:ext cx="4318920" cy="287640"/>
          </a:xfrm>
          <a:prstGeom prst="rect">
            <a:avLst/>
          </a:prstGeom>
          <a:noFill/>
          <a:ln w="0">
            <a:noFill/>
          </a:ln>
        </p:spPr>
        <p:txBody>
          <a:bodyPr anchor="t">
            <a:noAutofit/>
          </a:bodyPr>
          <a:p>
            <a:pPr>
              <a:lnSpc>
                <a:spcPct val="95000"/>
              </a:lnSpc>
              <a:spcBef>
                <a:spcPts val="1074"/>
              </a:spcBef>
              <a:buNone/>
              <a:tabLst>
                <a:tab algn="l" pos="0"/>
              </a:tabLst>
            </a:pPr>
            <a:r>
              <a:rPr b="0" lang="en-US" sz="1200" spc="-1" strike="noStrike">
                <a:solidFill>
                  <a:srgbClr val="38c6f4"/>
                </a:solidFill>
                <a:latin typeface="Arial"/>
              </a:rPr>
              <a:t>Click to edit Master text styles</a:t>
            </a:r>
            <a:endParaRPr b="0" lang="en-US" sz="1200" spc="-1" strike="noStrike">
              <a:solidFill>
                <a:srgbClr val="58585b"/>
              </a:solidFill>
              <a:latin typeface="Arial"/>
            </a:endParaRPr>
          </a:p>
        </p:txBody>
      </p:sp>
      <p:sp>
        <p:nvSpPr>
          <p:cNvPr id="19" name="PlaceHolder 2"/>
          <p:cNvSpPr>
            <a:spLocks noGrp="1"/>
          </p:cNvSpPr>
          <p:nvPr>
            <p:ph type="body"/>
          </p:nvPr>
        </p:nvSpPr>
        <p:spPr>
          <a:xfrm>
            <a:off x="469440" y="4289400"/>
            <a:ext cx="4318920" cy="287640"/>
          </a:xfrm>
          <a:prstGeom prst="rect">
            <a:avLst/>
          </a:prstGeom>
          <a:noFill/>
          <a:ln w="0">
            <a:noFill/>
          </a:ln>
        </p:spPr>
        <p:txBody>
          <a:bodyPr anchor="t">
            <a:noAutofit/>
          </a:bodyPr>
          <a:p>
            <a:pPr>
              <a:lnSpc>
                <a:spcPct val="95000"/>
              </a:lnSpc>
              <a:spcBef>
                <a:spcPts val="1074"/>
              </a:spcBef>
              <a:buNone/>
              <a:tabLst>
                <a:tab algn="l" pos="0"/>
              </a:tabLst>
            </a:pPr>
            <a:r>
              <a:rPr b="0" lang="en-US" sz="1200" spc="-1" strike="noStrike">
                <a:solidFill>
                  <a:srgbClr val="38c6f4"/>
                </a:solidFill>
                <a:latin typeface="Arial"/>
              </a:rPr>
              <a:t>Click to edit Master text styles</a:t>
            </a:r>
            <a:endParaRPr b="0" lang="en-US" sz="1200" spc="-1" strike="noStrike">
              <a:solidFill>
                <a:srgbClr val="58585b"/>
              </a:solidFill>
              <a:latin typeface="Arial"/>
            </a:endParaRPr>
          </a:p>
        </p:txBody>
      </p:sp>
      <p:sp>
        <p:nvSpPr>
          <p:cNvPr id="20" name="PlaceHolder 3"/>
          <p:cNvSpPr>
            <a:spLocks noGrp="1"/>
          </p:cNvSpPr>
          <p:nvPr>
            <p:ph type="body"/>
          </p:nvPr>
        </p:nvSpPr>
        <p:spPr>
          <a:xfrm>
            <a:off x="463320" y="2872080"/>
            <a:ext cx="5924880" cy="298800"/>
          </a:xfrm>
          <a:prstGeom prst="rect">
            <a:avLst/>
          </a:prstGeom>
          <a:noFill/>
          <a:ln w="0">
            <a:noFill/>
          </a:ln>
        </p:spPr>
        <p:txBody>
          <a:bodyPr anchor="t">
            <a:noAutofit/>
          </a:bodyPr>
          <a:p>
            <a:pPr>
              <a:lnSpc>
                <a:spcPct val="95000"/>
              </a:lnSpc>
              <a:spcBef>
                <a:spcPts val="1074"/>
              </a:spcBef>
              <a:buNone/>
              <a:tabLst>
                <a:tab algn="l" pos="0"/>
              </a:tabLst>
            </a:pPr>
            <a:r>
              <a:rPr b="0" lang="en-US" sz="2000" spc="-1" strike="noStrike">
                <a:solidFill>
                  <a:srgbClr val="81c569"/>
                </a:solidFill>
                <a:latin typeface="Arial"/>
                <a:ea typeface="ＭＳ Ｐゴシック"/>
              </a:rPr>
              <a:t>Click to edit Master text styles</a:t>
            </a:r>
            <a:endParaRPr b="0" lang="en-US" sz="2000" spc="-1" strike="noStrike">
              <a:solidFill>
                <a:srgbClr val="58585b"/>
              </a:solidFill>
              <a:latin typeface="Arial"/>
            </a:endParaRPr>
          </a:p>
        </p:txBody>
      </p:sp>
      <p:sp>
        <p:nvSpPr>
          <p:cNvPr id="21" name="PlaceHolder 4"/>
          <p:cNvSpPr>
            <a:spLocks noGrp="1"/>
          </p:cNvSpPr>
          <p:nvPr>
            <p:ph type="title"/>
          </p:nvPr>
        </p:nvSpPr>
        <p:spPr>
          <a:xfrm>
            <a:off x="425880" y="2300760"/>
            <a:ext cx="5955120" cy="644400"/>
          </a:xfrm>
          <a:prstGeom prst="rect">
            <a:avLst/>
          </a:prstGeom>
          <a:noFill/>
          <a:ln w="0">
            <a:noFill/>
          </a:ln>
        </p:spPr>
        <p:txBody>
          <a:bodyPr numCol="1" spcCol="0" anchor="b">
            <a:noAutofit/>
          </a:bodyPr>
          <a:p>
            <a:pPr>
              <a:lnSpc>
                <a:spcPct val="90000"/>
              </a:lnSpc>
              <a:buNone/>
              <a:tabLst>
                <a:tab algn="l" pos="0"/>
              </a:tabLst>
            </a:pPr>
            <a:r>
              <a:rPr b="0" lang="en-US" sz="3600" spc="-1" strike="noStrike">
                <a:solidFill>
                  <a:srgbClr val="38c6f4"/>
                </a:solidFill>
                <a:latin typeface="Arial"/>
                <a:ea typeface="ＭＳ Ｐゴシック"/>
              </a:rPr>
              <a:t>Click to edit Master title style</a:t>
            </a:r>
            <a:endParaRPr b="0" lang="en-US" sz="3600" spc="-1" strike="noStrike">
              <a:solidFill>
                <a:srgbClr val="58585b"/>
              </a:solidFill>
              <a:latin typeface="Arial"/>
            </a:endParaRPr>
          </a:p>
        </p:txBody>
      </p:sp>
      <p:grpSp>
        <p:nvGrpSpPr>
          <p:cNvPr id="22" name="Group 4"/>
          <p:cNvGrpSpPr/>
          <p:nvPr/>
        </p:nvGrpSpPr>
        <p:grpSpPr>
          <a:xfrm>
            <a:off x="492120" y="395280"/>
            <a:ext cx="796680" cy="423360"/>
            <a:chOff x="492120" y="395280"/>
            <a:chExt cx="796680" cy="423360"/>
          </a:xfrm>
        </p:grpSpPr>
        <p:sp>
          <p:nvSpPr>
            <p:cNvPr id="23" name="Rectangle 5"/>
            <p:cNvSpPr/>
            <p:nvPr/>
          </p:nvSpPr>
          <p:spPr>
            <a:xfrm>
              <a:off x="717480" y="676440"/>
              <a:ext cx="34560" cy="139320"/>
            </a:xfrm>
            <a:prstGeom prst="rect">
              <a:avLst/>
            </a:prstGeom>
            <a:solidFill>
              <a:schemeClr val="accent5"/>
            </a:solidFill>
            <a:ln w="0">
              <a:noFill/>
            </a:ln>
          </p:spPr>
          <p:style>
            <a:lnRef idx="0"/>
            <a:fillRef idx="0"/>
            <a:effectRef idx="0"/>
            <a:fontRef idx="minor"/>
          </p:style>
        </p:sp>
        <p:sp>
          <p:nvSpPr>
            <p:cNvPr id="24" name="Freeform 6"/>
            <p:cNvSpPr/>
            <p:nvPr/>
          </p:nvSpPr>
          <p:spPr>
            <a:xfrm>
              <a:off x="928800" y="674640"/>
              <a:ext cx="104400" cy="144000"/>
            </a:xfrm>
            <a:custGeom>
              <a:avLst/>
              <a:gdLst/>
              <a:ahLst/>
              <a:rect l="l" t="t"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25" name="Freeform 7"/>
            <p:cNvSpPr/>
            <p:nvPr/>
          </p:nvSpPr>
          <p:spPr>
            <a:xfrm>
              <a:off x="563400" y="674640"/>
              <a:ext cx="105840" cy="144000"/>
            </a:xfrm>
            <a:custGeom>
              <a:avLst/>
              <a:gdLst/>
              <a:ahLst/>
              <a:rect l="l" t="t"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26" name="Freeform 8"/>
            <p:cNvSpPr/>
            <p:nvPr/>
          </p:nvSpPr>
          <p:spPr>
            <a:xfrm>
              <a:off x="1071720" y="674640"/>
              <a:ext cx="144000" cy="144000"/>
            </a:xfrm>
            <a:custGeom>
              <a:avLst/>
              <a:gdLst/>
              <a:ahLst/>
              <a:rect l="l" t="t"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w="0">
              <a:noFill/>
            </a:ln>
          </p:spPr>
          <p:style>
            <a:lnRef idx="0"/>
            <a:fillRef idx="0"/>
            <a:effectRef idx="0"/>
            <a:fontRef idx="minor"/>
          </p:style>
        </p:sp>
        <p:sp>
          <p:nvSpPr>
            <p:cNvPr id="27" name="Freeform 9"/>
            <p:cNvSpPr/>
            <p:nvPr/>
          </p:nvSpPr>
          <p:spPr>
            <a:xfrm>
              <a:off x="798480" y="674640"/>
              <a:ext cx="95040" cy="144000"/>
            </a:xfrm>
            <a:custGeom>
              <a:avLst/>
              <a:gdLst/>
              <a:ahLst/>
              <a:rect l="l" t="t"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w="0">
              <a:noFill/>
            </a:ln>
          </p:spPr>
          <p:style>
            <a:lnRef idx="0"/>
            <a:fillRef idx="0"/>
            <a:effectRef idx="0"/>
            <a:fontRef idx="minor"/>
          </p:style>
        </p:sp>
        <p:sp>
          <p:nvSpPr>
            <p:cNvPr id="28" name="Freeform 10"/>
            <p:cNvSpPr/>
            <p:nvPr/>
          </p:nvSpPr>
          <p:spPr>
            <a:xfrm>
              <a:off x="492120" y="509760"/>
              <a:ext cx="34560" cy="7092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29" name="Freeform 11"/>
            <p:cNvSpPr/>
            <p:nvPr/>
          </p:nvSpPr>
          <p:spPr>
            <a:xfrm>
              <a:off x="587520" y="461880"/>
              <a:ext cx="34560" cy="1188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30" name="Freeform 12"/>
            <p:cNvSpPr/>
            <p:nvPr/>
          </p:nvSpPr>
          <p:spPr>
            <a:xfrm>
              <a:off x="682560" y="395280"/>
              <a:ext cx="34560" cy="220320"/>
            </a:xfrm>
            <a:custGeom>
              <a:avLst/>
              <a:gdLst/>
              <a:ahLst/>
              <a:rect l="l" t="t"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31" name="Freeform 13"/>
            <p:cNvSpPr/>
            <p:nvPr/>
          </p:nvSpPr>
          <p:spPr>
            <a:xfrm>
              <a:off x="777960" y="461880"/>
              <a:ext cx="34560" cy="1188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32" name="Freeform 14"/>
            <p:cNvSpPr/>
            <p:nvPr/>
          </p:nvSpPr>
          <p:spPr>
            <a:xfrm>
              <a:off x="873000" y="509760"/>
              <a:ext cx="34560" cy="7092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33" name="Freeform 15"/>
            <p:cNvSpPr/>
            <p:nvPr/>
          </p:nvSpPr>
          <p:spPr>
            <a:xfrm>
              <a:off x="968400" y="461880"/>
              <a:ext cx="34560" cy="1188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34" name="Freeform 16"/>
            <p:cNvSpPr/>
            <p:nvPr/>
          </p:nvSpPr>
          <p:spPr>
            <a:xfrm>
              <a:off x="1063800" y="395280"/>
              <a:ext cx="34560" cy="220320"/>
            </a:xfrm>
            <a:custGeom>
              <a:avLst/>
              <a:gdLst/>
              <a:ahLst/>
              <a:rect l="l" t="t"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35" name="Freeform 17"/>
            <p:cNvSpPr/>
            <p:nvPr/>
          </p:nvSpPr>
          <p:spPr>
            <a:xfrm>
              <a:off x="1158840" y="461880"/>
              <a:ext cx="34560" cy="1188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36" name="Freeform 18"/>
            <p:cNvSpPr/>
            <p:nvPr/>
          </p:nvSpPr>
          <p:spPr>
            <a:xfrm>
              <a:off x="1254240" y="509760"/>
              <a:ext cx="34560" cy="70920"/>
            </a:xfrm>
            <a:custGeom>
              <a:avLst/>
              <a:gdLst/>
              <a:ahLst/>
              <a:rect l="l" t="t"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grpSp>
    </p:spTree>
  </p:cSld>
  <p:clrMap bg1="lt1" bg2="lt2" tx1="dk1"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3" name="Rectangle 7"/>
          <p:cNvSpPr/>
          <p:nvPr/>
        </p:nvSpPr>
        <p:spPr>
          <a:xfrm>
            <a:off x="8389080" y="4743360"/>
            <a:ext cx="471600" cy="153720"/>
          </a:xfrm>
          <a:prstGeom prst="rect">
            <a:avLst/>
          </a:prstGeom>
          <a:noFill/>
          <a:ln w="9525">
            <a:noFill/>
          </a:ln>
        </p:spPr>
        <p:style>
          <a:lnRef idx="0"/>
          <a:fillRef idx="0"/>
          <a:effectRef idx="0"/>
          <a:fontRef idx="minor"/>
        </p:style>
        <p:txBody>
          <a:bodyPr wrap="none" lIns="61560" rIns="61560" tIns="30960" bIns="30960" anchor="b">
            <a:spAutoFit/>
          </a:bodyPr>
          <a:p>
            <a:pPr algn="r">
              <a:lnSpc>
                <a:spcPct val="100000"/>
              </a:lnSpc>
              <a:buNone/>
            </a:pPr>
            <a:fld id="{89A4E86C-F017-4952-9881-FAE0AFDD293C}" type="slidenum">
              <a:rPr b="0" lang="en-US" sz="600" spc="-1" strike="noStrike">
                <a:solidFill>
                  <a:srgbClr val="d9d9d9"/>
                </a:solidFill>
                <a:latin typeface="Arial"/>
              </a:rPr>
              <a:t>&lt;number&gt;</a:t>
            </a:fld>
            <a:endParaRPr b="0" lang="en-JM" sz="600" spc="-1" strike="noStrike">
              <a:latin typeface="Arial"/>
            </a:endParaRPr>
          </a:p>
        </p:txBody>
      </p:sp>
      <p:sp>
        <p:nvSpPr>
          <p:cNvPr id="74" name="Rectangle 4"/>
          <p:cNvSpPr/>
          <p:nvPr/>
        </p:nvSpPr>
        <p:spPr>
          <a:xfrm>
            <a:off x="5542920" y="4741920"/>
            <a:ext cx="2982240" cy="153720"/>
          </a:xfrm>
          <a:prstGeom prst="rect">
            <a:avLst/>
          </a:prstGeom>
          <a:noFill/>
          <a:ln w="9525">
            <a:noFill/>
          </a:ln>
        </p:spPr>
        <p:style>
          <a:lnRef idx="0"/>
          <a:fillRef idx="0"/>
          <a:effectRef idx="0"/>
          <a:fontRef idx="minor"/>
        </p:style>
        <p:txBody>
          <a:bodyPr lIns="61560" rIns="61560" tIns="30960" bIns="30960" anchor="b">
            <a:spAutoFit/>
          </a:bodyPr>
          <a:p>
            <a:pPr>
              <a:lnSpc>
                <a:spcPct val="100000"/>
              </a:lnSpc>
              <a:buNone/>
            </a:pPr>
            <a:r>
              <a:rPr b="0" lang="en-US" sz="600" spc="-1" strike="noStrike">
                <a:solidFill>
                  <a:srgbClr val="d9d9d9"/>
                </a:solidFill>
                <a:latin typeface="Arial"/>
              </a:rPr>
              <a:t>© 2019, 2021  Cisco and/or its affiliates. All rights reserved.   Cisco Confidential</a:t>
            </a:r>
            <a:endParaRPr b="0" lang="en-JM" sz="600" spc="-1" strike="noStrike">
              <a:latin typeface="Arial"/>
            </a:endParaRPr>
          </a:p>
        </p:txBody>
      </p:sp>
      <p:grpSp>
        <p:nvGrpSpPr>
          <p:cNvPr id="75" name="Group 4"/>
          <p:cNvGrpSpPr/>
          <p:nvPr/>
        </p:nvGrpSpPr>
        <p:grpSpPr>
          <a:xfrm>
            <a:off x="507960" y="4715280"/>
            <a:ext cx="339840" cy="180360"/>
            <a:chOff x="507960" y="4715280"/>
            <a:chExt cx="339840" cy="180360"/>
          </a:xfrm>
        </p:grpSpPr>
        <p:sp>
          <p:nvSpPr>
            <p:cNvPr id="76" name="Rectangle 5"/>
            <p:cNvSpPr/>
            <p:nvPr/>
          </p:nvSpPr>
          <p:spPr>
            <a:xfrm>
              <a:off x="604440" y="4835160"/>
              <a:ext cx="14400" cy="59400"/>
            </a:xfrm>
            <a:prstGeom prst="rect">
              <a:avLst/>
            </a:prstGeom>
            <a:solidFill>
              <a:schemeClr val="accent5"/>
            </a:solidFill>
            <a:ln w="0">
              <a:noFill/>
            </a:ln>
          </p:spPr>
          <p:style>
            <a:lnRef idx="0"/>
            <a:fillRef idx="0"/>
            <a:effectRef idx="0"/>
            <a:fontRef idx="minor"/>
          </p:style>
        </p:sp>
        <p:sp>
          <p:nvSpPr>
            <p:cNvPr id="77" name="Freeform 6"/>
            <p:cNvSpPr/>
            <p:nvPr/>
          </p:nvSpPr>
          <p:spPr>
            <a:xfrm>
              <a:off x="694440" y="4834440"/>
              <a:ext cx="44280" cy="61200"/>
            </a:xfrm>
            <a:custGeom>
              <a:avLst/>
              <a:gdLst/>
              <a:ahLst/>
              <a:rect l="l" t="t"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78" name="Freeform 7"/>
            <p:cNvSpPr/>
            <p:nvPr/>
          </p:nvSpPr>
          <p:spPr>
            <a:xfrm>
              <a:off x="538560" y="4834440"/>
              <a:ext cx="45000" cy="61200"/>
            </a:xfrm>
            <a:custGeom>
              <a:avLst/>
              <a:gdLst/>
              <a:ahLst/>
              <a:rect l="l" t="t"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79" name="Freeform 8"/>
            <p:cNvSpPr/>
            <p:nvPr/>
          </p:nvSpPr>
          <p:spPr>
            <a:xfrm>
              <a:off x="755280" y="4834440"/>
              <a:ext cx="61200" cy="61200"/>
            </a:xfrm>
            <a:custGeom>
              <a:avLst/>
              <a:gdLst/>
              <a:ahLst/>
              <a:rect l="l" t="t"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w="0">
              <a:noFill/>
            </a:ln>
          </p:spPr>
          <p:style>
            <a:lnRef idx="0"/>
            <a:fillRef idx="0"/>
            <a:effectRef idx="0"/>
            <a:fontRef idx="minor"/>
          </p:style>
        </p:sp>
        <p:sp>
          <p:nvSpPr>
            <p:cNvPr id="80" name="Freeform 9"/>
            <p:cNvSpPr/>
            <p:nvPr/>
          </p:nvSpPr>
          <p:spPr>
            <a:xfrm>
              <a:off x="639000" y="4834440"/>
              <a:ext cx="40320" cy="61200"/>
            </a:xfrm>
            <a:custGeom>
              <a:avLst/>
              <a:gdLst/>
              <a:ahLst/>
              <a:rect l="l" t="t"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w="0">
              <a:noFill/>
            </a:ln>
          </p:spPr>
          <p:style>
            <a:lnRef idx="0"/>
            <a:fillRef idx="0"/>
            <a:effectRef idx="0"/>
            <a:fontRef idx="minor"/>
          </p:style>
        </p:sp>
        <p:sp>
          <p:nvSpPr>
            <p:cNvPr id="81" name="Freeform 10"/>
            <p:cNvSpPr/>
            <p:nvPr/>
          </p:nvSpPr>
          <p:spPr>
            <a:xfrm>
              <a:off x="50796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82" name="Freeform 11"/>
            <p:cNvSpPr/>
            <p:nvPr/>
          </p:nvSpPr>
          <p:spPr>
            <a:xfrm>
              <a:off x="54864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83" name="Freeform 12"/>
            <p:cNvSpPr/>
            <p:nvPr/>
          </p:nvSpPr>
          <p:spPr>
            <a:xfrm>
              <a:off x="589320" y="4715280"/>
              <a:ext cx="14400" cy="93960"/>
            </a:xfrm>
            <a:custGeom>
              <a:avLst/>
              <a:gdLst/>
              <a:ahLst/>
              <a:rect l="l" t="t"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84" name="Freeform 13"/>
            <p:cNvSpPr/>
            <p:nvPr/>
          </p:nvSpPr>
          <p:spPr>
            <a:xfrm>
              <a:off x="63000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85" name="Freeform 14"/>
            <p:cNvSpPr/>
            <p:nvPr/>
          </p:nvSpPr>
          <p:spPr>
            <a:xfrm>
              <a:off x="67068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86" name="Freeform 15"/>
            <p:cNvSpPr/>
            <p:nvPr/>
          </p:nvSpPr>
          <p:spPr>
            <a:xfrm>
              <a:off x="71136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87" name="Freeform 16"/>
            <p:cNvSpPr/>
            <p:nvPr/>
          </p:nvSpPr>
          <p:spPr>
            <a:xfrm>
              <a:off x="752040" y="4715280"/>
              <a:ext cx="14400" cy="93960"/>
            </a:xfrm>
            <a:custGeom>
              <a:avLst/>
              <a:gdLst/>
              <a:ahLst/>
              <a:rect l="l" t="t"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88" name="Freeform 17"/>
            <p:cNvSpPr/>
            <p:nvPr/>
          </p:nvSpPr>
          <p:spPr>
            <a:xfrm>
              <a:off x="79272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89" name="Freeform 18"/>
            <p:cNvSpPr/>
            <p:nvPr/>
          </p:nvSpPr>
          <p:spPr>
            <a:xfrm>
              <a:off x="833400" y="4763880"/>
              <a:ext cx="14400" cy="30240"/>
            </a:xfrm>
            <a:custGeom>
              <a:avLst/>
              <a:gdLst/>
              <a:ahLst/>
              <a:rect l="l" t="t"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grpSp>
      <p:sp>
        <p:nvSpPr>
          <p:cNvPr id="90" name="PlaceHolder 1"/>
          <p:cNvSpPr>
            <a:spLocks noGrp="1"/>
          </p:cNvSpPr>
          <p:nvPr>
            <p:ph type="sldNum"/>
          </p:nvPr>
        </p:nvSpPr>
        <p:spPr>
          <a:xfrm>
            <a:off x="8473320" y="4954320"/>
            <a:ext cx="676440" cy="189000"/>
          </a:xfrm>
          <a:prstGeom prst="rect">
            <a:avLst/>
          </a:prstGeom>
          <a:noFill/>
          <a:ln w="0">
            <a:noFill/>
          </a:ln>
        </p:spPr>
        <p:txBody>
          <a:bodyPr anchor="ctr">
            <a:noAutofit/>
          </a:bodyPr>
          <a:p>
            <a:pPr algn="r">
              <a:lnSpc>
                <a:spcPct val="100000"/>
              </a:lnSpc>
              <a:buNone/>
            </a:pPr>
            <a:fld id="{422FC980-04E5-4BE2-AF14-8C6007580E39}" type="slidenum">
              <a:rPr b="0" lang="en-US" sz="530" spc="-1" strike="noStrike">
                <a:solidFill>
                  <a:srgbClr val="595959"/>
                </a:solidFill>
                <a:latin typeface="Arial"/>
                <a:ea typeface="ＭＳ Ｐゴシック"/>
              </a:rPr>
              <a:t>&lt;number&gt;</a:t>
            </a:fld>
            <a:endParaRPr b="0" lang="en-JM" sz="530" spc="-1" strike="noStrike">
              <a:latin typeface="Times New Roman"/>
            </a:endParaRPr>
          </a:p>
        </p:txBody>
      </p:sp>
      <p:sp>
        <p:nvSpPr>
          <p:cNvPr id="91" name="PlaceHolder 2"/>
          <p:cNvSpPr>
            <a:spLocks noGrp="1"/>
          </p:cNvSpPr>
          <p:nvPr>
            <p:ph type="body"/>
          </p:nvPr>
        </p:nvSpPr>
        <p:spPr>
          <a:xfrm>
            <a:off x="144000" y="798840"/>
            <a:ext cx="8852760" cy="4155120"/>
          </a:xfrm>
          <a:prstGeom prst="rect">
            <a:avLst/>
          </a:prstGeom>
          <a:noFill/>
          <a:ln w="0">
            <a:noFill/>
          </a:ln>
        </p:spPr>
        <p:txBody>
          <a:bodyPr numCol="1" spcCol="0" rIns="182880" anchor="t">
            <a:noAutofit/>
          </a:bodyPr>
          <a:p>
            <a:pPr marL="169920" indent="-169920">
              <a:lnSpc>
                <a:spcPct val="100000"/>
              </a:lnSpc>
              <a:spcBef>
                <a:spcPts val="601"/>
              </a:spcBef>
              <a:spcAft>
                <a:spcPts val="601"/>
              </a:spcAft>
              <a:buClr>
                <a:srgbClr val="58585b"/>
              </a:buClr>
              <a:buSzPct val="90000"/>
              <a:buFont typeface="Wingdings" charset="2"/>
              <a:buChar char=""/>
            </a:pPr>
            <a:r>
              <a:rPr b="0" lang="en-US" sz="1500" spc="-1" strike="noStrike">
                <a:solidFill>
                  <a:srgbClr val="000000"/>
                </a:solidFill>
                <a:latin typeface="Arial"/>
                <a:ea typeface="ＭＳ Ｐゴシック"/>
              </a:rPr>
              <a:t>Click to edit Master text styles</a:t>
            </a:r>
            <a:endParaRPr b="0" lang="en-US" sz="1500" spc="-1" strike="noStrike">
              <a:solidFill>
                <a:srgbClr val="58585b"/>
              </a:solidFill>
              <a:latin typeface="Arial"/>
            </a:endParaRPr>
          </a:p>
          <a:p>
            <a:pPr lvl="1" marL="358920" indent="-216000">
              <a:lnSpc>
                <a:spcPct val="100000"/>
              </a:lnSpc>
              <a:spcBef>
                <a:spcPts val="300"/>
              </a:spcBef>
              <a:spcAft>
                <a:spcPts val="300"/>
              </a:spcAft>
              <a:buClr>
                <a:srgbClr val="58585b"/>
              </a:buClr>
              <a:buFont typeface="Arial"/>
              <a:buChar char="•"/>
            </a:pPr>
            <a:r>
              <a:rPr b="0" lang="en-US" sz="1400" spc="-1" strike="noStrike">
                <a:solidFill>
                  <a:srgbClr val="000000"/>
                </a:solidFill>
                <a:latin typeface="Arial"/>
                <a:ea typeface="ＭＳ Ｐゴシック"/>
              </a:rPr>
              <a:t>Second level</a:t>
            </a:r>
            <a:endParaRPr b="0" lang="en-US" sz="1400" spc="-1" strike="noStrike">
              <a:solidFill>
                <a:srgbClr val="58585b"/>
              </a:solidFill>
              <a:latin typeface="Arial"/>
            </a:endParaRPr>
          </a:p>
          <a:p>
            <a:pPr lvl="2" marL="431640" indent="-169920">
              <a:lnSpc>
                <a:spcPct val="100000"/>
              </a:lnSpc>
              <a:spcBef>
                <a:spcPts val="300"/>
              </a:spcBef>
              <a:spcAft>
                <a:spcPts val="300"/>
              </a:spcAft>
              <a:buClr>
                <a:srgbClr val="000000"/>
              </a:buClr>
              <a:buFont typeface="Arial"/>
              <a:buChar char="•"/>
            </a:pPr>
            <a:r>
              <a:rPr b="0" lang="en-US" sz="1200" spc="-1" strike="noStrike">
                <a:solidFill>
                  <a:srgbClr val="000000"/>
                </a:solidFill>
                <a:latin typeface="Arial"/>
                <a:ea typeface="ＭＳ Ｐゴシック"/>
              </a:rPr>
              <a:t>Third level</a:t>
            </a:r>
            <a:endParaRPr b="0" lang="en-US" sz="1200" spc="-1" strike="noStrike">
              <a:solidFill>
                <a:srgbClr val="58585b"/>
              </a:solidFill>
              <a:latin typeface="Arial"/>
            </a:endParaRPr>
          </a:p>
          <a:p>
            <a:pPr lvl="3" marL="503280" indent="-169920">
              <a:lnSpc>
                <a:spcPct val="100000"/>
              </a:lnSpc>
              <a:spcBef>
                <a:spcPts val="300"/>
              </a:spcBef>
              <a:spcAft>
                <a:spcPts val="300"/>
              </a:spcAft>
              <a:buClr>
                <a:srgbClr val="000000"/>
              </a:buClr>
              <a:buFont typeface="Arial"/>
              <a:buChar char="•"/>
            </a:pPr>
            <a:r>
              <a:rPr b="0" lang="en-US" sz="1100" spc="-1" strike="noStrike">
                <a:solidFill>
                  <a:srgbClr val="000000"/>
                </a:solidFill>
                <a:latin typeface="Arial"/>
                <a:ea typeface="ＭＳ Ｐゴシック"/>
              </a:rPr>
              <a:t>Fourth level</a:t>
            </a:r>
            <a:endParaRPr b="0" lang="en-US" sz="1100" spc="-1" strike="noStrike">
              <a:solidFill>
                <a:srgbClr val="58585b"/>
              </a:solidFill>
              <a:latin typeface="Arial"/>
            </a:endParaRPr>
          </a:p>
        </p:txBody>
      </p:sp>
      <p:sp>
        <p:nvSpPr>
          <p:cNvPr id="92" name="PlaceHolder 3"/>
          <p:cNvSpPr>
            <a:spLocks noGrp="1"/>
          </p:cNvSpPr>
          <p:nvPr>
            <p:ph type="title"/>
          </p:nvPr>
        </p:nvSpPr>
        <p:spPr>
          <a:xfrm>
            <a:off x="0" y="41400"/>
            <a:ext cx="9143640" cy="757080"/>
          </a:xfrm>
          <a:prstGeom prst="rect">
            <a:avLst/>
          </a:prstGeom>
          <a:noFill/>
          <a:ln w="0">
            <a:noFill/>
          </a:ln>
        </p:spPr>
        <p:txBody>
          <a:bodyPr numCol="1" spcCol="0" anchor="ctr">
            <a:noAutofit/>
          </a:bodyPr>
          <a:p>
            <a:pPr>
              <a:lnSpc>
                <a:spcPct val="100000"/>
              </a:lnSpc>
              <a:buNone/>
            </a:pPr>
            <a:r>
              <a:rPr b="0" lang="en-US" sz="2400" spc="-1" strike="noStrike">
                <a:solidFill>
                  <a:srgbClr val="367187"/>
                </a:solidFill>
                <a:latin typeface="Arial"/>
                <a:ea typeface="ＭＳ Ｐゴシック"/>
              </a:rPr>
              <a:t>Click to edit Master title style</a:t>
            </a:r>
            <a:endParaRPr b="0" lang="en-US" sz="2400" spc="-1" strike="noStrike">
              <a:solidFill>
                <a:srgbClr val="58585b"/>
              </a:solidFill>
              <a:latin typeface="Arial"/>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9" name="Rectangle 7" hidden="1"/>
          <p:cNvSpPr/>
          <p:nvPr/>
        </p:nvSpPr>
        <p:spPr>
          <a:xfrm>
            <a:off x="8389080" y="4743360"/>
            <a:ext cx="471600" cy="153720"/>
          </a:xfrm>
          <a:prstGeom prst="rect">
            <a:avLst/>
          </a:prstGeom>
          <a:noFill/>
          <a:ln w="9525">
            <a:noFill/>
          </a:ln>
        </p:spPr>
        <p:style>
          <a:lnRef idx="0"/>
          <a:fillRef idx="0"/>
          <a:effectRef idx="0"/>
          <a:fontRef idx="minor"/>
        </p:style>
        <p:txBody>
          <a:bodyPr wrap="none" lIns="61560" rIns="61560" tIns="30960" bIns="30960" anchor="b">
            <a:spAutoFit/>
          </a:bodyPr>
          <a:p>
            <a:pPr algn="r">
              <a:lnSpc>
                <a:spcPct val="100000"/>
              </a:lnSpc>
              <a:buNone/>
            </a:pPr>
            <a:fld id="{4D735745-7AE2-497B-99CA-C0B5B36FA5D2}" type="slidenum">
              <a:rPr b="0" lang="en-US" sz="600" spc="-1" strike="noStrike">
                <a:solidFill>
                  <a:srgbClr val="d9d9d9"/>
                </a:solidFill>
                <a:latin typeface="Arial"/>
              </a:rPr>
              <a:t>&lt;number&gt;</a:t>
            </a:fld>
            <a:endParaRPr b="0" lang="en-JM" sz="600" spc="-1" strike="noStrike">
              <a:latin typeface="Arial"/>
            </a:endParaRPr>
          </a:p>
        </p:txBody>
      </p:sp>
      <p:sp>
        <p:nvSpPr>
          <p:cNvPr id="130" name="Rectangle 4" hidden="1"/>
          <p:cNvSpPr/>
          <p:nvPr/>
        </p:nvSpPr>
        <p:spPr>
          <a:xfrm>
            <a:off x="5542920" y="4741920"/>
            <a:ext cx="2982240" cy="153720"/>
          </a:xfrm>
          <a:prstGeom prst="rect">
            <a:avLst/>
          </a:prstGeom>
          <a:noFill/>
          <a:ln w="9525">
            <a:noFill/>
          </a:ln>
        </p:spPr>
        <p:style>
          <a:lnRef idx="0"/>
          <a:fillRef idx="0"/>
          <a:effectRef idx="0"/>
          <a:fontRef idx="minor"/>
        </p:style>
        <p:txBody>
          <a:bodyPr lIns="61560" rIns="61560" tIns="30960" bIns="30960" anchor="b">
            <a:spAutoFit/>
          </a:bodyPr>
          <a:p>
            <a:pPr>
              <a:lnSpc>
                <a:spcPct val="100000"/>
              </a:lnSpc>
              <a:buNone/>
            </a:pPr>
            <a:r>
              <a:rPr b="0" lang="en-US" sz="600" spc="-1" strike="noStrike">
                <a:solidFill>
                  <a:srgbClr val="d9d9d9"/>
                </a:solidFill>
                <a:latin typeface="Arial"/>
              </a:rPr>
              <a:t>© 2019, 2021  Cisco and/or its affiliates. All rights reserved.   Cisco Confidential</a:t>
            </a:r>
            <a:endParaRPr b="0" lang="en-JM" sz="600" spc="-1" strike="noStrike">
              <a:latin typeface="Arial"/>
            </a:endParaRPr>
          </a:p>
        </p:txBody>
      </p:sp>
      <p:grpSp>
        <p:nvGrpSpPr>
          <p:cNvPr id="131" name="Group 4"/>
          <p:cNvGrpSpPr/>
          <p:nvPr/>
        </p:nvGrpSpPr>
        <p:grpSpPr>
          <a:xfrm>
            <a:off x="507960" y="4715280"/>
            <a:ext cx="339840" cy="180360"/>
            <a:chOff x="507960" y="4715280"/>
            <a:chExt cx="339840" cy="180360"/>
          </a:xfrm>
        </p:grpSpPr>
        <p:sp>
          <p:nvSpPr>
            <p:cNvPr id="132" name="Rectangle 5"/>
            <p:cNvSpPr/>
            <p:nvPr/>
          </p:nvSpPr>
          <p:spPr>
            <a:xfrm>
              <a:off x="604440" y="4835160"/>
              <a:ext cx="14400" cy="59400"/>
            </a:xfrm>
            <a:prstGeom prst="rect">
              <a:avLst/>
            </a:prstGeom>
            <a:solidFill>
              <a:schemeClr val="accent5"/>
            </a:solidFill>
            <a:ln w="0">
              <a:noFill/>
            </a:ln>
          </p:spPr>
          <p:style>
            <a:lnRef idx="0"/>
            <a:fillRef idx="0"/>
            <a:effectRef idx="0"/>
            <a:fontRef idx="minor"/>
          </p:style>
        </p:sp>
        <p:sp>
          <p:nvSpPr>
            <p:cNvPr id="133" name="Freeform 6"/>
            <p:cNvSpPr/>
            <p:nvPr/>
          </p:nvSpPr>
          <p:spPr>
            <a:xfrm>
              <a:off x="694440" y="4834440"/>
              <a:ext cx="44280" cy="61200"/>
            </a:xfrm>
            <a:custGeom>
              <a:avLst/>
              <a:gdLst/>
              <a:ahLst/>
              <a:rect l="l" t="t"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134" name="Freeform 7"/>
            <p:cNvSpPr/>
            <p:nvPr/>
          </p:nvSpPr>
          <p:spPr>
            <a:xfrm>
              <a:off x="538560" y="4834440"/>
              <a:ext cx="45000" cy="61200"/>
            </a:xfrm>
            <a:custGeom>
              <a:avLst/>
              <a:gdLst/>
              <a:ahLst/>
              <a:rect l="l" t="t"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135" name="Freeform 8"/>
            <p:cNvSpPr/>
            <p:nvPr/>
          </p:nvSpPr>
          <p:spPr>
            <a:xfrm>
              <a:off x="755280" y="4834440"/>
              <a:ext cx="61200" cy="61200"/>
            </a:xfrm>
            <a:custGeom>
              <a:avLst/>
              <a:gdLst/>
              <a:ahLst/>
              <a:rect l="l" t="t"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w="0">
              <a:noFill/>
            </a:ln>
          </p:spPr>
          <p:style>
            <a:lnRef idx="0"/>
            <a:fillRef idx="0"/>
            <a:effectRef idx="0"/>
            <a:fontRef idx="minor"/>
          </p:style>
        </p:sp>
        <p:sp>
          <p:nvSpPr>
            <p:cNvPr id="136" name="Freeform 9"/>
            <p:cNvSpPr/>
            <p:nvPr/>
          </p:nvSpPr>
          <p:spPr>
            <a:xfrm>
              <a:off x="639000" y="4834440"/>
              <a:ext cx="40320" cy="61200"/>
            </a:xfrm>
            <a:custGeom>
              <a:avLst/>
              <a:gdLst/>
              <a:ahLst/>
              <a:rect l="l" t="t"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w="0">
              <a:noFill/>
            </a:ln>
          </p:spPr>
          <p:style>
            <a:lnRef idx="0"/>
            <a:fillRef idx="0"/>
            <a:effectRef idx="0"/>
            <a:fontRef idx="minor"/>
          </p:style>
        </p:sp>
        <p:sp>
          <p:nvSpPr>
            <p:cNvPr id="137" name="Freeform 10"/>
            <p:cNvSpPr/>
            <p:nvPr/>
          </p:nvSpPr>
          <p:spPr>
            <a:xfrm>
              <a:off x="50796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138" name="Freeform 11"/>
            <p:cNvSpPr/>
            <p:nvPr/>
          </p:nvSpPr>
          <p:spPr>
            <a:xfrm>
              <a:off x="54864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139" name="Freeform 12"/>
            <p:cNvSpPr/>
            <p:nvPr/>
          </p:nvSpPr>
          <p:spPr>
            <a:xfrm>
              <a:off x="589320" y="4715280"/>
              <a:ext cx="14400" cy="93960"/>
            </a:xfrm>
            <a:custGeom>
              <a:avLst/>
              <a:gdLst/>
              <a:ahLst/>
              <a:rect l="l" t="t"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140" name="Freeform 13"/>
            <p:cNvSpPr/>
            <p:nvPr/>
          </p:nvSpPr>
          <p:spPr>
            <a:xfrm>
              <a:off x="63000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141" name="Freeform 14"/>
            <p:cNvSpPr/>
            <p:nvPr/>
          </p:nvSpPr>
          <p:spPr>
            <a:xfrm>
              <a:off x="67068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142" name="Freeform 15"/>
            <p:cNvSpPr/>
            <p:nvPr/>
          </p:nvSpPr>
          <p:spPr>
            <a:xfrm>
              <a:off x="71136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143" name="Freeform 16"/>
            <p:cNvSpPr/>
            <p:nvPr/>
          </p:nvSpPr>
          <p:spPr>
            <a:xfrm>
              <a:off x="752040" y="4715280"/>
              <a:ext cx="14400" cy="93960"/>
            </a:xfrm>
            <a:custGeom>
              <a:avLst/>
              <a:gdLst/>
              <a:ahLst/>
              <a:rect l="l" t="t"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144" name="Freeform 17"/>
            <p:cNvSpPr/>
            <p:nvPr/>
          </p:nvSpPr>
          <p:spPr>
            <a:xfrm>
              <a:off x="79272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145" name="Freeform 18"/>
            <p:cNvSpPr/>
            <p:nvPr/>
          </p:nvSpPr>
          <p:spPr>
            <a:xfrm>
              <a:off x="833400" y="4763880"/>
              <a:ext cx="14400" cy="30240"/>
            </a:xfrm>
            <a:custGeom>
              <a:avLst/>
              <a:gdLst/>
              <a:ahLst/>
              <a:rect l="l" t="t"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grpSp>
      <p:sp>
        <p:nvSpPr>
          <p:cNvPr id="146" name="Rectangle 6"/>
          <p:cNvSpPr/>
          <p:nvPr/>
        </p:nvSpPr>
        <p:spPr>
          <a:xfrm>
            <a:off x="0" y="0"/>
            <a:ext cx="9143640" cy="5142960"/>
          </a:xfrm>
          <a:prstGeom prst="rect">
            <a:avLst/>
          </a:prstGeom>
          <a:solidFill>
            <a:srgbClr val="00394f"/>
          </a:solidFill>
          <a:ln>
            <a:noFill/>
          </a:ln>
        </p:spPr>
        <p:style>
          <a:lnRef idx="2">
            <a:schemeClr val="accent1">
              <a:shade val="50000"/>
            </a:schemeClr>
          </a:lnRef>
          <a:fillRef idx="1">
            <a:schemeClr val="accent1"/>
          </a:fillRef>
          <a:effectRef idx="0">
            <a:schemeClr val="accent1"/>
          </a:effectRef>
          <a:fontRef idx="minor"/>
        </p:style>
      </p:sp>
      <p:sp>
        <p:nvSpPr>
          <p:cNvPr id="147" name="PlaceHolder 1"/>
          <p:cNvSpPr>
            <a:spLocks noGrp="1"/>
          </p:cNvSpPr>
          <p:nvPr>
            <p:ph type="title"/>
          </p:nvPr>
        </p:nvSpPr>
        <p:spPr>
          <a:xfrm>
            <a:off x="416520" y="915480"/>
            <a:ext cx="7597800" cy="2569680"/>
          </a:xfrm>
          <a:prstGeom prst="rect">
            <a:avLst/>
          </a:prstGeom>
          <a:noFill/>
          <a:ln w="0">
            <a:noFill/>
          </a:ln>
        </p:spPr>
        <p:txBody>
          <a:bodyPr numCol="1" spcCol="0" anchor="b">
            <a:noAutofit/>
          </a:bodyPr>
          <a:p>
            <a:pPr>
              <a:lnSpc>
                <a:spcPct val="90000"/>
              </a:lnSpc>
              <a:buNone/>
              <a:tabLst>
                <a:tab algn="l" pos="0"/>
              </a:tabLst>
            </a:pPr>
            <a:r>
              <a:rPr b="0" lang="en-US" sz="4600" spc="-1" strike="noStrike">
                <a:solidFill>
                  <a:srgbClr val="38c6f4"/>
                </a:solidFill>
                <a:latin typeface="Arial"/>
                <a:ea typeface="ＭＳ Ｐゴシック"/>
              </a:rPr>
              <a:t>Click to edit Master title style</a:t>
            </a:r>
            <a:endParaRPr b="0" lang="en-US" sz="4600" spc="-1" strike="noStrike">
              <a:solidFill>
                <a:srgbClr val="58585b"/>
              </a:solidFill>
              <a:latin typeface="Arial"/>
            </a:endParaRPr>
          </a:p>
        </p:txBody>
      </p:sp>
      <p:sp>
        <p:nvSpPr>
          <p:cNvPr id="148" name="Rectangle 7"/>
          <p:cNvSpPr/>
          <p:nvPr/>
        </p:nvSpPr>
        <p:spPr>
          <a:xfrm>
            <a:off x="8389080" y="4743360"/>
            <a:ext cx="471600" cy="153720"/>
          </a:xfrm>
          <a:prstGeom prst="rect">
            <a:avLst/>
          </a:prstGeom>
          <a:noFill/>
          <a:ln w="9525">
            <a:noFill/>
          </a:ln>
        </p:spPr>
        <p:style>
          <a:lnRef idx="0"/>
          <a:fillRef idx="0"/>
          <a:effectRef idx="0"/>
          <a:fontRef idx="minor"/>
        </p:style>
        <p:txBody>
          <a:bodyPr wrap="none" lIns="61560" rIns="61560" tIns="30960" bIns="30960" anchor="b">
            <a:spAutoFit/>
          </a:bodyPr>
          <a:p>
            <a:pPr algn="r">
              <a:lnSpc>
                <a:spcPct val="100000"/>
              </a:lnSpc>
              <a:buNone/>
            </a:pPr>
            <a:fld id="{78DD65F8-3E9A-4DEE-8D60-6D5CB2E598DD}" type="slidenum">
              <a:rPr b="0" lang="en-US" sz="600" spc="-1" strike="noStrike">
                <a:solidFill>
                  <a:srgbClr val="086d8e"/>
                </a:solidFill>
                <a:latin typeface="Arial"/>
              </a:rPr>
              <a:t>&lt;number&gt;</a:t>
            </a:fld>
            <a:endParaRPr b="0" lang="en-JM" sz="600" spc="-1" strike="noStrike">
              <a:latin typeface="Arial"/>
            </a:endParaRPr>
          </a:p>
        </p:txBody>
      </p:sp>
      <p:sp>
        <p:nvSpPr>
          <p:cNvPr id="149" name="Rectangle 4"/>
          <p:cNvSpPr/>
          <p:nvPr/>
        </p:nvSpPr>
        <p:spPr>
          <a:xfrm>
            <a:off x="5867640" y="4741920"/>
            <a:ext cx="2657520" cy="153720"/>
          </a:xfrm>
          <a:prstGeom prst="rect">
            <a:avLst/>
          </a:prstGeom>
          <a:noFill/>
          <a:ln w="9525">
            <a:noFill/>
          </a:ln>
        </p:spPr>
        <p:style>
          <a:lnRef idx="0"/>
          <a:fillRef idx="0"/>
          <a:effectRef idx="0"/>
          <a:fontRef idx="minor"/>
        </p:style>
        <p:txBody>
          <a:bodyPr lIns="61560" rIns="61560" tIns="30960" bIns="30960" anchor="b">
            <a:spAutoFit/>
          </a:bodyPr>
          <a:p>
            <a:pPr>
              <a:lnSpc>
                <a:spcPct val="100000"/>
              </a:lnSpc>
              <a:buNone/>
            </a:pPr>
            <a:r>
              <a:rPr b="0" lang="en-US" sz="600" spc="-1" strike="noStrike">
                <a:solidFill>
                  <a:srgbClr val="086d8e"/>
                </a:solidFill>
                <a:latin typeface="Arial"/>
              </a:rPr>
              <a:t>© 2016  Cisco and/or its affiliates. All rights reserved.   Cisco Confidential</a:t>
            </a:r>
            <a:endParaRPr b="0" lang="en-JM" sz="600" spc="-1" strike="noStrike">
              <a:latin typeface="Arial"/>
            </a:endParaRPr>
          </a:p>
        </p:txBody>
      </p:sp>
      <p:grpSp>
        <p:nvGrpSpPr>
          <p:cNvPr id="150" name="Group 4"/>
          <p:cNvGrpSpPr/>
          <p:nvPr/>
        </p:nvGrpSpPr>
        <p:grpSpPr>
          <a:xfrm>
            <a:off x="507960" y="4715280"/>
            <a:ext cx="339840" cy="180360"/>
            <a:chOff x="507960" y="4715280"/>
            <a:chExt cx="339840" cy="180360"/>
          </a:xfrm>
        </p:grpSpPr>
        <p:sp>
          <p:nvSpPr>
            <p:cNvPr id="151" name="Rectangle 5"/>
            <p:cNvSpPr/>
            <p:nvPr/>
          </p:nvSpPr>
          <p:spPr>
            <a:xfrm>
              <a:off x="604440" y="4835160"/>
              <a:ext cx="14400" cy="59400"/>
            </a:xfrm>
            <a:prstGeom prst="rect">
              <a:avLst/>
            </a:prstGeom>
            <a:solidFill>
              <a:srgbClr val="086d8e"/>
            </a:solidFill>
            <a:ln w="0">
              <a:noFill/>
            </a:ln>
          </p:spPr>
          <p:style>
            <a:lnRef idx="0"/>
            <a:fillRef idx="0"/>
            <a:effectRef idx="0"/>
            <a:fontRef idx="minor"/>
          </p:style>
        </p:sp>
        <p:sp>
          <p:nvSpPr>
            <p:cNvPr id="152" name="Freeform 6"/>
            <p:cNvSpPr/>
            <p:nvPr/>
          </p:nvSpPr>
          <p:spPr>
            <a:xfrm>
              <a:off x="694440" y="4834440"/>
              <a:ext cx="44280" cy="61200"/>
            </a:xfrm>
            <a:custGeom>
              <a:avLst/>
              <a:gdLst/>
              <a:ahLst/>
              <a:rect l="l" t="t"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86d8e"/>
            </a:solidFill>
            <a:ln w="0">
              <a:noFill/>
            </a:ln>
          </p:spPr>
          <p:style>
            <a:lnRef idx="0"/>
            <a:fillRef idx="0"/>
            <a:effectRef idx="0"/>
            <a:fontRef idx="minor"/>
          </p:style>
        </p:sp>
        <p:sp>
          <p:nvSpPr>
            <p:cNvPr id="153" name="Freeform 7"/>
            <p:cNvSpPr/>
            <p:nvPr/>
          </p:nvSpPr>
          <p:spPr>
            <a:xfrm>
              <a:off x="538560" y="4834440"/>
              <a:ext cx="45000" cy="61200"/>
            </a:xfrm>
            <a:custGeom>
              <a:avLst/>
              <a:gdLst/>
              <a:ahLst/>
              <a:rect l="l" t="t"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86d8e"/>
            </a:solidFill>
            <a:ln w="0">
              <a:noFill/>
            </a:ln>
          </p:spPr>
          <p:style>
            <a:lnRef idx="0"/>
            <a:fillRef idx="0"/>
            <a:effectRef idx="0"/>
            <a:fontRef idx="minor"/>
          </p:style>
        </p:sp>
        <p:sp>
          <p:nvSpPr>
            <p:cNvPr id="154" name="Freeform 8"/>
            <p:cNvSpPr/>
            <p:nvPr/>
          </p:nvSpPr>
          <p:spPr>
            <a:xfrm>
              <a:off x="755280" y="4834440"/>
              <a:ext cx="61200" cy="61200"/>
            </a:xfrm>
            <a:custGeom>
              <a:avLst/>
              <a:gdLst/>
              <a:ahLst/>
              <a:rect l="l" t="t"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rgbClr val="086d8e"/>
            </a:solidFill>
            <a:ln w="0">
              <a:noFill/>
            </a:ln>
          </p:spPr>
          <p:style>
            <a:lnRef idx="0"/>
            <a:fillRef idx="0"/>
            <a:effectRef idx="0"/>
            <a:fontRef idx="minor"/>
          </p:style>
        </p:sp>
        <p:sp>
          <p:nvSpPr>
            <p:cNvPr id="155" name="Freeform 9"/>
            <p:cNvSpPr/>
            <p:nvPr/>
          </p:nvSpPr>
          <p:spPr>
            <a:xfrm>
              <a:off x="639000" y="4834440"/>
              <a:ext cx="40320" cy="61200"/>
            </a:xfrm>
            <a:custGeom>
              <a:avLst/>
              <a:gdLst/>
              <a:ahLst/>
              <a:rect l="l" t="t"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rgbClr val="086d8e"/>
            </a:solidFill>
            <a:ln w="0">
              <a:noFill/>
            </a:ln>
          </p:spPr>
          <p:style>
            <a:lnRef idx="0"/>
            <a:fillRef idx="0"/>
            <a:effectRef idx="0"/>
            <a:fontRef idx="minor"/>
          </p:style>
        </p:sp>
        <p:sp>
          <p:nvSpPr>
            <p:cNvPr id="156" name="Freeform 10"/>
            <p:cNvSpPr/>
            <p:nvPr/>
          </p:nvSpPr>
          <p:spPr>
            <a:xfrm>
              <a:off x="50796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86d8e"/>
            </a:solidFill>
            <a:ln w="0">
              <a:noFill/>
            </a:ln>
          </p:spPr>
          <p:style>
            <a:lnRef idx="0"/>
            <a:fillRef idx="0"/>
            <a:effectRef idx="0"/>
            <a:fontRef idx="minor"/>
          </p:style>
        </p:sp>
        <p:sp>
          <p:nvSpPr>
            <p:cNvPr id="157" name="Freeform 11"/>
            <p:cNvSpPr/>
            <p:nvPr/>
          </p:nvSpPr>
          <p:spPr>
            <a:xfrm>
              <a:off x="54864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86d8e"/>
            </a:solidFill>
            <a:ln w="0">
              <a:noFill/>
            </a:ln>
          </p:spPr>
          <p:style>
            <a:lnRef idx="0"/>
            <a:fillRef idx="0"/>
            <a:effectRef idx="0"/>
            <a:fontRef idx="minor"/>
          </p:style>
        </p:sp>
        <p:sp>
          <p:nvSpPr>
            <p:cNvPr id="158" name="Freeform 12"/>
            <p:cNvSpPr/>
            <p:nvPr/>
          </p:nvSpPr>
          <p:spPr>
            <a:xfrm>
              <a:off x="589320" y="4715280"/>
              <a:ext cx="14400" cy="93960"/>
            </a:xfrm>
            <a:custGeom>
              <a:avLst/>
              <a:gdLst/>
              <a:ahLst/>
              <a:rect l="l" t="t"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rgbClr val="086d8e"/>
            </a:solidFill>
            <a:ln w="0">
              <a:noFill/>
            </a:ln>
          </p:spPr>
          <p:style>
            <a:lnRef idx="0"/>
            <a:fillRef idx="0"/>
            <a:effectRef idx="0"/>
            <a:fontRef idx="minor"/>
          </p:style>
        </p:sp>
        <p:sp>
          <p:nvSpPr>
            <p:cNvPr id="159" name="Freeform 13"/>
            <p:cNvSpPr/>
            <p:nvPr/>
          </p:nvSpPr>
          <p:spPr>
            <a:xfrm>
              <a:off x="63000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86d8e"/>
            </a:solidFill>
            <a:ln w="0">
              <a:noFill/>
            </a:ln>
          </p:spPr>
          <p:style>
            <a:lnRef idx="0"/>
            <a:fillRef idx="0"/>
            <a:effectRef idx="0"/>
            <a:fontRef idx="minor"/>
          </p:style>
        </p:sp>
        <p:sp>
          <p:nvSpPr>
            <p:cNvPr id="160" name="Freeform 14"/>
            <p:cNvSpPr/>
            <p:nvPr/>
          </p:nvSpPr>
          <p:spPr>
            <a:xfrm>
              <a:off x="67068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86d8e"/>
            </a:solidFill>
            <a:ln w="0">
              <a:noFill/>
            </a:ln>
          </p:spPr>
          <p:style>
            <a:lnRef idx="0"/>
            <a:fillRef idx="0"/>
            <a:effectRef idx="0"/>
            <a:fontRef idx="minor"/>
          </p:style>
        </p:sp>
        <p:sp>
          <p:nvSpPr>
            <p:cNvPr id="161" name="Freeform 15"/>
            <p:cNvSpPr/>
            <p:nvPr/>
          </p:nvSpPr>
          <p:spPr>
            <a:xfrm>
              <a:off x="71136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86d8e"/>
            </a:solidFill>
            <a:ln w="0">
              <a:noFill/>
            </a:ln>
          </p:spPr>
          <p:style>
            <a:lnRef idx="0"/>
            <a:fillRef idx="0"/>
            <a:effectRef idx="0"/>
            <a:fontRef idx="minor"/>
          </p:style>
        </p:sp>
        <p:sp>
          <p:nvSpPr>
            <p:cNvPr id="162" name="Freeform 16"/>
            <p:cNvSpPr/>
            <p:nvPr/>
          </p:nvSpPr>
          <p:spPr>
            <a:xfrm>
              <a:off x="752040" y="4715280"/>
              <a:ext cx="14400" cy="93960"/>
            </a:xfrm>
            <a:custGeom>
              <a:avLst/>
              <a:gdLst/>
              <a:ahLst/>
              <a:rect l="l" t="t"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rgbClr val="086d8e"/>
            </a:solidFill>
            <a:ln w="0">
              <a:noFill/>
            </a:ln>
          </p:spPr>
          <p:style>
            <a:lnRef idx="0"/>
            <a:fillRef idx="0"/>
            <a:effectRef idx="0"/>
            <a:fontRef idx="minor"/>
          </p:style>
        </p:sp>
        <p:sp>
          <p:nvSpPr>
            <p:cNvPr id="163" name="Freeform 17"/>
            <p:cNvSpPr/>
            <p:nvPr/>
          </p:nvSpPr>
          <p:spPr>
            <a:xfrm>
              <a:off x="79272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86d8e"/>
            </a:solidFill>
            <a:ln w="0">
              <a:noFill/>
            </a:ln>
          </p:spPr>
          <p:style>
            <a:lnRef idx="0"/>
            <a:fillRef idx="0"/>
            <a:effectRef idx="0"/>
            <a:fontRef idx="minor"/>
          </p:style>
        </p:sp>
        <p:sp>
          <p:nvSpPr>
            <p:cNvPr id="164" name="Freeform 18"/>
            <p:cNvSpPr/>
            <p:nvPr/>
          </p:nvSpPr>
          <p:spPr>
            <a:xfrm>
              <a:off x="833400" y="4763880"/>
              <a:ext cx="14400" cy="30240"/>
            </a:xfrm>
            <a:custGeom>
              <a:avLst/>
              <a:gdLst/>
              <a:ahLst/>
              <a:rect l="l" t="t"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rgbClr val="086d8e"/>
            </a:solidFill>
            <a:ln w="0">
              <a:noFill/>
            </a:ln>
          </p:spPr>
          <p:style>
            <a:lnRef idx="0"/>
            <a:fillRef idx="0"/>
            <a:effectRef idx="0"/>
            <a:fontRef idx="minor"/>
          </p:style>
        </p:sp>
      </p:grpSp>
      <p:sp>
        <p:nvSpPr>
          <p:cNvPr id="165"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500" spc="-1" strike="noStrike">
                <a:solidFill>
                  <a:srgbClr val="58585b"/>
                </a:solidFill>
                <a:latin typeface="Arial"/>
              </a:rPr>
              <a:t>Click to edit the outline text format</a:t>
            </a:r>
            <a:endParaRPr b="0" lang="en-US" sz="1500" spc="-1" strike="noStrike">
              <a:solidFill>
                <a:srgbClr val="58585b"/>
              </a:solidFill>
              <a:latin typeface="Arial"/>
            </a:endParaRPr>
          </a:p>
          <a:p>
            <a:pPr lvl="1" marL="864000" indent="-324000">
              <a:spcBef>
                <a:spcPts val="1134"/>
              </a:spcBef>
              <a:buClr>
                <a:srgbClr val="000000"/>
              </a:buClr>
              <a:buSzPct val="75000"/>
              <a:buFont typeface="Symbol" charset="2"/>
              <a:buChar char=""/>
            </a:pPr>
            <a:r>
              <a:rPr b="0" lang="en-US" sz="1200" spc="-1" strike="noStrike">
                <a:solidFill>
                  <a:srgbClr val="58585b"/>
                </a:solidFill>
                <a:latin typeface="Arial"/>
              </a:rPr>
              <a:t>Second Outline Level</a:t>
            </a:r>
            <a:endParaRPr b="0" lang="en-US" sz="1200" spc="-1" strike="noStrike">
              <a:solidFill>
                <a:srgbClr val="58585b"/>
              </a:solidFill>
              <a:latin typeface="Arial"/>
            </a:endParaRPr>
          </a:p>
          <a:p>
            <a:pPr lvl="2" marL="1296000" indent="-288000">
              <a:spcBef>
                <a:spcPts val="850"/>
              </a:spcBef>
              <a:buClr>
                <a:srgbClr val="000000"/>
              </a:buClr>
              <a:buSzPct val="45000"/>
              <a:buFont typeface="Wingdings" charset="2"/>
              <a:buChar char=""/>
            </a:pPr>
            <a:r>
              <a:rPr b="0" lang="en-US" sz="1100" spc="-1" strike="noStrike">
                <a:solidFill>
                  <a:srgbClr val="58585b"/>
                </a:solidFill>
                <a:latin typeface="Arial"/>
              </a:rPr>
              <a:t>Third Outline Level</a:t>
            </a:r>
            <a:endParaRPr b="0" lang="en-US" sz="1100" spc="-1" strike="noStrike">
              <a:solidFill>
                <a:srgbClr val="58585b"/>
              </a:solidFill>
              <a:latin typeface="Arial"/>
            </a:endParaRPr>
          </a:p>
          <a:p>
            <a:pPr lvl="3" marL="1728000" indent="-216000">
              <a:spcBef>
                <a:spcPts val="567"/>
              </a:spcBef>
              <a:buClr>
                <a:srgbClr val="000000"/>
              </a:buClr>
              <a:buSzPct val="75000"/>
              <a:buFont typeface="Symbol" charset="2"/>
              <a:buChar char=""/>
            </a:pPr>
            <a:r>
              <a:rPr b="0" lang="en-US" sz="1100" spc="-1" strike="noStrike">
                <a:solidFill>
                  <a:srgbClr val="58585b"/>
                </a:solidFill>
                <a:latin typeface="Arial"/>
              </a:rPr>
              <a:t>Fourth Outline Level</a:t>
            </a:r>
            <a:endParaRPr b="0" lang="en-US" sz="1100" spc="-1" strike="noStrike">
              <a:solidFill>
                <a:srgbClr val="58585b"/>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58585b"/>
                </a:solidFill>
                <a:latin typeface="Arial"/>
              </a:rPr>
              <a:t>Fifth Outline Level</a:t>
            </a:r>
            <a:endParaRPr b="0" lang="en-US" sz="2000" spc="-1" strike="noStrike">
              <a:solidFill>
                <a:srgbClr val="58585b"/>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58585b"/>
                </a:solidFill>
                <a:latin typeface="Arial"/>
              </a:rPr>
              <a:t>Sixth Outline Level</a:t>
            </a:r>
            <a:endParaRPr b="0" lang="en-US" sz="2000" spc="-1" strike="noStrike">
              <a:solidFill>
                <a:srgbClr val="58585b"/>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58585b"/>
                </a:solidFill>
                <a:latin typeface="Arial"/>
              </a:rPr>
              <a:t>Seventh Outline Level</a:t>
            </a:r>
            <a:endParaRPr b="0" lang="en-US" sz="2000" spc="-1" strike="noStrike">
              <a:solidFill>
                <a:srgbClr val="58585b"/>
              </a:solidFill>
              <a:latin typeface="Arial"/>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2" name="Rectangle 7"/>
          <p:cNvSpPr/>
          <p:nvPr/>
        </p:nvSpPr>
        <p:spPr>
          <a:xfrm>
            <a:off x="8389080" y="4743360"/>
            <a:ext cx="471600" cy="153720"/>
          </a:xfrm>
          <a:prstGeom prst="rect">
            <a:avLst/>
          </a:prstGeom>
          <a:noFill/>
          <a:ln w="9525">
            <a:noFill/>
          </a:ln>
        </p:spPr>
        <p:style>
          <a:lnRef idx="0"/>
          <a:fillRef idx="0"/>
          <a:effectRef idx="0"/>
          <a:fontRef idx="minor"/>
        </p:style>
        <p:txBody>
          <a:bodyPr wrap="none" lIns="61560" rIns="61560" tIns="30960" bIns="30960" anchor="b">
            <a:spAutoFit/>
          </a:bodyPr>
          <a:p>
            <a:pPr algn="r">
              <a:lnSpc>
                <a:spcPct val="100000"/>
              </a:lnSpc>
              <a:buNone/>
            </a:pPr>
            <a:fld id="{15BB0D44-E10E-4832-A9B8-B5348EAE0DB2}" type="slidenum">
              <a:rPr b="0" lang="en-US" sz="600" spc="-1" strike="noStrike">
                <a:solidFill>
                  <a:srgbClr val="d9d9d9"/>
                </a:solidFill>
                <a:latin typeface="Arial"/>
              </a:rPr>
              <a:t>&lt;number&gt;</a:t>
            </a:fld>
            <a:endParaRPr b="0" lang="en-JM" sz="600" spc="-1" strike="noStrike">
              <a:latin typeface="Arial"/>
            </a:endParaRPr>
          </a:p>
        </p:txBody>
      </p:sp>
      <p:sp>
        <p:nvSpPr>
          <p:cNvPr id="203" name="Rectangle 4"/>
          <p:cNvSpPr/>
          <p:nvPr/>
        </p:nvSpPr>
        <p:spPr>
          <a:xfrm>
            <a:off x="5542920" y="4741920"/>
            <a:ext cx="2982240" cy="153720"/>
          </a:xfrm>
          <a:prstGeom prst="rect">
            <a:avLst/>
          </a:prstGeom>
          <a:noFill/>
          <a:ln w="9525">
            <a:noFill/>
          </a:ln>
        </p:spPr>
        <p:style>
          <a:lnRef idx="0"/>
          <a:fillRef idx="0"/>
          <a:effectRef idx="0"/>
          <a:fontRef idx="minor"/>
        </p:style>
        <p:txBody>
          <a:bodyPr lIns="61560" rIns="61560" tIns="30960" bIns="30960" anchor="b">
            <a:spAutoFit/>
          </a:bodyPr>
          <a:p>
            <a:pPr>
              <a:lnSpc>
                <a:spcPct val="100000"/>
              </a:lnSpc>
              <a:buNone/>
            </a:pPr>
            <a:r>
              <a:rPr b="0" lang="en-US" sz="600" spc="-1" strike="noStrike">
                <a:solidFill>
                  <a:srgbClr val="d9d9d9"/>
                </a:solidFill>
                <a:latin typeface="Arial"/>
              </a:rPr>
              <a:t>© 2019, 2021  Cisco and/or its affiliates. All rights reserved.   Cisco Confidential</a:t>
            </a:r>
            <a:endParaRPr b="0" lang="en-JM" sz="600" spc="-1" strike="noStrike">
              <a:latin typeface="Arial"/>
            </a:endParaRPr>
          </a:p>
        </p:txBody>
      </p:sp>
      <p:grpSp>
        <p:nvGrpSpPr>
          <p:cNvPr id="204" name="Group 4"/>
          <p:cNvGrpSpPr/>
          <p:nvPr/>
        </p:nvGrpSpPr>
        <p:grpSpPr>
          <a:xfrm>
            <a:off x="507960" y="4715280"/>
            <a:ext cx="339840" cy="180360"/>
            <a:chOff x="507960" y="4715280"/>
            <a:chExt cx="339840" cy="180360"/>
          </a:xfrm>
        </p:grpSpPr>
        <p:sp>
          <p:nvSpPr>
            <p:cNvPr id="205" name="Rectangle 5"/>
            <p:cNvSpPr/>
            <p:nvPr/>
          </p:nvSpPr>
          <p:spPr>
            <a:xfrm>
              <a:off x="604440" y="4835160"/>
              <a:ext cx="14400" cy="59400"/>
            </a:xfrm>
            <a:prstGeom prst="rect">
              <a:avLst/>
            </a:prstGeom>
            <a:solidFill>
              <a:schemeClr val="accent5"/>
            </a:solidFill>
            <a:ln w="0">
              <a:noFill/>
            </a:ln>
          </p:spPr>
          <p:style>
            <a:lnRef idx="0"/>
            <a:fillRef idx="0"/>
            <a:effectRef idx="0"/>
            <a:fontRef idx="minor"/>
          </p:style>
        </p:sp>
        <p:sp>
          <p:nvSpPr>
            <p:cNvPr id="206" name="Freeform 6"/>
            <p:cNvSpPr/>
            <p:nvPr/>
          </p:nvSpPr>
          <p:spPr>
            <a:xfrm>
              <a:off x="694440" y="4834440"/>
              <a:ext cx="44280" cy="61200"/>
            </a:xfrm>
            <a:custGeom>
              <a:avLst/>
              <a:gdLst/>
              <a:ahLst/>
              <a:rect l="l" t="t"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207" name="Freeform 7"/>
            <p:cNvSpPr/>
            <p:nvPr/>
          </p:nvSpPr>
          <p:spPr>
            <a:xfrm>
              <a:off x="538560" y="4834440"/>
              <a:ext cx="45000" cy="61200"/>
            </a:xfrm>
            <a:custGeom>
              <a:avLst/>
              <a:gdLst/>
              <a:ahLst/>
              <a:rect l="l" t="t"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208" name="Freeform 8"/>
            <p:cNvSpPr/>
            <p:nvPr/>
          </p:nvSpPr>
          <p:spPr>
            <a:xfrm>
              <a:off x="755280" y="4834440"/>
              <a:ext cx="61200" cy="61200"/>
            </a:xfrm>
            <a:custGeom>
              <a:avLst/>
              <a:gdLst/>
              <a:ahLst/>
              <a:rect l="l" t="t"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w="0">
              <a:noFill/>
            </a:ln>
          </p:spPr>
          <p:style>
            <a:lnRef idx="0"/>
            <a:fillRef idx="0"/>
            <a:effectRef idx="0"/>
            <a:fontRef idx="minor"/>
          </p:style>
        </p:sp>
        <p:sp>
          <p:nvSpPr>
            <p:cNvPr id="209" name="Freeform 9"/>
            <p:cNvSpPr/>
            <p:nvPr/>
          </p:nvSpPr>
          <p:spPr>
            <a:xfrm>
              <a:off x="639000" y="4834440"/>
              <a:ext cx="40320" cy="61200"/>
            </a:xfrm>
            <a:custGeom>
              <a:avLst/>
              <a:gdLst/>
              <a:ahLst/>
              <a:rect l="l" t="t"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w="0">
              <a:noFill/>
            </a:ln>
          </p:spPr>
          <p:style>
            <a:lnRef idx="0"/>
            <a:fillRef idx="0"/>
            <a:effectRef idx="0"/>
            <a:fontRef idx="minor"/>
          </p:style>
        </p:sp>
        <p:sp>
          <p:nvSpPr>
            <p:cNvPr id="210" name="Freeform 10"/>
            <p:cNvSpPr/>
            <p:nvPr/>
          </p:nvSpPr>
          <p:spPr>
            <a:xfrm>
              <a:off x="50796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211" name="Freeform 11"/>
            <p:cNvSpPr/>
            <p:nvPr/>
          </p:nvSpPr>
          <p:spPr>
            <a:xfrm>
              <a:off x="54864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12" name="Freeform 12"/>
            <p:cNvSpPr/>
            <p:nvPr/>
          </p:nvSpPr>
          <p:spPr>
            <a:xfrm>
              <a:off x="589320" y="4715280"/>
              <a:ext cx="14400" cy="93960"/>
            </a:xfrm>
            <a:custGeom>
              <a:avLst/>
              <a:gdLst/>
              <a:ahLst/>
              <a:rect l="l" t="t"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213" name="Freeform 13"/>
            <p:cNvSpPr/>
            <p:nvPr/>
          </p:nvSpPr>
          <p:spPr>
            <a:xfrm>
              <a:off x="63000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14" name="Freeform 14"/>
            <p:cNvSpPr/>
            <p:nvPr/>
          </p:nvSpPr>
          <p:spPr>
            <a:xfrm>
              <a:off x="67068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215" name="Freeform 15"/>
            <p:cNvSpPr/>
            <p:nvPr/>
          </p:nvSpPr>
          <p:spPr>
            <a:xfrm>
              <a:off x="71136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16" name="Freeform 16"/>
            <p:cNvSpPr/>
            <p:nvPr/>
          </p:nvSpPr>
          <p:spPr>
            <a:xfrm>
              <a:off x="752040" y="4715280"/>
              <a:ext cx="14400" cy="93960"/>
            </a:xfrm>
            <a:custGeom>
              <a:avLst/>
              <a:gdLst/>
              <a:ahLst/>
              <a:rect l="l" t="t"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217" name="Freeform 17"/>
            <p:cNvSpPr/>
            <p:nvPr/>
          </p:nvSpPr>
          <p:spPr>
            <a:xfrm>
              <a:off x="79272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18" name="Freeform 18"/>
            <p:cNvSpPr/>
            <p:nvPr/>
          </p:nvSpPr>
          <p:spPr>
            <a:xfrm>
              <a:off x="833400" y="4763880"/>
              <a:ext cx="14400" cy="30240"/>
            </a:xfrm>
            <a:custGeom>
              <a:avLst/>
              <a:gdLst/>
              <a:ahLst/>
              <a:rect l="l" t="t"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grpSp>
      <p:sp>
        <p:nvSpPr>
          <p:cNvPr id="219" name="PlaceHolder 1"/>
          <p:cNvSpPr>
            <a:spLocks noGrp="1"/>
          </p:cNvSpPr>
          <p:nvPr>
            <p:ph type="body"/>
          </p:nvPr>
        </p:nvSpPr>
        <p:spPr>
          <a:xfrm>
            <a:off x="474840" y="1347840"/>
            <a:ext cx="8279640" cy="3073680"/>
          </a:xfrm>
          <a:prstGeom prst="rect">
            <a:avLst/>
          </a:prstGeom>
          <a:noFill/>
          <a:ln w="0">
            <a:noFill/>
          </a:ln>
        </p:spPr>
        <p:txBody>
          <a:bodyPr anchor="t">
            <a:noAutofit/>
          </a:bodyPr>
          <a:p>
            <a:pPr marL="285840" indent="-285840" algn="ctr">
              <a:lnSpc>
                <a:spcPct val="100000"/>
              </a:lnSpc>
              <a:spcBef>
                <a:spcPts val="400"/>
              </a:spcBef>
              <a:buNone/>
              <a:tabLst>
                <a:tab algn="l" pos="0"/>
              </a:tabLst>
            </a:pPr>
            <a:r>
              <a:rPr b="0" lang="en-US" sz="2000" spc="-1" strike="noStrike">
                <a:solidFill>
                  <a:srgbClr val="ffffff"/>
                </a:solidFill>
                <a:latin typeface="Arial"/>
                <a:ea typeface="ＭＳ Ｐゴシック"/>
              </a:rPr>
              <a:t>Click to edit Master text styles</a:t>
            </a:r>
            <a:endParaRPr b="0" lang="en-US" sz="2000" spc="-1" strike="noStrike">
              <a:solidFill>
                <a:srgbClr val="58585b"/>
              </a:solidFill>
              <a:latin typeface="Arial"/>
            </a:endParaRPr>
          </a:p>
        </p:txBody>
      </p:sp>
      <p:sp>
        <p:nvSpPr>
          <p:cNvPr id="220" name="PlaceHolder 2"/>
          <p:cNvSpPr>
            <a:spLocks noGrp="1"/>
          </p:cNvSpPr>
          <p:nvPr>
            <p:ph type="title"/>
          </p:nvPr>
        </p:nvSpPr>
        <p:spPr>
          <a:xfrm>
            <a:off x="437760" y="341280"/>
            <a:ext cx="8345160" cy="731520"/>
          </a:xfrm>
          <a:prstGeom prst="rect">
            <a:avLst/>
          </a:prstGeom>
          <a:noFill/>
          <a:ln w="0">
            <a:noFill/>
          </a:ln>
        </p:spPr>
        <p:txBody>
          <a:bodyPr numCol="1" spcCol="0" anchor="ctr">
            <a:noAutofit/>
          </a:bodyPr>
          <a:p>
            <a:pPr>
              <a:lnSpc>
                <a:spcPct val="80000"/>
              </a:lnSpc>
              <a:buNone/>
            </a:pPr>
            <a:r>
              <a:rPr b="0" lang="en-US" sz="3200" spc="-1" strike="noStrike">
                <a:solidFill>
                  <a:srgbClr val="004c69"/>
                </a:solidFill>
                <a:latin typeface="Arial"/>
                <a:ea typeface="ＭＳ Ｐゴシック"/>
              </a:rPr>
              <a:t>Click to edit Master title style</a:t>
            </a:r>
            <a:endParaRPr b="0" lang="en-US" sz="3200" spc="-1" strike="noStrike">
              <a:solidFill>
                <a:srgbClr val="58585b"/>
              </a:solidFill>
              <a:latin typeface="Arial"/>
            </a:endParaRPr>
          </a:p>
        </p:txBody>
      </p:sp>
    </p:spTree>
  </p:cSld>
  <p:clrMap bg1="lt1" bg2="lt2" tx1="dk1" tx2="dk2" accent1="accent1" accent2="accent2" accent3="accent3" accent4="accent4" accent5="accent5" accent6="accent6" hlink="hlink" folHlink="fol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38c6f4"/>
        </a:solidFill>
      </p:bgPr>
    </p:bg>
    <p:spTree>
      <p:nvGrpSpPr>
        <p:cNvPr id="1" name=""/>
        <p:cNvGrpSpPr/>
        <p:nvPr/>
      </p:nvGrpSpPr>
      <p:grpSpPr>
        <a:xfrm>
          <a:off x="0" y="0"/>
          <a:ext cx="0" cy="0"/>
          <a:chOff x="0" y="0"/>
          <a:chExt cx="0" cy="0"/>
        </a:xfrm>
      </p:grpSpPr>
      <p:sp>
        <p:nvSpPr>
          <p:cNvPr id="257" name="Rectangle 7" hidden="1"/>
          <p:cNvSpPr/>
          <p:nvPr/>
        </p:nvSpPr>
        <p:spPr>
          <a:xfrm>
            <a:off x="8389080" y="4743360"/>
            <a:ext cx="471600" cy="153720"/>
          </a:xfrm>
          <a:prstGeom prst="rect">
            <a:avLst/>
          </a:prstGeom>
          <a:noFill/>
          <a:ln w="9525">
            <a:noFill/>
          </a:ln>
        </p:spPr>
        <p:style>
          <a:lnRef idx="0"/>
          <a:fillRef idx="0"/>
          <a:effectRef idx="0"/>
          <a:fontRef idx="minor"/>
        </p:style>
        <p:txBody>
          <a:bodyPr wrap="none" lIns="61560" rIns="61560" tIns="30960" bIns="30960" anchor="b">
            <a:spAutoFit/>
          </a:bodyPr>
          <a:p>
            <a:pPr algn="r">
              <a:lnSpc>
                <a:spcPct val="100000"/>
              </a:lnSpc>
              <a:buNone/>
            </a:pPr>
            <a:fld id="{A11C660E-D27E-4E6F-8718-56B2DAFE685A}" type="slidenum">
              <a:rPr b="0" lang="en-US" sz="600" spc="-1" strike="noStrike">
                <a:solidFill>
                  <a:srgbClr val="d9d9d9"/>
                </a:solidFill>
                <a:latin typeface="Arial"/>
              </a:rPr>
              <a:t>&lt;number&gt;</a:t>
            </a:fld>
            <a:endParaRPr b="0" lang="en-JM" sz="600" spc="-1" strike="noStrike">
              <a:latin typeface="Arial"/>
            </a:endParaRPr>
          </a:p>
        </p:txBody>
      </p:sp>
      <p:sp>
        <p:nvSpPr>
          <p:cNvPr id="258" name="Rectangle 4" hidden="1"/>
          <p:cNvSpPr/>
          <p:nvPr/>
        </p:nvSpPr>
        <p:spPr>
          <a:xfrm>
            <a:off x="5542920" y="4741920"/>
            <a:ext cx="2982240" cy="153720"/>
          </a:xfrm>
          <a:prstGeom prst="rect">
            <a:avLst/>
          </a:prstGeom>
          <a:noFill/>
          <a:ln w="9525">
            <a:noFill/>
          </a:ln>
        </p:spPr>
        <p:style>
          <a:lnRef idx="0"/>
          <a:fillRef idx="0"/>
          <a:effectRef idx="0"/>
          <a:fontRef idx="minor"/>
        </p:style>
        <p:txBody>
          <a:bodyPr lIns="61560" rIns="61560" tIns="30960" bIns="30960" anchor="b">
            <a:spAutoFit/>
          </a:bodyPr>
          <a:p>
            <a:pPr>
              <a:lnSpc>
                <a:spcPct val="100000"/>
              </a:lnSpc>
              <a:buNone/>
            </a:pPr>
            <a:r>
              <a:rPr b="0" lang="en-US" sz="600" spc="-1" strike="noStrike">
                <a:solidFill>
                  <a:srgbClr val="d9d9d9"/>
                </a:solidFill>
                <a:latin typeface="Arial"/>
              </a:rPr>
              <a:t>© 2019, 2021  Cisco and/or its affiliates. All rights reserved.   Cisco Confidential</a:t>
            </a:r>
            <a:endParaRPr b="0" lang="en-JM" sz="600" spc="-1" strike="noStrike">
              <a:latin typeface="Arial"/>
            </a:endParaRPr>
          </a:p>
        </p:txBody>
      </p:sp>
      <p:grpSp>
        <p:nvGrpSpPr>
          <p:cNvPr id="259" name="Group 4"/>
          <p:cNvGrpSpPr/>
          <p:nvPr/>
        </p:nvGrpSpPr>
        <p:grpSpPr>
          <a:xfrm>
            <a:off x="507960" y="4715280"/>
            <a:ext cx="339840" cy="180360"/>
            <a:chOff x="507960" y="4715280"/>
            <a:chExt cx="339840" cy="180360"/>
          </a:xfrm>
        </p:grpSpPr>
        <p:sp>
          <p:nvSpPr>
            <p:cNvPr id="260" name="Rectangle 5"/>
            <p:cNvSpPr/>
            <p:nvPr/>
          </p:nvSpPr>
          <p:spPr>
            <a:xfrm>
              <a:off x="604440" y="4835160"/>
              <a:ext cx="14400" cy="59400"/>
            </a:xfrm>
            <a:prstGeom prst="rect">
              <a:avLst/>
            </a:prstGeom>
            <a:solidFill>
              <a:schemeClr val="accent5"/>
            </a:solidFill>
            <a:ln w="0">
              <a:noFill/>
            </a:ln>
          </p:spPr>
          <p:style>
            <a:lnRef idx="0"/>
            <a:fillRef idx="0"/>
            <a:effectRef idx="0"/>
            <a:fontRef idx="minor"/>
          </p:style>
        </p:sp>
        <p:sp>
          <p:nvSpPr>
            <p:cNvPr id="261" name="Freeform 6"/>
            <p:cNvSpPr/>
            <p:nvPr/>
          </p:nvSpPr>
          <p:spPr>
            <a:xfrm>
              <a:off x="694440" y="4834440"/>
              <a:ext cx="44280" cy="61200"/>
            </a:xfrm>
            <a:custGeom>
              <a:avLst/>
              <a:gdLst/>
              <a:ahLst/>
              <a:rect l="l" t="t"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262" name="Freeform 7"/>
            <p:cNvSpPr/>
            <p:nvPr/>
          </p:nvSpPr>
          <p:spPr>
            <a:xfrm>
              <a:off x="538560" y="4834440"/>
              <a:ext cx="45000" cy="61200"/>
            </a:xfrm>
            <a:custGeom>
              <a:avLst/>
              <a:gdLst/>
              <a:ahLst/>
              <a:rect l="l" t="t"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263" name="Freeform 8"/>
            <p:cNvSpPr/>
            <p:nvPr/>
          </p:nvSpPr>
          <p:spPr>
            <a:xfrm>
              <a:off x="755280" y="4834440"/>
              <a:ext cx="61200" cy="61200"/>
            </a:xfrm>
            <a:custGeom>
              <a:avLst/>
              <a:gdLst/>
              <a:ahLst/>
              <a:rect l="l" t="t"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w="0">
              <a:noFill/>
            </a:ln>
          </p:spPr>
          <p:style>
            <a:lnRef idx="0"/>
            <a:fillRef idx="0"/>
            <a:effectRef idx="0"/>
            <a:fontRef idx="minor"/>
          </p:style>
        </p:sp>
        <p:sp>
          <p:nvSpPr>
            <p:cNvPr id="264" name="Freeform 9"/>
            <p:cNvSpPr/>
            <p:nvPr/>
          </p:nvSpPr>
          <p:spPr>
            <a:xfrm>
              <a:off x="639000" y="4834440"/>
              <a:ext cx="40320" cy="61200"/>
            </a:xfrm>
            <a:custGeom>
              <a:avLst/>
              <a:gdLst/>
              <a:ahLst/>
              <a:rect l="l" t="t"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w="0">
              <a:noFill/>
            </a:ln>
          </p:spPr>
          <p:style>
            <a:lnRef idx="0"/>
            <a:fillRef idx="0"/>
            <a:effectRef idx="0"/>
            <a:fontRef idx="minor"/>
          </p:style>
        </p:sp>
        <p:sp>
          <p:nvSpPr>
            <p:cNvPr id="265" name="Freeform 10"/>
            <p:cNvSpPr/>
            <p:nvPr/>
          </p:nvSpPr>
          <p:spPr>
            <a:xfrm>
              <a:off x="50796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266" name="Freeform 11"/>
            <p:cNvSpPr/>
            <p:nvPr/>
          </p:nvSpPr>
          <p:spPr>
            <a:xfrm>
              <a:off x="54864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67" name="Freeform 12"/>
            <p:cNvSpPr/>
            <p:nvPr/>
          </p:nvSpPr>
          <p:spPr>
            <a:xfrm>
              <a:off x="589320" y="4715280"/>
              <a:ext cx="14400" cy="93960"/>
            </a:xfrm>
            <a:custGeom>
              <a:avLst/>
              <a:gdLst/>
              <a:ahLst/>
              <a:rect l="l" t="t"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268" name="Freeform 13"/>
            <p:cNvSpPr/>
            <p:nvPr/>
          </p:nvSpPr>
          <p:spPr>
            <a:xfrm>
              <a:off x="63000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69" name="Freeform 14"/>
            <p:cNvSpPr/>
            <p:nvPr/>
          </p:nvSpPr>
          <p:spPr>
            <a:xfrm>
              <a:off x="67068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270" name="Freeform 15"/>
            <p:cNvSpPr/>
            <p:nvPr/>
          </p:nvSpPr>
          <p:spPr>
            <a:xfrm>
              <a:off x="71136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71" name="Freeform 16"/>
            <p:cNvSpPr/>
            <p:nvPr/>
          </p:nvSpPr>
          <p:spPr>
            <a:xfrm>
              <a:off x="752040" y="4715280"/>
              <a:ext cx="14400" cy="93960"/>
            </a:xfrm>
            <a:custGeom>
              <a:avLst/>
              <a:gdLst/>
              <a:ahLst/>
              <a:rect l="l" t="t"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272" name="Freeform 17"/>
            <p:cNvSpPr/>
            <p:nvPr/>
          </p:nvSpPr>
          <p:spPr>
            <a:xfrm>
              <a:off x="79272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73" name="Freeform 18"/>
            <p:cNvSpPr/>
            <p:nvPr/>
          </p:nvSpPr>
          <p:spPr>
            <a:xfrm>
              <a:off x="833400" y="4763880"/>
              <a:ext cx="14400" cy="30240"/>
            </a:xfrm>
            <a:custGeom>
              <a:avLst/>
              <a:gdLst/>
              <a:ahLst/>
              <a:rect l="l" t="t"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grpSp>
      <p:pic>
        <p:nvPicPr>
          <p:cNvPr id="274" name="Picture 1" descr=""/>
          <p:cNvPicPr/>
          <p:nvPr/>
        </p:nvPicPr>
        <p:blipFill>
          <a:blip r:embed="rId2"/>
          <a:stretch/>
        </p:blipFill>
        <p:spPr>
          <a:xfrm>
            <a:off x="0" y="0"/>
            <a:ext cx="9143640" cy="5165640"/>
          </a:xfrm>
          <a:prstGeom prst="rect">
            <a:avLst/>
          </a:prstGeom>
          <a:ln w="0">
            <a:noFill/>
          </a:ln>
        </p:spPr>
      </p:pic>
      <p:grpSp>
        <p:nvGrpSpPr>
          <p:cNvPr id="275" name="Group 4"/>
          <p:cNvGrpSpPr/>
          <p:nvPr/>
        </p:nvGrpSpPr>
        <p:grpSpPr>
          <a:xfrm>
            <a:off x="3746160" y="2129760"/>
            <a:ext cx="1617840" cy="860400"/>
            <a:chOff x="3746160" y="2129760"/>
            <a:chExt cx="1617840" cy="860400"/>
          </a:xfrm>
        </p:grpSpPr>
        <p:sp>
          <p:nvSpPr>
            <p:cNvPr id="276" name="Rectangle 5"/>
            <p:cNvSpPr/>
            <p:nvPr/>
          </p:nvSpPr>
          <p:spPr>
            <a:xfrm>
              <a:off x="4204080" y="2700360"/>
              <a:ext cx="70560" cy="283320"/>
            </a:xfrm>
            <a:prstGeom prst="rect">
              <a:avLst/>
            </a:prstGeom>
            <a:solidFill>
              <a:schemeClr val="accent5"/>
            </a:solidFill>
            <a:ln w="0">
              <a:noFill/>
            </a:ln>
          </p:spPr>
          <p:style>
            <a:lnRef idx="0"/>
            <a:fillRef idx="0"/>
            <a:effectRef idx="0"/>
            <a:fontRef idx="minor"/>
          </p:style>
        </p:sp>
        <p:sp>
          <p:nvSpPr>
            <p:cNvPr id="277" name="Freeform 6"/>
            <p:cNvSpPr/>
            <p:nvPr/>
          </p:nvSpPr>
          <p:spPr>
            <a:xfrm>
              <a:off x="4632480" y="2697120"/>
              <a:ext cx="212400" cy="293040"/>
            </a:xfrm>
            <a:custGeom>
              <a:avLst/>
              <a:gdLst/>
              <a:ahLst/>
              <a:rect l="l" t="t"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278" name="Freeform 7"/>
            <p:cNvSpPr/>
            <p:nvPr/>
          </p:nvSpPr>
          <p:spPr>
            <a:xfrm>
              <a:off x="3891240" y="2697120"/>
              <a:ext cx="215640" cy="293040"/>
            </a:xfrm>
            <a:custGeom>
              <a:avLst/>
              <a:gdLst/>
              <a:ahLst/>
              <a:rect l="l" t="t"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279" name="Freeform 8"/>
            <p:cNvSpPr/>
            <p:nvPr/>
          </p:nvSpPr>
          <p:spPr>
            <a:xfrm>
              <a:off x="4922640" y="2697120"/>
              <a:ext cx="293040" cy="293040"/>
            </a:xfrm>
            <a:custGeom>
              <a:avLst/>
              <a:gdLst/>
              <a:ahLst/>
              <a:rect l="l" t="t"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w="0">
              <a:noFill/>
            </a:ln>
          </p:spPr>
          <p:style>
            <a:lnRef idx="0"/>
            <a:fillRef idx="0"/>
            <a:effectRef idx="0"/>
            <a:fontRef idx="minor"/>
          </p:style>
        </p:sp>
        <p:sp>
          <p:nvSpPr>
            <p:cNvPr id="280" name="Freeform 9"/>
            <p:cNvSpPr/>
            <p:nvPr/>
          </p:nvSpPr>
          <p:spPr>
            <a:xfrm>
              <a:off x="4368240" y="2697120"/>
              <a:ext cx="192960" cy="293040"/>
            </a:xfrm>
            <a:custGeom>
              <a:avLst/>
              <a:gdLst/>
              <a:ahLst/>
              <a:rect l="l" t="t"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w="0">
              <a:noFill/>
            </a:ln>
          </p:spPr>
          <p:style>
            <a:lnRef idx="0"/>
            <a:fillRef idx="0"/>
            <a:effectRef idx="0"/>
            <a:fontRef idx="minor"/>
          </p:style>
        </p:sp>
        <p:sp>
          <p:nvSpPr>
            <p:cNvPr id="281" name="Freeform 10"/>
            <p:cNvSpPr/>
            <p:nvPr/>
          </p:nvSpPr>
          <p:spPr>
            <a:xfrm>
              <a:off x="3746160" y="2361960"/>
              <a:ext cx="70560" cy="14472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282" name="Freeform 11"/>
            <p:cNvSpPr/>
            <p:nvPr/>
          </p:nvSpPr>
          <p:spPr>
            <a:xfrm>
              <a:off x="3939840" y="2265120"/>
              <a:ext cx="70560" cy="2412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83" name="Freeform 12"/>
            <p:cNvSpPr/>
            <p:nvPr/>
          </p:nvSpPr>
          <p:spPr>
            <a:xfrm>
              <a:off x="4133160" y="2129760"/>
              <a:ext cx="70560" cy="447480"/>
            </a:xfrm>
            <a:custGeom>
              <a:avLst/>
              <a:gdLst/>
              <a:ahLst/>
              <a:rect l="l" t="t"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284" name="Freeform 13"/>
            <p:cNvSpPr/>
            <p:nvPr/>
          </p:nvSpPr>
          <p:spPr>
            <a:xfrm>
              <a:off x="4326480" y="2265120"/>
              <a:ext cx="70560" cy="2412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85" name="Freeform 14"/>
            <p:cNvSpPr/>
            <p:nvPr/>
          </p:nvSpPr>
          <p:spPr>
            <a:xfrm>
              <a:off x="4519800" y="2361960"/>
              <a:ext cx="70560" cy="14472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286" name="Freeform 15"/>
            <p:cNvSpPr/>
            <p:nvPr/>
          </p:nvSpPr>
          <p:spPr>
            <a:xfrm>
              <a:off x="4713120" y="2265120"/>
              <a:ext cx="70560" cy="2412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87" name="Freeform 16"/>
            <p:cNvSpPr/>
            <p:nvPr/>
          </p:nvSpPr>
          <p:spPr>
            <a:xfrm>
              <a:off x="4906440" y="2129760"/>
              <a:ext cx="70560" cy="447480"/>
            </a:xfrm>
            <a:custGeom>
              <a:avLst/>
              <a:gdLst/>
              <a:ahLst/>
              <a:rect l="l" t="t"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288" name="Freeform 17"/>
            <p:cNvSpPr/>
            <p:nvPr/>
          </p:nvSpPr>
          <p:spPr>
            <a:xfrm>
              <a:off x="5100120" y="2265120"/>
              <a:ext cx="70560" cy="2412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89" name="Freeform 18"/>
            <p:cNvSpPr/>
            <p:nvPr/>
          </p:nvSpPr>
          <p:spPr>
            <a:xfrm>
              <a:off x="5293440" y="2361960"/>
              <a:ext cx="70560" cy="144720"/>
            </a:xfrm>
            <a:custGeom>
              <a:avLst/>
              <a:gdLst/>
              <a:ahLst/>
              <a:rect l="l" t="t"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grpSp>
      <p:sp>
        <p:nvSpPr>
          <p:cNvPr id="29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r>
              <a:rPr b="0" lang="en-US" sz="3200" spc="-1" strike="noStrike">
                <a:solidFill>
                  <a:srgbClr val="58585b"/>
                </a:solidFill>
                <a:latin typeface="Arial"/>
              </a:rPr>
              <a:t>Click to edit the title text format</a:t>
            </a:r>
            <a:endParaRPr b="0" lang="en-US" sz="3200" spc="-1" strike="noStrike">
              <a:solidFill>
                <a:srgbClr val="58585b"/>
              </a:solidFill>
              <a:latin typeface="Arial"/>
            </a:endParaRPr>
          </a:p>
        </p:txBody>
      </p:sp>
      <p:sp>
        <p:nvSpPr>
          <p:cNvPr id="291"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500" spc="-1" strike="noStrike">
                <a:solidFill>
                  <a:srgbClr val="58585b"/>
                </a:solidFill>
                <a:latin typeface="Arial"/>
              </a:rPr>
              <a:t>Click to edit the outline text format</a:t>
            </a:r>
            <a:endParaRPr b="0" lang="en-US" sz="1500" spc="-1" strike="noStrike">
              <a:solidFill>
                <a:srgbClr val="58585b"/>
              </a:solidFill>
              <a:latin typeface="Arial"/>
            </a:endParaRPr>
          </a:p>
          <a:p>
            <a:pPr lvl="1" marL="864000" indent="-324000">
              <a:spcBef>
                <a:spcPts val="1134"/>
              </a:spcBef>
              <a:buClr>
                <a:srgbClr val="000000"/>
              </a:buClr>
              <a:buSzPct val="75000"/>
              <a:buFont typeface="Symbol" charset="2"/>
              <a:buChar char=""/>
            </a:pPr>
            <a:r>
              <a:rPr b="0" lang="en-US" sz="1200" spc="-1" strike="noStrike">
                <a:solidFill>
                  <a:srgbClr val="58585b"/>
                </a:solidFill>
                <a:latin typeface="Arial"/>
              </a:rPr>
              <a:t>Second Outline Level</a:t>
            </a:r>
            <a:endParaRPr b="0" lang="en-US" sz="1200" spc="-1" strike="noStrike">
              <a:solidFill>
                <a:srgbClr val="58585b"/>
              </a:solidFill>
              <a:latin typeface="Arial"/>
            </a:endParaRPr>
          </a:p>
          <a:p>
            <a:pPr lvl="2" marL="1296000" indent="-288000">
              <a:spcBef>
                <a:spcPts val="850"/>
              </a:spcBef>
              <a:buClr>
                <a:srgbClr val="000000"/>
              </a:buClr>
              <a:buSzPct val="45000"/>
              <a:buFont typeface="Wingdings" charset="2"/>
              <a:buChar char=""/>
            </a:pPr>
            <a:r>
              <a:rPr b="0" lang="en-US" sz="1100" spc="-1" strike="noStrike">
                <a:solidFill>
                  <a:srgbClr val="58585b"/>
                </a:solidFill>
                <a:latin typeface="Arial"/>
              </a:rPr>
              <a:t>Third Outline Level</a:t>
            </a:r>
            <a:endParaRPr b="0" lang="en-US" sz="1100" spc="-1" strike="noStrike">
              <a:solidFill>
                <a:srgbClr val="58585b"/>
              </a:solidFill>
              <a:latin typeface="Arial"/>
            </a:endParaRPr>
          </a:p>
          <a:p>
            <a:pPr lvl="3" marL="1728000" indent="-216000">
              <a:spcBef>
                <a:spcPts val="567"/>
              </a:spcBef>
              <a:buClr>
                <a:srgbClr val="000000"/>
              </a:buClr>
              <a:buSzPct val="75000"/>
              <a:buFont typeface="Symbol" charset="2"/>
              <a:buChar char=""/>
            </a:pPr>
            <a:r>
              <a:rPr b="0" lang="en-US" sz="1100" spc="-1" strike="noStrike">
                <a:solidFill>
                  <a:srgbClr val="58585b"/>
                </a:solidFill>
                <a:latin typeface="Arial"/>
              </a:rPr>
              <a:t>Fourth Outline Level</a:t>
            </a:r>
            <a:endParaRPr b="0" lang="en-US" sz="1100" spc="-1" strike="noStrike">
              <a:solidFill>
                <a:srgbClr val="58585b"/>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58585b"/>
                </a:solidFill>
                <a:latin typeface="Arial"/>
              </a:rPr>
              <a:t>Fifth Outline Level</a:t>
            </a:r>
            <a:endParaRPr b="0" lang="en-US" sz="2000" spc="-1" strike="noStrike">
              <a:solidFill>
                <a:srgbClr val="58585b"/>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58585b"/>
                </a:solidFill>
                <a:latin typeface="Arial"/>
              </a:rPr>
              <a:t>Sixth Outline Level</a:t>
            </a:r>
            <a:endParaRPr b="0" lang="en-US" sz="2000" spc="-1" strike="noStrike">
              <a:solidFill>
                <a:srgbClr val="58585b"/>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58585b"/>
                </a:solidFill>
                <a:latin typeface="Arial"/>
              </a:rPr>
              <a:t>Seventh Outline Level</a:t>
            </a:r>
            <a:endParaRPr b="0" lang="en-US" sz="2000" spc="-1" strike="noStrike">
              <a:solidFill>
                <a:srgbClr val="58585b"/>
              </a:solidFill>
              <a:latin typeface="Arial"/>
            </a:endParaRPr>
          </a:p>
        </p:txBody>
      </p:sp>
    </p:spTree>
  </p:cSld>
  <p:clrMap bg1="lt1" bg2="lt2" tx1="dk1" tx2="dk2" accent1="accent1" accent2="accent2" accent3="accent3" accent4="accent4" accent5="accent5" accent6="accent6" hlink="hlink" folHlink="folHlink"/>
  <p:sldLayoutIdLst>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 id="2147483711" r:id="rId13"/>
    <p:sldLayoutId id="2147483712" r:id="rId1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37.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37.xml"/><Relationship Id="rId3"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37.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37.xml"/><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37.xml"/><Relationship Id="rId3"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37.xml"/><Relationship Id="rId3"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37.xml"/><Relationship Id="rId3"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37.xml"/><Relationship Id="rId3"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7.xml"/><Relationship Id="rId3"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37.xml"/><Relationship Id="rId3"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37.xml"/><Relationship Id="rId3"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37.xml"/><Relationship Id="rId3" Type="http://schemas.openxmlformats.org/officeDocument/2006/relationships/notesSlide" Target="../notesSlides/notesSlide40.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1.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2.xml"/>
</Relationships>
</file>

<file path=ppt/slides/_rels/slide43.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37.xml"/><Relationship Id="rId3" Type="http://schemas.openxmlformats.org/officeDocument/2006/relationships/notesSlide" Target="../notesSlides/notesSlide43.xml"/>
</Relationships>
</file>

<file path=ppt/slides/_rels/slide44.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37.xml"/><Relationship Id="rId3" Type="http://schemas.openxmlformats.org/officeDocument/2006/relationships/notesSlide" Target="../notesSlides/notesSlide44.xml"/>
</Relationships>
</file>

<file path=ppt/slides/_rels/slide45.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png"/><Relationship Id="rId3" Type="http://schemas.openxmlformats.org/officeDocument/2006/relationships/slideLayout" Target="../slideLayouts/slideLayout37.xml"/><Relationship Id="rId4" Type="http://schemas.openxmlformats.org/officeDocument/2006/relationships/notesSlide" Target="../notesSlides/notesSlide45.xm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46.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7.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8.xml"/>
</Relationships>
</file>

<file path=ppt/slides/_rels/slide49.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9.xml"/>
</Relationships>
</file>

<file path=ppt/slides/_rels/slide50.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0.xml"/>
</Relationships>
</file>

<file path=ppt/slides/_rels/slide51.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1.xml"/>
</Relationships>
</file>

<file path=ppt/slides/_rels/slide52.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2.xml"/>
</Relationships>
</file>

<file path=ppt/slides/_rels/slide53.xml.rels><?xml version="1.0" encoding="UTF-8"?>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5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4" name="PlaceHolder 1"/>
          <p:cNvSpPr>
            <a:spLocks noGrp="1"/>
          </p:cNvSpPr>
          <p:nvPr>
            <p:ph type="title"/>
          </p:nvPr>
        </p:nvSpPr>
        <p:spPr>
          <a:xfrm>
            <a:off x="469440" y="2316600"/>
            <a:ext cx="6672240" cy="1079640"/>
          </a:xfrm>
          <a:prstGeom prst="rect">
            <a:avLst/>
          </a:prstGeom>
          <a:noFill/>
          <a:ln w="0">
            <a:noFill/>
          </a:ln>
        </p:spPr>
        <p:txBody>
          <a:bodyPr numCol="1" spcCol="0" anchor="b">
            <a:noAutofit/>
          </a:bodyPr>
          <a:p>
            <a:pPr>
              <a:lnSpc>
                <a:spcPct val="90000"/>
              </a:lnSpc>
              <a:buNone/>
              <a:tabLst>
                <a:tab algn="l" pos="0"/>
              </a:tabLst>
            </a:pPr>
            <a:r>
              <a:rPr b="0" lang="en-US" sz="3600" spc="-1" strike="noStrike">
                <a:solidFill>
                  <a:srgbClr val="afe8fb"/>
                </a:solidFill>
                <a:latin typeface="Arial"/>
                <a:ea typeface="ＭＳ Ｐゴシック"/>
              </a:rPr>
              <a:t>Module 12: IPv6 Addressing</a:t>
            </a:r>
            <a:endParaRPr b="0" lang="en-US" sz="3600" spc="-1" strike="noStrike">
              <a:solidFill>
                <a:srgbClr val="58585b"/>
              </a:solidFill>
              <a:latin typeface="Arial"/>
            </a:endParaRPr>
          </a:p>
        </p:txBody>
      </p:sp>
      <p:sp>
        <p:nvSpPr>
          <p:cNvPr id="335" name="PlaceHolder 2"/>
          <p:cNvSpPr>
            <a:spLocks noGrp="1"/>
          </p:cNvSpPr>
          <p:nvPr>
            <p:ph type="subTitle"/>
          </p:nvPr>
        </p:nvSpPr>
        <p:spPr>
          <a:xfrm>
            <a:off x="469440" y="3809520"/>
            <a:ext cx="2368440" cy="901800"/>
          </a:xfrm>
          <a:prstGeom prst="rect">
            <a:avLst/>
          </a:prstGeom>
          <a:noFill/>
          <a:ln w="0">
            <a:noFill/>
          </a:ln>
        </p:spPr>
        <p:txBody>
          <a:bodyPr anchor="b">
            <a:noAutofit/>
          </a:bodyPr>
          <a:p>
            <a:pPr>
              <a:lnSpc>
                <a:spcPct val="100000"/>
              </a:lnSpc>
              <a:buNone/>
              <a:tabLst>
                <a:tab algn="l" pos="0"/>
              </a:tabLst>
            </a:pPr>
            <a:r>
              <a:rPr b="0" lang="en-US" sz="1200" spc="-1" strike="noStrike">
                <a:solidFill>
                  <a:srgbClr val="afe8fb"/>
                </a:solidFill>
                <a:latin typeface="Arial"/>
              </a:rPr>
              <a:t>Introduction to Networks v7.0 (ITN)</a:t>
            </a:r>
            <a:endParaRPr b="0" lang="en-JM" sz="1200" spc="-1" strike="noStrike">
              <a:latin typeface="Arial"/>
            </a:endParaRPr>
          </a:p>
          <a:p>
            <a:pPr>
              <a:lnSpc>
                <a:spcPct val="100000"/>
              </a:lnSpc>
              <a:buNone/>
              <a:tabLst>
                <a:tab algn="l" pos="0"/>
              </a:tabLst>
            </a:pPr>
            <a:endParaRPr b="0" lang="en-JM" sz="1200" spc="-1" strike="noStrike">
              <a:latin typeface="Arial"/>
            </a:endParaRPr>
          </a:p>
        </p:txBody>
      </p:sp>
    </p:spTree>
  </p:cSld>
  <p:transition spd="slow">
    <p:wipe dir="l"/>
  </p:transition>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6" name="PlaceHolder 1"/>
          <p:cNvSpPr>
            <a:spLocks noGrp="1"/>
          </p:cNvSpPr>
          <p:nvPr>
            <p:ph type="title"/>
          </p:nvPr>
        </p:nvSpPr>
        <p:spPr>
          <a:xfrm>
            <a:off x="0" y="41400"/>
            <a:ext cx="9143640" cy="757080"/>
          </a:xfrm>
          <a:prstGeom prst="rect">
            <a:avLst/>
          </a:prstGeom>
          <a:noFill/>
          <a:ln w="0">
            <a:noFill/>
          </a:ln>
        </p:spPr>
        <p:txBody>
          <a:bodyPr numCol="1" spcCol="0" anchor="ctr">
            <a:noAutofit/>
          </a:bodyPr>
          <a:p>
            <a:pPr>
              <a:lnSpc>
                <a:spcPct val="100000"/>
              </a:lnSpc>
              <a:buNone/>
            </a:pPr>
            <a:r>
              <a:rPr b="0" lang="en-US" sz="2400" spc="-1" strike="noStrike">
                <a:solidFill>
                  <a:srgbClr val="367187"/>
                </a:solidFill>
                <a:latin typeface="Arial"/>
                <a:ea typeface="ＭＳ Ｐゴシック"/>
              </a:rPr>
              <a:t>Module Objectives</a:t>
            </a:r>
            <a:endParaRPr b="0" lang="en-US" sz="2400" spc="-1" strike="noStrike">
              <a:solidFill>
                <a:srgbClr val="58585b"/>
              </a:solidFill>
              <a:latin typeface="Arial"/>
            </a:endParaRPr>
          </a:p>
        </p:txBody>
      </p:sp>
      <p:sp>
        <p:nvSpPr>
          <p:cNvPr id="337" name="Rectangle 1"/>
          <p:cNvSpPr/>
          <p:nvPr/>
        </p:nvSpPr>
        <p:spPr>
          <a:xfrm>
            <a:off x="364680" y="827280"/>
            <a:ext cx="8012160" cy="1096560"/>
          </a:xfrm>
          <a:prstGeom prst="rect">
            <a:avLst/>
          </a:prstGeom>
          <a:noFill/>
          <a:ln w="0">
            <a:noFill/>
          </a:ln>
        </p:spPr>
        <p:style>
          <a:lnRef idx="0"/>
          <a:fillRef idx="0"/>
          <a:effectRef idx="0"/>
          <a:fontRef idx="minor"/>
        </p:style>
        <p:txBody>
          <a:bodyPr numCol="1" spcCol="0" anchor="ctr">
            <a:spAutoFit/>
          </a:bodyPr>
          <a:p>
            <a:pPr>
              <a:lnSpc>
                <a:spcPct val="100000"/>
              </a:lnSpc>
              <a:buNone/>
              <a:tabLst>
                <a:tab algn="l" pos="0"/>
              </a:tabLst>
            </a:pPr>
            <a:r>
              <a:rPr b="1" lang="en-US" sz="1600" spc="-1" strike="noStrike">
                <a:solidFill>
                  <a:srgbClr val="58585b"/>
                </a:solidFill>
                <a:latin typeface="Arial"/>
                <a:ea typeface="Calibri"/>
              </a:rPr>
              <a:t>Module Title: </a:t>
            </a:r>
            <a:r>
              <a:rPr b="0" lang="en-US" sz="1600" spc="-1" strike="noStrike">
                <a:solidFill>
                  <a:srgbClr val="58585b"/>
                </a:solidFill>
                <a:latin typeface="Arial"/>
                <a:ea typeface="Calibri"/>
              </a:rPr>
              <a:t>IPv6 Addressing</a:t>
            </a:r>
            <a:endParaRPr b="0" lang="en-JM" sz="1600" spc="-1" strike="noStrike">
              <a:latin typeface="Arial"/>
            </a:endParaRPr>
          </a:p>
          <a:p>
            <a:pPr>
              <a:lnSpc>
                <a:spcPct val="100000"/>
              </a:lnSpc>
              <a:buNone/>
              <a:tabLst>
                <a:tab algn="l" pos="0"/>
              </a:tabLst>
            </a:pPr>
            <a:endParaRPr b="0" lang="en-JM" sz="1600" spc="-1" strike="noStrike">
              <a:latin typeface="Arial"/>
            </a:endParaRPr>
          </a:p>
          <a:p>
            <a:pPr>
              <a:lnSpc>
                <a:spcPct val="100000"/>
              </a:lnSpc>
              <a:buNone/>
              <a:tabLst>
                <a:tab algn="l" pos="0"/>
              </a:tabLst>
            </a:pPr>
            <a:r>
              <a:rPr b="1" lang="en-US" sz="1600" spc="-1" strike="noStrike">
                <a:solidFill>
                  <a:srgbClr val="58585b"/>
                </a:solidFill>
                <a:latin typeface="Arial"/>
                <a:ea typeface="Calibri"/>
              </a:rPr>
              <a:t>Module Objective</a:t>
            </a:r>
            <a:r>
              <a:rPr b="0" lang="en-US" sz="1600" spc="-1" strike="noStrike">
                <a:solidFill>
                  <a:srgbClr val="58585b"/>
                </a:solidFill>
                <a:latin typeface="Arial"/>
                <a:ea typeface="Calibri"/>
              </a:rPr>
              <a:t>: Implement an IPv6 Addressing scheme</a:t>
            </a:r>
            <a:r>
              <a:rPr b="0" lang="en-US" sz="1200" spc="-1" strike="noStrike">
                <a:solidFill>
                  <a:srgbClr val="58585b"/>
                </a:solidFill>
                <a:latin typeface="Calibri"/>
                <a:ea typeface="Calibri"/>
              </a:rPr>
              <a:t>.</a:t>
            </a:r>
            <a:endParaRPr b="0" lang="en-JM" sz="1200" spc="-1" strike="noStrike">
              <a:latin typeface="Arial"/>
            </a:endParaRPr>
          </a:p>
          <a:p>
            <a:pPr>
              <a:lnSpc>
                <a:spcPct val="100000"/>
              </a:lnSpc>
              <a:buNone/>
              <a:tabLst>
                <a:tab algn="l" pos="0"/>
              </a:tabLst>
            </a:pPr>
            <a:endParaRPr b="0" lang="en-JM" sz="1200" spc="-1" strike="noStrike">
              <a:latin typeface="Arial"/>
            </a:endParaRPr>
          </a:p>
        </p:txBody>
      </p:sp>
      <p:graphicFrame>
        <p:nvGraphicFramePr>
          <p:cNvPr id="338" name="Table 4"/>
          <p:cNvGraphicFramePr/>
          <p:nvPr/>
        </p:nvGraphicFramePr>
        <p:xfrm>
          <a:off x="642600" y="1952640"/>
          <a:ext cx="7455960" cy="1807920"/>
        </p:xfrm>
        <a:graphic>
          <a:graphicData uri="http://schemas.openxmlformats.org/drawingml/2006/table">
            <a:tbl>
              <a:tblPr/>
              <a:tblGrid>
                <a:gridCol w="3728160"/>
                <a:gridCol w="3728160"/>
              </a:tblGrid>
              <a:tr h="272880">
                <a:tc>
                  <a:txBody>
                    <a:bodyPr lIns="68400" rIns="68400" tIns="0" bIns="0" anchor="t">
                      <a:noAutofit/>
                    </a:bodyPr>
                    <a:p>
                      <a:pPr>
                        <a:lnSpc>
                          <a:spcPct val="107000"/>
                        </a:lnSpc>
                        <a:buNone/>
                      </a:pPr>
                      <a:r>
                        <a:rPr b="1" lang="en-US" sz="1050" spc="-1" strike="noStrike">
                          <a:solidFill>
                            <a:srgbClr val="ffffff"/>
                          </a:solidFill>
                          <a:latin typeface="Arial"/>
                        </a:rPr>
                        <a:t>Topic Title</a:t>
                      </a:r>
                      <a:endParaRPr b="0" lang="en-JM" sz="1050" spc="-1" strike="noStrike">
                        <a:latin typeface="Arial"/>
                      </a:endParaRPr>
                    </a:p>
                  </a:txBody>
                  <a:tcPr anchor="t" marL="68400" marR="68400">
                    <a:lnL w="12240">
                      <a:solidFill>
                        <a:srgbClr val="ffffff"/>
                      </a:solidFill>
                    </a:lnL>
                    <a:lnR w="12240">
                      <a:solidFill>
                        <a:srgbClr val="ffffff"/>
                      </a:solidFill>
                    </a:lnR>
                    <a:lnT w="12240">
                      <a:solidFill>
                        <a:srgbClr val="ffffff"/>
                      </a:solidFill>
                    </a:lnT>
                    <a:lnB w="38160">
                      <a:solidFill>
                        <a:srgbClr val="ffffff"/>
                      </a:solidFill>
                    </a:lnB>
                    <a:solidFill>
                      <a:srgbClr val="004c69"/>
                    </a:solidFill>
                  </a:tcPr>
                </a:tc>
                <a:tc>
                  <a:txBody>
                    <a:bodyPr lIns="68400" rIns="68400" tIns="0" bIns="0" anchor="t">
                      <a:noAutofit/>
                    </a:bodyPr>
                    <a:p>
                      <a:pPr>
                        <a:lnSpc>
                          <a:spcPct val="107000"/>
                        </a:lnSpc>
                        <a:buNone/>
                      </a:pPr>
                      <a:r>
                        <a:rPr b="1" lang="en-US" sz="1050" spc="-1" strike="noStrike">
                          <a:solidFill>
                            <a:srgbClr val="ffffff"/>
                          </a:solidFill>
                          <a:latin typeface="Arial"/>
                        </a:rPr>
                        <a:t>Topic Objective</a:t>
                      </a:r>
                      <a:endParaRPr b="0" lang="en-JM" sz="1050" spc="-1" strike="noStrike">
                        <a:latin typeface="Arial"/>
                      </a:endParaRPr>
                    </a:p>
                  </a:txBody>
                  <a:tcPr anchor="t" marL="68400" marR="68400">
                    <a:lnL w="12240">
                      <a:solidFill>
                        <a:srgbClr val="ffffff"/>
                      </a:solidFill>
                    </a:lnL>
                    <a:lnR w="12240">
                      <a:solidFill>
                        <a:srgbClr val="ffffff"/>
                      </a:solidFill>
                    </a:lnR>
                    <a:lnT w="12240">
                      <a:solidFill>
                        <a:srgbClr val="ffffff"/>
                      </a:solidFill>
                    </a:lnT>
                    <a:lnB w="38160">
                      <a:solidFill>
                        <a:srgbClr val="ffffff"/>
                      </a:solidFill>
                    </a:lnB>
                    <a:solidFill>
                      <a:srgbClr val="004c69"/>
                    </a:solidFill>
                  </a:tcPr>
                </a:tc>
              </a:tr>
              <a:tr h="415080">
                <a:tc>
                  <a:txBody>
                    <a:bodyPr lIns="47520" rIns="47520" tIns="47520" bIns="47520" anchor="ctr">
                      <a:noAutofit/>
                    </a:bodyPr>
                    <a:p>
                      <a:pPr>
                        <a:lnSpc>
                          <a:spcPct val="100000"/>
                        </a:lnSpc>
                        <a:buNone/>
                      </a:pPr>
                      <a:r>
                        <a:rPr b="0" lang="en-US" sz="1050" spc="-1" strike="noStrike">
                          <a:solidFill>
                            <a:srgbClr val="ffffff"/>
                          </a:solidFill>
                          <a:latin typeface="Arial"/>
                        </a:rPr>
                        <a:t>IPv4 Issues</a:t>
                      </a:r>
                      <a:endParaRPr b="0" lang="en-JM" sz="105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004c69"/>
                    </a:solidFill>
                  </a:tcPr>
                </a:tc>
                <a:tc>
                  <a:txBody>
                    <a:bodyPr lIns="47520" rIns="47520" tIns="47520" bIns="47520" anchor="ctr">
                      <a:noAutofit/>
                    </a:bodyPr>
                    <a:p>
                      <a:pPr>
                        <a:lnSpc>
                          <a:spcPct val="100000"/>
                        </a:lnSpc>
                        <a:buNone/>
                      </a:pPr>
                      <a:r>
                        <a:rPr b="0" lang="en-US" sz="1050" spc="-1" strike="noStrike">
                          <a:solidFill>
                            <a:srgbClr val="58585b"/>
                          </a:solidFill>
                          <a:latin typeface="Arial"/>
                        </a:rPr>
                        <a:t>Explain the need for IPv6 addressing.</a:t>
                      </a:r>
                      <a:endParaRPr b="0" lang="en-JM" sz="1050" spc="-1" strike="noStrike">
                        <a:latin typeface="Arial"/>
                      </a:endParaRPr>
                    </a:p>
                    <a:p>
                      <a:pPr>
                        <a:lnSpc>
                          <a:spcPct val="100000"/>
                        </a:lnSpc>
                        <a:buNone/>
                      </a:pPr>
                      <a:endParaRPr b="0" lang="en-JM" sz="105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r h="415080">
                <a:tc>
                  <a:txBody>
                    <a:bodyPr lIns="47520" rIns="47520" tIns="47520" bIns="47520" anchor="ctr">
                      <a:noAutofit/>
                    </a:bodyPr>
                    <a:p>
                      <a:pPr>
                        <a:lnSpc>
                          <a:spcPct val="100000"/>
                        </a:lnSpc>
                        <a:buNone/>
                      </a:pPr>
                      <a:r>
                        <a:rPr b="0" lang="en-US" sz="1050" spc="-1" strike="noStrike">
                          <a:solidFill>
                            <a:srgbClr val="ffffff"/>
                          </a:solidFill>
                          <a:latin typeface="Arial"/>
                        </a:rPr>
                        <a:t>IPv6 Address Representation</a:t>
                      </a:r>
                      <a:endParaRPr b="0" lang="en-JM" sz="105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004c69"/>
                    </a:solidFill>
                  </a:tcPr>
                </a:tc>
                <a:tc>
                  <a:txBody>
                    <a:bodyPr lIns="47520" rIns="47520" tIns="47520" bIns="47520" anchor="ctr">
                      <a:noAutofit/>
                    </a:bodyPr>
                    <a:p>
                      <a:pPr>
                        <a:lnSpc>
                          <a:spcPct val="100000"/>
                        </a:lnSpc>
                        <a:buNone/>
                      </a:pPr>
                      <a:r>
                        <a:rPr b="0" lang="en-US" sz="1050" spc="-1" strike="noStrike">
                          <a:solidFill>
                            <a:srgbClr val="58585b"/>
                          </a:solidFill>
                          <a:latin typeface="Arial"/>
                        </a:rPr>
                        <a:t>Explain how IPv6 addresses are represented.</a:t>
                      </a:r>
                      <a:endParaRPr b="0" lang="en-JM" sz="1050" spc="-1" strike="noStrike">
                        <a:latin typeface="Arial"/>
                      </a:endParaRPr>
                    </a:p>
                    <a:p>
                      <a:pPr>
                        <a:lnSpc>
                          <a:spcPct val="100000"/>
                        </a:lnSpc>
                        <a:buNone/>
                      </a:pPr>
                      <a:endParaRPr b="0" lang="en-JM" sz="105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r>
              <a:tr h="415080">
                <a:tc>
                  <a:txBody>
                    <a:bodyPr lIns="47520" rIns="47520" tIns="47520" bIns="47520" anchor="ctr">
                      <a:noAutofit/>
                    </a:bodyPr>
                    <a:p>
                      <a:pPr>
                        <a:lnSpc>
                          <a:spcPct val="100000"/>
                        </a:lnSpc>
                        <a:buNone/>
                      </a:pPr>
                      <a:r>
                        <a:rPr b="0" lang="en-US" sz="1050" spc="-1" strike="noStrike">
                          <a:solidFill>
                            <a:srgbClr val="ffffff"/>
                          </a:solidFill>
                          <a:latin typeface="Arial"/>
                        </a:rPr>
                        <a:t>IPv6 Address Types</a:t>
                      </a:r>
                      <a:endParaRPr b="0" lang="en-JM" sz="105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004c69"/>
                    </a:solidFill>
                  </a:tcPr>
                </a:tc>
                <a:tc>
                  <a:txBody>
                    <a:bodyPr lIns="47520" rIns="47520" tIns="47520" bIns="47520" anchor="ctr">
                      <a:noAutofit/>
                    </a:bodyPr>
                    <a:p>
                      <a:pPr>
                        <a:lnSpc>
                          <a:spcPct val="100000"/>
                        </a:lnSpc>
                        <a:buNone/>
                      </a:pPr>
                      <a:r>
                        <a:rPr b="0" lang="en-US" sz="1050" spc="-1" strike="noStrike">
                          <a:solidFill>
                            <a:srgbClr val="58585b"/>
                          </a:solidFill>
                          <a:latin typeface="Arial"/>
                        </a:rPr>
                        <a:t>Compare types of IPv6 network addresses.</a:t>
                      </a:r>
                      <a:endParaRPr b="0" lang="en-JM" sz="1050" spc="-1" strike="noStrike">
                        <a:latin typeface="Arial"/>
                      </a:endParaRPr>
                    </a:p>
                    <a:p>
                      <a:pPr>
                        <a:lnSpc>
                          <a:spcPct val="100000"/>
                        </a:lnSpc>
                        <a:buNone/>
                      </a:pPr>
                      <a:endParaRPr b="0" lang="en-JM" sz="105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r h="415080">
                <a:tc>
                  <a:txBody>
                    <a:bodyPr lIns="47520" rIns="47520" tIns="47520" bIns="47520" anchor="ctr">
                      <a:noAutofit/>
                    </a:bodyPr>
                    <a:p>
                      <a:pPr>
                        <a:lnSpc>
                          <a:spcPct val="100000"/>
                        </a:lnSpc>
                        <a:buNone/>
                      </a:pPr>
                      <a:r>
                        <a:rPr b="0" lang="en-US" sz="1050" spc="-1" strike="noStrike">
                          <a:solidFill>
                            <a:srgbClr val="ffffff"/>
                          </a:solidFill>
                          <a:latin typeface="Arial"/>
                        </a:rPr>
                        <a:t>GUA and LLA Static Configuration</a:t>
                      </a:r>
                      <a:endParaRPr b="0" lang="en-JM" sz="105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004c69"/>
                    </a:solidFill>
                  </a:tcPr>
                </a:tc>
                <a:tc>
                  <a:txBody>
                    <a:bodyPr lIns="47520" rIns="47520" tIns="47520" bIns="47520" anchor="ctr">
                      <a:noAutofit/>
                    </a:bodyPr>
                    <a:p>
                      <a:pPr>
                        <a:lnSpc>
                          <a:spcPct val="100000"/>
                        </a:lnSpc>
                        <a:buNone/>
                      </a:pPr>
                      <a:r>
                        <a:rPr b="0" lang="en-US" sz="1050" spc="-1" strike="noStrike">
                          <a:solidFill>
                            <a:srgbClr val="58585b"/>
                          </a:solidFill>
                          <a:latin typeface="Arial"/>
                        </a:rPr>
                        <a:t>Explain how to Configure static global unicast and link-local IPv6 network addresses.</a:t>
                      </a:r>
                      <a:endParaRPr b="0" lang="en-JM" sz="105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r>
              <a:tr h="415080">
                <a:tc>
                  <a:txBody>
                    <a:bodyPr lIns="47520" rIns="47520" tIns="47520" bIns="47520" anchor="ctr">
                      <a:noAutofit/>
                    </a:bodyPr>
                    <a:p>
                      <a:pPr>
                        <a:lnSpc>
                          <a:spcPct val="100000"/>
                        </a:lnSpc>
                        <a:buNone/>
                      </a:pPr>
                      <a:r>
                        <a:rPr b="0" lang="en-US" sz="1050" spc="-1" strike="noStrike">
                          <a:solidFill>
                            <a:srgbClr val="ffffff"/>
                          </a:solidFill>
                          <a:latin typeface="Arial"/>
                        </a:rPr>
                        <a:t>Dynamic Addressing for IPv6 GUAs</a:t>
                      </a:r>
                      <a:endParaRPr b="0" lang="en-JM" sz="105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004c69"/>
                    </a:solidFill>
                  </a:tcPr>
                </a:tc>
                <a:tc>
                  <a:txBody>
                    <a:bodyPr lIns="47520" rIns="47520" tIns="47520" bIns="47520" anchor="ctr">
                      <a:noAutofit/>
                    </a:bodyPr>
                    <a:p>
                      <a:pPr>
                        <a:lnSpc>
                          <a:spcPct val="100000"/>
                        </a:lnSpc>
                        <a:buNone/>
                      </a:pPr>
                      <a:r>
                        <a:rPr b="0" lang="en-US" sz="1050" spc="-1" strike="noStrike">
                          <a:solidFill>
                            <a:srgbClr val="58585b"/>
                          </a:solidFill>
                          <a:latin typeface="Arial"/>
                        </a:rPr>
                        <a:t>Explain how to configure global unicast addresses dynamically.</a:t>
                      </a:r>
                      <a:endParaRPr b="0" lang="en-JM" sz="105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bl>
          </a:graphicData>
        </a:graphic>
      </p:graphicFrame>
    </p:spTree>
  </p:cSld>
  <p:transition spd="slow">
    <p:wipe dir="l"/>
  </p:transition>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9" name="PlaceHolder 1"/>
          <p:cNvSpPr>
            <a:spLocks noGrp="1"/>
          </p:cNvSpPr>
          <p:nvPr>
            <p:ph type="title"/>
          </p:nvPr>
        </p:nvSpPr>
        <p:spPr>
          <a:xfrm>
            <a:off x="0" y="41400"/>
            <a:ext cx="9143640" cy="757080"/>
          </a:xfrm>
          <a:prstGeom prst="rect">
            <a:avLst/>
          </a:prstGeom>
          <a:noFill/>
          <a:ln w="0">
            <a:noFill/>
          </a:ln>
        </p:spPr>
        <p:txBody>
          <a:bodyPr numCol="1" spcCol="0" anchor="ctr">
            <a:noAutofit/>
          </a:bodyPr>
          <a:p>
            <a:pPr>
              <a:lnSpc>
                <a:spcPct val="100000"/>
              </a:lnSpc>
              <a:buNone/>
            </a:pPr>
            <a:r>
              <a:rPr b="0" lang="en-US" sz="2400" spc="-1" strike="noStrike">
                <a:solidFill>
                  <a:srgbClr val="367187"/>
                </a:solidFill>
                <a:latin typeface="Arial"/>
                <a:ea typeface="ＭＳ Ｐゴシック"/>
              </a:rPr>
              <a:t>Module Objectives (Cont.)</a:t>
            </a:r>
            <a:endParaRPr b="0" lang="en-US" sz="2400" spc="-1" strike="noStrike">
              <a:solidFill>
                <a:srgbClr val="58585b"/>
              </a:solidFill>
              <a:latin typeface="Arial"/>
            </a:endParaRPr>
          </a:p>
        </p:txBody>
      </p:sp>
      <p:sp>
        <p:nvSpPr>
          <p:cNvPr id="340" name="Rectangle 1"/>
          <p:cNvSpPr/>
          <p:nvPr/>
        </p:nvSpPr>
        <p:spPr>
          <a:xfrm>
            <a:off x="364680" y="827280"/>
            <a:ext cx="8012160" cy="1096560"/>
          </a:xfrm>
          <a:prstGeom prst="rect">
            <a:avLst/>
          </a:prstGeom>
          <a:noFill/>
          <a:ln w="0">
            <a:noFill/>
          </a:ln>
        </p:spPr>
        <p:style>
          <a:lnRef idx="0"/>
          <a:fillRef idx="0"/>
          <a:effectRef idx="0"/>
          <a:fontRef idx="minor"/>
        </p:style>
        <p:txBody>
          <a:bodyPr numCol="1" spcCol="0" anchor="ctr">
            <a:spAutoFit/>
          </a:bodyPr>
          <a:p>
            <a:pPr>
              <a:lnSpc>
                <a:spcPct val="100000"/>
              </a:lnSpc>
              <a:buNone/>
              <a:tabLst>
                <a:tab algn="l" pos="0"/>
              </a:tabLst>
            </a:pPr>
            <a:r>
              <a:rPr b="1" lang="en-US" sz="1600" spc="-1" strike="noStrike">
                <a:solidFill>
                  <a:srgbClr val="58585b"/>
                </a:solidFill>
                <a:latin typeface="Arial"/>
                <a:ea typeface="Calibri"/>
              </a:rPr>
              <a:t>Module Title: </a:t>
            </a:r>
            <a:r>
              <a:rPr b="0" lang="en-US" sz="1600" spc="-1" strike="noStrike">
                <a:solidFill>
                  <a:srgbClr val="58585b"/>
                </a:solidFill>
                <a:latin typeface="Arial"/>
                <a:ea typeface="Calibri"/>
              </a:rPr>
              <a:t>IPv6 Addressing</a:t>
            </a:r>
            <a:endParaRPr b="0" lang="en-JM" sz="1600" spc="-1" strike="noStrike">
              <a:latin typeface="Arial"/>
            </a:endParaRPr>
          </a:p>
          <a:p>
            <a:pPr>
              <a:lnSpc>
                <a:spcPct val="100000"/>
              </a:lnSpc>
              <a:buNone/>
              <a:tabLst>
                <a:tab algn="l" pos="0"/>
              </a:tabLst>
            </a:pPr>
            <a:endParaRPr b="0" lang="en-JM" sz="1600" spc="-1" strike="noStrike">
              <a:latin typeface="Arial"/>
            </a:endParaRPr>
          </a:p>
          <a:p>
            <a:pPr>
              <a:lnSpc>
                <a:spcPct val="100000"/>
              </a:lnSpc>
              <a:buNone/>
              <a:tabLst>
                <a:tab algn="l" pos="0"/>
              </a:tabLst>
            </a:pPr>
            <a:r>
              <a:rPr b="1" lang="en-US" sz="1600" spc="-1" strike="noStrike">
                <a:solidFill>
                  <a:srgbClr val="58585b"/>
                </a:solidFill>
                <a:latin typeface="Arial"/>
                <a:ea typeface="Calibri"/>
              </a:rPr>
              <a:t>Module Objective</a:t>
            </a:r>
            <a:r>
              <a:rPr b="0" lang="en-US" sz="1600" spc="-1" strike="noStrike">
                <a:solidFill>
                  <a:srgbClr val="58585b"/>
                </a:solidFill>
                <a:latin typeface="Arial"/>
                <a:ea typeface="Calibri"/>
              </a:rPr>
              <a:t>: Implement an IPv6 Addressing scheme</a:t>
            </a:r>
            <a:r>
              <a:rPr b="0" lang="en-US" sz="1200" spc="-1" strike="noStrike">
                <a:solidFill>
                  <a:srgbClr val="58585b"/>
                </a:solidFill>
                <a:latin typeface="Calibri"/>
                <a:ea typeface="Calibri"/>
              </a:rPr>
              <a:t>.</a:t>
            </a:r>
            <a:endParaRPr b="0" lang="en-JM" sz="1200" spc="-1" strike="noStrike">
              <a:latin typeface="Arial"/>
            </a:endParaRPr>
          </a:p>
          <a:p>
            <a:pPr>
              <a:lnSpc>
                <a:spcPct val="100000"/>
              </a:lnSpc>
              <a:buNone/>
              <a:tabLst>
                <a:tab algn="l" pos="0"/>
              </a:tabLst>
            </a:pPr>
            <a:endParaRPr b="0" lang="en-JM" sz="1200" spc="-1" strike="noStrike">
              <a:latin typeface="Arial"/>
            </a:endParaRPr>
          </a:p>
        </p:txBody>
      </p:sp>
      <p:graphicFrame>
        <p:nvGraphicFramePr>
          <p:cNvPr id="341" name="Table 4"/>
          <p:cNvGraphicFramePr/>
          <p:nvPr/>
        </p:nvGraphicFramePr>
        <p:xfrm>
          <a:off x="642600" y="2013120"/>
          <a:ext cx="7455960" cy="1008720"/>
        </p:xfrm>
        <a:graphic>
          <a:graphicData uri="http://schemas.openxmlformats.org/drawingml/2006/table">
            <a:tbl>
              <a:tblPr/>
              <a:tblGrid>
                <a:gridCol w="3090960"/>
                <a:gridCol w="4365000"/>
              </a:tblGrid>
              <a:tr h="272880">
                <a:tc>
                  <a:txBody>
                    <a:bodyPr lIns="68400" rIns="68400" tIns="0" bIns="0" anchor="t">
                      <a:noAutofit/>
                    </a:bodyPr>
                    <a:p>
                      <a:pPr>
                        <a:lnSpc>
                          <a:spcPct val="107000"/>
                        </a:lnSpc>
                        <a:buNone/>
                      </a:pPr>
                      <a:r>
                        <a:rPr b="1" lang="en-US" sz="1050" spc="-1" strike="noStrike">
                          <a:solidFill>
                            <a:srgbClr val="ffffff"/>
                          </a:solidFill>
                          <a:latin typeface="Arial"/>
                        </a:rPr>
                        <a:t>Topic Title</a:t>
                      </a:r>
                      <a:endParaRPr b="0" lang="en-JM" sz="1050" spc="-1" strike="noStrike">
                        <a:latin typeface="Arial"/>
                      </a:endParaRPr>
                    </a:p>
                  </a:txBody>
                  <a:tcPr anchor="t" marL="68400" marR="68400">
                    <a:lnL w="12240">
                      <a:solidFill>
                        <a:srgbClr val="ffffff"/>
                      </a:solidFill>
                    </a:lnL>
                    <a:lnR w="12240">
                      <a:solidFill>
                        <a:srgbClr val="ffffff"/>
                      </a:solidFill>
                    </a:lnR>
                    <a:lnT w="12240">
                      <a:solidFill>
                        <a:srgbClr val="ffffff"/>
                      </a:solidFill>
                    </a:lnT>
                    <a:lnB w="38160">
                      <a:solidFill>
                        <a:srgbClr val="ffffff"/>
                      </a:solidFill>
                    </a:lnB>
                    <a:solidFill>
                      <a:srgbClr val="004c69"/>
                    </a:solidFill>
                  </a:tcPr>
                </a:tc>
                <a:tc>
                  <a:txBody>
                    <a:bodyPr lIns="68400" rIns="68400" tIns="0" bIns="0" anchor="t">
                      <a:noAutofit/>
                    </a:bodyPr>
                    <a:p>
                      <a:pPr>
                        <a:lnSpc>
                          <a:spcPct val="107000"/>
                        </a:lnSpc>
                        <a:buNone/>
                      </a:pPr>
                      <a:r>
                        <a:rPr b="1" lang="en-US" sz="1050" spc="-1" strike="noStrike">
                          <a:solidFill>
                            <a:srgbClr val="ffffff"/>
                          </a:solidFill>
                          <a:latin typeface="Arial"/>
                        </a:rPr>
                        <a:t>Topic Objective</a:t>
                      </a:r>
                      <a:endParaRPr b="0" lang="en-JM" sz="1050" spc="-1" strike="noStrike">
                        <a:latin typeface="Arial"/>
                      </a:endParaRPr>
                    </a:p>
                  </a:txBody>
                  <a:tcPr anchor="t" marL="68400" marR="68400">
                    <a:lnL w="12240">
                      <a:solidFill>
                        <a:srgbClr val="ffffff"/>
                      </a:solidFill>
                    </a:lnL>
                    <a:lnR w="12240">
                      <a:solidFill>
                        <a:srgbClr val="ffffff"/>
                      </a:solidFill>
                    </a:lnR>
                    <a:lnT w="12240">
                      <a:solidFill>
                        <a:srgbClr val="ffffff"/>
                      </a:solidFill>
                    </a:lnT>
                    <a:lnB w="38160">
                      <a:solidFill>
                        <a:srgbClr val="ffffff"/>
                      </a:solidFill>
                    </a:lnB>
                    <a:solidFill>
                      <a:srgbClr val="004c69"/>
                    </a:solidFill>
                  </a:tcPr>
                </a:tc>
              </a:tr>
              <a:tr h="333360">
                <a:tc>
                  <a:txBody>
                    <a:bodyPr lIns="47520" rIns="47520" tIns="47520" bIns="47520" anchor="ctr">
                      <a:noAutofit/>
                    </a:bodyPr>
                    <a:p>
                      <a:pPr>
                        <a:lnSpc>
                          <a:spcPct val="100000"/>
                        </a:lnSpc>
                        <a:buNone/>
                      </a:pPr>
                      <a:r>
                        <a:rPr b="0" lang="en-US" sz="1050" spc="-1" strike="noStrike">
                          <a:solidFill>
                            <a:srgbClr val="ffffff"/>
                          </a:solidFill>
                          <a:latin typeface="Arial"/>
                        </a:rPr>
                        <a:t>Dynamic Addressing for IPv6 LLAs</a:t>
                      </a:r>
                      <a:endParaRPr b="0" lang="en-JM" sz="105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004c69"/>
                    </a:solidFill>
                  </a:tcPr>
                </a:tc>
                <a:tc>
                  <a:txBody>
                    <a:bodyPr lIns="47520" rIns="47520" tIns="47520" bIns="47520" anchor="ctr">
                      <a:noAutofit/>
                    </a:bodyPr>
                    <a:p>
                      <a:pPr>
                        <a:lnSpc>
                          <a:spcPct val="100000"/>
                        </a:lnSpc>
                        <a:buNone/>
                      </a:pPr>
                      <a:r>
                        <a:rPr b="0" lang="en-US" sz="1050" spc="-1" strike="noStrike">
                          <a:solidFill>
                            <a:srgbClr val="58585b"/>
                          </a:solidFill>
                          <a:latin typeface="Arial"/>
                        </a:rPr>
                        <a:t>Configure link-local addresses dynamically.</a:t>
                      </a:r>
                      <a:endParaRPr b="0" lang="en-JM" sz="105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r h="255240">
                <a:tc>
                  <a:txBody>
                    <a:bodyPr lIns="47520" rIns="47520" tIns="47520" bIns="47520" anchor="ctr">
                      <a:noAutofit/>
                    </a:bodyPr>
                    <a:p>
                      <a:pPr>
                        <a:lnSpc>
                          <a:spcPct val="100000"/>
                        </a:lnSpc>
                        <a:buNone/>
                      </a:pPr>
                      <a:r>
                        <a:rPr b="0" lang="en-US" sz="1050" spc="-1" strike="noStrike">
                          <a:solidFill>
                            <a:srgbClr val="ffffff"/>
                          </a:solidFill>
                          <a:latin typeface="Arial"/>
                        </a:rPr>
                        <a:t>IPv6 Multicast Addresses</a:t>
                      </a:r>
                      <a:endParaRPr b="0" lang="en-JM" sz="105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004c69"/>
                    </a:solidFill>
                  </a:tcPr>
                </a:tc>
                <a:tc>
                  <a:txBody>
                    <a:bodyPr lIns="47520" rIns="47520" tIns="47520" bIns="47520" anchor="ctr">
                      <a:noAutofit/>
                    </a:bodyPr>
                    <a:p>
                      <a:pPr>
                        <a:lnSpc>
                          <a:spcPct val="100000"/>
                        </a:lnSpc>
                        <a:buNone/>
                      </a:pPr>
                      <a:r>
                        <a:rPr b="0" lang="en-US" sz="1050" spc="-1" strike="noStrike">
                          <a:solidFill>
                            <a:srgbClr val="58585b"/>
                          </a:solidFill>
                          <a:latin typeface="Arial"/>
                        </a:rPr>
                        <a:t>Identify IPv6 addresses.</a:t>
                      </a:r>
                      <a:endParaRPr b="0" lang="en-JM" sz="105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r>
              <a:tr h="255240">
                <a:tc>
                  <a:txBody>
                    <a:bodyPr lIns="47520" rIns="47520" tIns="47520" bIns="47520" anchor="ctr">
                      <a:noAutofit/>
                    </a:bodyPr>
                    <a:p>
                      <a:pPr>
                        <a:lnSpc>
                          <a:spcPct val="100000"/>
                        </a:lnSpc>
                        <a:buNone/>
                      </a:pPr>
                      <a:r>
                        <a:rPr b="0" lang="en-US" sz="1050" spc="-1" strike="noStrike">
                          <a:solidFill>
                            <a:srgbClr val="ffffff"/>
                          </a:solidFill>
                          <a:latin typeface="Arial"/>
                        </a:rPr>
                        <a:t>Subnet an IPv6 Network</a:t>
                      </a:r>
                      <a:endParaRPr b="0" lang="en-JM" sz="105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004c69"/>
                    </a:solidFill>
                  </a:tcPr>
                </a:tc>
                <a:tc>
                  <a:txBody>
                    <a:bodyPr lIns="47520" rIns="47520" tIns="47520" bIns="47520" anchor="ctr">
                      <a:noAutofit/>
                    </a:bodyPr>
                    <a:p>
                      <a:pPr>
                        <a:lnSpc>
                          <a:spcPct val="100000"/>
                        </a:lnSpc>
                        <a:buNone/>
                      </a:pPr>
                      <a:r>
                        <a:rPr b="0" lang="en-US" sz="1050" spc="-1" strike="noStrike">
                          <a:solidFill>
                            <a:srgbClr val="58585b"/>
                          </a:solidFill>
                          <a:latin typeface="Arial"/>
                        </a:rPr>
                        <a:t>Implement a subnetted IPv6 addressing scheme.</a:t>
                      </a:r>
                      <a:endParaRPr b="0" lang="en-JM" sz="105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bl>
          </a:graphicData>
        </a:graphic>
      </p:graphicFrame>
    </p:spTree>
  </p:cSld>
  <p:transition spd="slow">
    <p:wipe dir="l"/>
  </p:transition>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2" name="PlaceHolder 1"/>
          <p:cNvSpPr>
            <a:spLocks noGrp="1"/>
          </p:cNvSpPr>
          <p:nvPr>
            <p:ph type="title"/>
          </p:nvPr>
        </p:nvSpPr>
        <p:spPr>
          <a:xfrm>
            <a:off x="416520" y="1244160"/>
            <a:ext cx="7597800" cy="1473120"/>
          </a:xfrm>
          <a:prstGeom prst="rect">
            <a:avLst/>
          </a:prstGeom>
          <a:noFill/>
          <a:ln w="0">
            <a:noFill/>
          </a:ln>
        </p:spPr>
        <p:txBody>
          <a:bodyPr numCol="1" spcCol="0" anchor="b">
            <a:noAutofit/>
          </a:bodyPr>
          <a:p>
            <a:pPr>
              <a:lnSpc>
                <a:spcPct val="90000"/>
              </a:lnSpc>
              <a:buNone/>
              <a:tabLst>
                <a:tab algn="l" pos="0"/>
              </a:tabLst>
            </a:pPr>
            <a:r>
              <a:rPr b="0" lang="en-US" sz="4600" spc="-1" strike="noStrike">
                <a:solidFill>
                  <a:srgbClr val="afe8fb"/>
                </a:solidFill>
                <a:latin typeface="Arial"/>
                <a:ea typeface="ＭＳ Ｐゴシック"/>
              </a:rPr>
              <a:t>12.1 IPv4 Issues</a:t>
            </a:r>
            <a:endParaRPr b="0" lang="en-US" sz="4600" spc="-1" strike="noStrike">
              <a:solidFill>
                <a:srgbClr val="58585b"/>
              </a:solidFill>
              <a:latin typeface="Arial"/>
            </a:endParaRPr>
          </a:p>
        </p:txBody>
      </p:sp>
    </p:spTree>
  </p:cSld>
  <p:transition spd="slow">
    <p:wipe dir="l"/>
  </p:transition>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3"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IPv4 Issues</a:t>
            </a:r>
            <a:br/>
            <a:r>
              <a:rPr b="0" lang="en-US" sz="2400" spc="-1" strike="noStrike">
                <a:solidFill>
                  <a:srgbClr val="004c69"/>
                </a:solidFill>
                <a:latin typeface="Arial"/>
                <a:ea typeface="ＭＳ Ｐゴシック"/>
              </a:rPr>
              <a:t>Need for IPv6</a:t>
            </a:r>
            <a:endParaRPr b="0" lang="en-US" sz="2400" spc="-1" strike="noStrike">
              <a:solidFill>
                <a:srgbClr val="58585b"/>
              </a:solidFill>
              <a:latin typeface="Arial"/>
            </a:endParaRPr>
          </a:p>
        </p:txBody>
      </p:sp>
      <p:sp>
        <p:nvSpPr>
          <p:cNvPr id="344" name="PlaceHolder 2"/>
          <p:cNvSpPr>
            <a:spLocks noGrp="1"/>
          </p:cNvSpPr>
          <p:nvPr>
            <p:ph/>
          </p:nvPr>
        </p:nvSpPr>
        <p:spPr>
          <a:xfrm>
            <a:off x="432000" y="855360"/>
            <a:ext cx="4139640" cy="3073680"/>
          </a:xfrm>
          <a:prstGeom prst="rect">
            <a:avLst/>
          </a:prstGeom>
          <a:noFill/>
          <a:ln w="0">
            <a:noFill/>
          </a:ln>
        </p:spPr>
        <p:txBody>
          <a:bodyPr anchor="t">
            <a:noAutofit/>
          </a:bodyPr>
          <a:p>
            <a:pPr marL="343080" indent="-343080">
              <a:lnSpc>
                <a:spcPct val="100000"/>
              </a:lnSpc>
              <a:spcBef>
                <a:spcPts val="320"/>
              </a:spcBef>
              <a:buClr>
                <a:srgbClr val="58585b"/>
              </a:buClr>
              <a:buFont typeface="Arial"/>
              <a:buChar char="•"/>
            </a:pPr>
            <a:r>
              <a:rPr b="0" lang="en-US" sz="1600" spc="-1" strike="noStrike">
                <a:solidFill>
                  <a:srgbClr val="58585b"/>
                </a:solidFill>
                <a:latin typeface="Arial"/>
                <a:ea typeface="ＭＳ Ｐゴシック"/>
              </a:rPr>
              <a:t>IPv4 is running out of addresses. IPv6 is the successor to IPv4. IPv6 has a much larger 128-bit address space.</a:t>
            </a:r>
            <a:endParaRPr b="0" lang="en-US" sz="1600" spc="-1" strike="noStrike">
              <a:solidFill>
                <a:srgbClr val="58585b"/>
              </a:solidFill>
              <a:latin typeface="Arial"/>
            </a:endParaRPr>
          </a:p>
          <a:p>
            <a:pPr marL="343080" indent="-343080">
              <a:lnSpc>
                <a:spcPct val="100000"/>
              </a:lnSpc>
              <a:spcBef>
                <a:spcPts val="320"/>
              </a:spcBef>
              <a:buClr>
                <a:srgbClr val="58585b"/>
              </a:buClr>
              <a:buFont typeface="Arial"/>
              <a:buChar char="•"/>
            </a:pPr>
            <a:r>
              <a:rPr b="0" lang="en-US" sz="1600" spc="-1" strike="noStrike">
                <a:solidFill>
                  <a:srgbClr val="58585b"/>
                </a:solidFill>
                <a:latin typeface="Arial"/>
                <a:ea typeface="ＭＳ Ｐゴシック"/>
              </a:rPr>
              <a:t>The development of IPv6 also included fixes for IPv4 limitations and other enhancements.</a:t>
            </a:r>
            <a:endParaRPr b="0" lang="en-US" sz="1600" spc="-1" strike="noStrike">
              <a:solidFill>
                <a:srgbClr val="58585b"/>
              </a:solidFill>
              <a:latin typeface="Arial"/>
            </a:endParaRPr>
          </a:p>
          <a:p>
            <a:pPr marL="343080" indent="-343080">
              <a:lnSpc>
                <a:spcPct val="100000"/>
              </a:lnSpc>
              <a:spcBef>
                <a:spcPts val="320"/>
              </a:spcBef>
              <a:buClr>
                <a:srgbClr val="58585b"/>
              </a:buClr>
              <a:buFont typeface="Arial"/>
              <a:buChar char="•"/>
            </a:pPr>
            <a:r>
              <a:rPr b="0" lang="en-US" sz="1600" spc="-1" strike="noStrike">
                <a:solidFill>
                  <a:srgbClr val="58585b"/>
                </a:solidFill>
                <a:latin typeface="Arial"/>
                <a:ea typeface="ＭＳ Ｐゴシック"/>
              </a:rPr>
              <a:t>With an increasing internet population, a limited IPv4 address space, issues with NAT and the IoT, the time has come to begin the transition to IPv6.</a:t>
            </a:r>
            <a:endParaRPr b="0" lang="en-US" sz="1600" spc="-1" strike="noStrike">
              <a:solidFill>
                <a:srgbClr val="58585b"/>
              </a:solidFill>
              <a:latin typeface="Arial"/>
            </a:endParaRPr>
          </a:p>
          <a:p>
            <a:pPr>
              <a:lnSpc>
                <a:spcPct val="100000"/>
              </a:lnSpc>
              <a:spcBef>
                <a:spcPts val="320"/>
              </a:spcBef>
              <a:buNone/>
            </a:pPr>
            <a:endParaRPr b="0" lang="en-US" sz="1600" spc="-1" strike="noStrike">
              <a:solidFill>
                <a:srgbClr val="58585b"/>
              </a:solidFill>
              <a:latin typeface="Arial"/>
            </a:endParaRPr>
          </a:p>
        </p:txBody>
      </p:sp>
      <p:pic>
        <p:nvPicPr>
          <p:cNvPr id="345" name="Picture 4" descr=""/>
          <p:cNvPicPr/>
          <p:nvPr/>
        </p:nvPicPr>
        <p:blipFill>
          <a:blip r:embed="rId1"/>
          <a:stretch/>
        </p:blipFill>
        <p:spPr>
          <a:xfrm>
            <a:off x="4657320" y="855360"/>
            <a:ext cx="3478320" cy="206352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6"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IPv4 Issues</a:t>
            </a:r>
            <a:br/>
            <a:r>
              <a:rPr b="0" lang="en-US" sz="2400" spc="-1" strike="noStrike">
                <a:solidFill>
                  <a:srgbClr val="004c69"/>
                </a:solidFill>
                <a:latin typeface="Arial"/>
                <a:ea typeface="ＭＳ Ｐゴシック"/>
              </a:rPr>
              <a:t>IPv4 and IPv6 Coexistence</a:t>
            </a:r>
            <a:endParaRPr b="0" lang="en-US" sz="2400" spc="-1" strike="noStrike">
              <a:solidFill>
                <a:srgbClr val="58585b"/>
              </a:solidFill>
              <a:latin typeface="Arial"/>
            </a:endParaRPr>
          </a:p>
        </p:txBody>
      </p:sp>
      <p:sp>
        <p:nvSpPr>
          <p:cNvPr id="347" name="PlaceHolder 2"/>
          <p:cNvSpPr>
            <a:spLocks noGrp="1"/>
          </p:cNvSpPr>
          <p:nvPr>
            <p:ph/>
          </p:nvPr>
        </p:nvSpPr>
        <p:spPr>
          <a:xfrm>
            <a:off x="432000" y="855360"/>
            <a:ext cx="7913160" cy="3073680"/>
          </a:xfrm>
          <a:prstGeom prst="rect">
            <a:avLst/>
          </a:prstGeom>
          <a:noFill/>
          <a:ln w="0">
            <a:noFill/>
          </a:ln>
        </p:spPr>
        <p:txBody>
          <a:bodyPr anchor="t">
            <a:noAutofit/>
          </a:bodyPr>
          <a:p>
            <a:pPr>
              <a:lnSpc>
                <a:spcPct val="100000"/>
              </a:lnSpc>
              <a:spcBef>
                <a:spcPts val="320"/>
              </a:spcBef>
              <a:buNone/>
              <a:tabLst>
                <a:tab algn="l" pos="0"/>
              </a:tabLst>
            </a:pPr>
            <a:r>
              <a:rPr b="0" lang="en-US" sz="1600" spc="-1" strike="noStrike">
                <a:solidFill>
                  <a:srgbClr val="58585b"/>
                </a:solidFill>
                <a:latin typeface="Arial"/>
                <a:ea typeface="ＭＳ Ｐゴシック"/>
              </a:rPr>
              <a:t>Both IPv4 and IPv6 will coexist in the near future and the transition will take several years.</a:t>
            </a:r>
            <a:endParaRPr b="0" lang="en-US" sz="1600" spc="-1" strike="noStrike">
              <a:solidFill>
                <a:srgbClr val="58585b"/>
              </a:solidFill>
              <a:latin typeface="Arial"/>
            </a:endParaRPr>
          </a:p>
          <a:p>
            <a:pPr>
              <a:lnSpc>
                <a:spcPct val="100000"/>
              </a:lnSpc>
              <a:spcBef>
                <a:spcPts val="320"/>
              </a:spcBef>
              <a:buNone/>
              <a:tabLst>
                <a:tab algn="l" pos="0"/>
              </a:tabLst>
            </a:pPr>
            <a:r>
              <a:rPr b="0" lang="en-US" sz="1600" spc="-1" strike="noStrike">
                <a:solidFill>
                  <a:srgbClr val="58585b"/>
                </a:solidFill>
                <a:latin typeface="Arial"/>
                <a:ea typeface="ＭＳ Ｐゴシック"/>
              </a:rPr>
              <a:t>The IETF has created various protocols and tools to help network administrators migrate their networks to IPv6. These migration techniques can be divided into three categories:</a:t>
            </a:r>
            <a:endParaRPr b="0" lang="en-US" sz="1600" spc="-1" strike="noStrike">
              <a:solidFill>
                <a:srgbClr val="58585b"/>
              </a:solidFill>
              <a:latin typeface="Arial"/>
            </a:endParaRPr>
          </a:p>
          <a:p>
            <a:pPr lvl="1" marL="416160" indent="-343080">
              <a:lnSpc>
                <a:spcPct val="95000"/>
              </a:lnSpc>
              <a:spcBef>
                <a:spcPts val="601"/>
              </a:spcBef>
              <a:buClr>
                <a:srgbClr val="58585b"/>
              </a:buClr>
              <a:buFont typeface="Arial"/>
              <a:buChar char="•"/>
              <a:tabLst>
                <a:tab algn="l" pos="0"/>
              </a:tabLst>
            </a:pPr>
            <a:r>
              <a:rPr b="1" lang="en-US" sz="1400" spc="-1" strike="noStrike">
                <a:solidFill>
                  <a:srgbClr val="58585b"/>
                </a:solidFill>
                <a:latin typeface="Arial"/>
                <a:ea typeface="ＭＳ Ｐゴシック"/>
              </a:rPr>
              <a:t>Dual stack </a:t>
            </a:r>
            <a:r>
              <a:rPr b="0" lang="en-US" sz="1400" spc="-1" strike="noStrike">
                <a:solidFill>
                  <a:srgbClr val="58585b"/>
                </a:solidFill>
                <a:latin typeface="Arial"/>
                <a:ea typeface="ＭＳ Ｐゴシック"/>
              </a:rPr>
              <a:t>-The devices run both IPv4 and IPv6 protocol stacks simultaneously.</a:t>
            </a:r>
            <a:endParaRPr b="0" lang="en-US" sz="1400" spc="-1" strike="noStrike">
              <a:solidFill>
                <a:srgbClr val="58585b"/>
              </a:solidFill>
              <a:latin typeface="Arial"/>
            </a:endParaRPr>
          </a:p>
          <a:p>
            <a:pPr lvl="1" marL="416160" indent="-343080">
              <a:lnSpc>
                <a:spcPct val="95000"/>
              </a:lnSpc>
              <a:spcBef>
                <a:spcPts val="601"/>
              </a:spcBef>
              <a:buClr>
                <a:srgbClr val="58585b"/>
              </a:buClr>
              <a:buFont typeface="Arial"/>
              <a:buChar char="•"/>
              <a:tabLst>
                <a:tab algn="l" pos="0"/>
              </a:tabLst>
            </a:pPr>
            <a:r>
              <a:rPr b="1" lang="en-US" sz="1400" spc="-1" strike="noStrike">
                <a:solidFill>
                  <a:srgbClr val="58585b"/>
                </a:solidFill>
                <a:latin typeface="Arial"/>
                <a:ea typeface="ＭＳ Ｐゴシック"/>
              </a:rPr>
              <a:t>Tunneling</a:t>
            </a:r>
            <a:r>
              <a:rPr b="0" lang="en-US" sz="1400" spc="-1" strike="noStrike">
                <a:solidFill>
                  <a:srgbClr val="58585b"/>
                </a:solidFill>
                <a:latin typeface="Arial"/>
                <a:ea typeface="ＭＳ Ｐゴシック"/>
              </a:rPr>
              <a:t> – A method of transporting an IPv6 packet over an IPv4 network. The IPv6 packet is encapsulated inside an IPv4 packet.</a:t>
            </a:r>
            <a:endParaRPr b="0" lang="en-US" sz="1400" spc="-1" strike="noStrike">
              <a:solidFill>
                <a:srgbClr val="58585b"/>
              </a:solidFill>
              <a:latin typeface="Arial"/>
            </a:endParaRPr>
          </a:p>
          <a:p>
            <a:pPr lvl="1" marL="416160" indent="-343080">
              <a:lnSpc>
                <a:spcPct val="95000"/>
              </a:lnSpc>
              <a:spcBef>
                <a:spcPts val="601"/>
              </a:spcBef>
              <a:buClr>
                <a:srgbClr val="58585b"/>
              </a:buClr>
              <a:buFont typeface="Arial"/>
              <a:buChar char="•"/>
              <a:tabLst>
                <a:tab algn="l" pos="0"/>
              </a:tabLst>
            </a:pPr>
            <a:r>
              <a:rPr b="1" lang="en-US" sz="1400" spc="-1" strike="noStrike">
                <a:solidFill>
                  <a:srgbClr val="58585b"/>
                </a:solidFill>
                <a:latin typeface="Arial"/>
                <a:ea typeface="ＭＳ Ｐゴシック"/>
              </a:rPr>
              <a:t>Translation</a:t>
            </a:r>
            <a:r>
              <a:rPr b="0" lang="en-US" sz="1400" spc="-1" strike="noStrike">
                <a:solidFill>
                  <a:srgbClr val="58585b"/>
                </a:solidFill>
                <a:latin typeface="Arial"/>
                <a:ea typeface="ＭＳ Ｐゴシック"/>
              </a:rPr>
              <a:t> - Network Address Translation 64 (NAT64) allows IPv6-enabled devices to communicate with IPv4-enabled devices using a translation technique similar to NAT for IPv4. </a:t>
            </a:r>
            <a:endParaRPr b="0" lang="en-US" sz="1400" spc="-1" strike="noStrike">
              <a:solidFill>
                <a:srgbClr val="58585b"/>
              </a:solidFill>
              <a:latin typeface="Arial"/>
            </a:endParaRPr>
          </a:p>
        </p:txBody>
      </p:sp>
      <p:sp>
        <p:nvSpPr>
          <p:cNvPr id="348" name="TextBox 1"/>
          <p:cNvSpPr/>
          <p:nvPr/>
        </p:nvSpPr>
        <p:spPr>
          <a:xfrm>
            <a:off x="432000" y="3918600"/>
            <a:ext cx="7913160" cy="5166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1400" spc="-1" strike="noStrike">
                <a:solidFill>
                  <a:srgbClr val="58585b"/>
                </a:solidFill>
                <a:latin typeface="Arial"/>
                <a:ea typeface="ＭＳ Ｐゴシック"/>
              </a:rPr>
              <a:t>Note:</a:t>
            </a:r>
            <a:r>
              <a:rPr b="0" lang="en-US" sz="1400" spc="-1" strike="noStrike">
                <a:solidFill>
                  <a:srgbClr val="58585b"/>
                </a:solidFill>
                <a:latin typeface="Arial"/>
                <a:ea typeface="ＭＳ Ｐゴシック"/>
              </a:rPr>
              <a:t> Tunneling and translation are for transitioning to native IPv6 and should only be used where needed. The goal should be native IPv6 communications from source to destination.</a:t>
            </a:r>
            <a:endParaRPr b="0" lang="en-JM" sz="1400" spc="-1" strike="noStrike">
              <a:latin typeface="Arial"/>
            </a:endParaRPr>
          </a:p>
        </p:txBody>
      </p:sp>
    </p:spTree>
  </p:cSld>
  <mc:AlternateContent>
    <mc:Choice Requires="p14">
      <p:transition spd="med" p14:dur="700">
        <p:fade/>
      </p:transition>
    </mc:Choice>
    <mc:Fallback>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9" name="PlaceHolder 1"/>
          <p:cNvSpPr>
            <a:spLocks noGrp="1"/>
          </p:cNvSpPr>
          <p:nvPr>
            <p:ph type="title"/>
          </p:nvPr>
        </p:nvSpPr>
        <p:spPr>
          <a:xfrm>
            <a:off x="416520" y="1788120"/>
            <a:ext cx="7848000" cy="929160"/>
          </a:xfrm>
          <a:prstGeom prst="rect">
            <a:avLst/>
          </a:prstGeom>
          <a:noFill/>
          <a:ln w="0">
            <a:noFill/>
          </a:ln>
        </p:spPr>
        <p:txBody>
          <a:bodyPr numCol="1" spcCol="0" anchor="b">
            <a:noAutofit/>
          </a:bodyPr>
          <a:p>
            <a:pPr>
              <a:lnSpc>
                <a:spcPct val="90000"/>
              </a:lnSpc>
              <a:buNone/>
              <a:tabLst>
                <a:tab algn="l" pos="0"/>
              </a:tabLst>
            </a:pPr>
            <a:r>
              <a:rPr b="0" lang="en-US" sz="4600" spc="-1" strike="noStrike">
                <a:solidFill>
                  <a:srgbClr val="afe8fb"/>
                </a:solidFill>
                <a:latin typeface="Arial"/>
                <a:ea typeface="ＭＳ Ｐゴシック"/>
              </a:rPr>
              <a:t>12.2 IPv6 Address Representation</a:t>
            </a:r>
            <a:endParaRPr b="0" lang="en-US" sz="4600" spc="-1" strike="noStrike">
              <a:solidFill>
                <a:srgbClr val="58585b"/>
              </a:solidFill>
              <a:latin typeface="Arial"/>
            </a:endParaRPr>
          </a:p>
        </p:txBody>
      </p:sp>
    </p:spTree>
  </p:cSld>
  <p:transition spd="slow">
    <p:wipe dir="l"/>
  </p:transition>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0"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IPv6 Address Representation</a:t>
            </a:r>
            <a:br/>
            <a:r>
              <a:rPr b="0" lang="en-US" sz="2400" spc="-1" strike="noStrike">
                <a:solidFill>
                  <a:srgbClr val="004c69"/>
                </a:solidFill>
                <a:latin typeface="Arial"/>
                <a:ea typeface="ＭＳ Ｐゴシック"/>
              </a:rPr>
              <a:t>IPv6 Addressing Formats</a:t>
            </a:r>
            <a:endParaRPr b="0" lang="en-US" sz="2400" spc="-1" strike="noStrike">
              <a:solidFill>
                <a:srgbClr val="58585b"/>
              </a:solidFill>
              <a:latin typeface="Arial"/>
            </a:endParaRPr>
          </a:p>
        </p:txBody>
      </p:sp>
      <p:sp>
        <p:nvSpPr>
          <p:cNvPr id="351" name="PlaceHolder 2"/>
          <p:cNvSpPr>
            <a:spLocks noGrp="1"/>
          </p:cNvSpPr>
          <p:nvPr>
            <p:ph/>
          </p:nvPr>
        </p:nvSpPr>
        <p:spPr>
          <a:xfrm>
            <a:off x="432000" y="855360"/>
            <a:ext cx="7913160" cy="4002840"/>
          </a:xfrm>
          <a:prstGeom prst="rect">
            <a:avLst/>
          </a:prstGeom>
          <a:noFill/>
          <a:ln w="0">
            <a:noFill/>
          </a:ln>
        </p:spPr>
        <p:txBody>
          <a:bodyPr anchor="t">
            <a:noAutofit/>
          </a:bodyPr>
          <a:p>
            <a:pPr marL="343080" indent="-343080">
              <a:lnSpc>
                <a:spcPct val="100000"/>
              </a:lnSpc>
              <a:spcBef>
                <a:spcPts val="320"/>
              </a:spcBef>
              <a:buClr>
                <a:srgbClr val="58585b"/>
              </a:buClr>
              <a:buFont typeface="Arial"/>
              <a:buChar char="•"/>
            </a:pPr>
            <a:r>
              <a:rPr b="0" lang="en-US" sz="1600" spc="-1" strike="noStrike">
                <a:solidFill>
                  <a:srgbClr val="58585b"/>
                </a:solidFill>
                <a:latin typeface="Arial"/>
                <a:ea typeface="ＭＳ Ｐゴシック"/>
              </a:rPr>
              <a:t>IPv6 addresses are 128 bits in length and written in hexadecimal.</a:t>
            </a:r>
            <a:endParaRPr b="0" lang="en-US" sz="1600" spc="-1" strike="noStrike">
              <a:solidFill>
                <a:srgbClr val="58585b"/>
              </a:solidFill>
              <a:latin typeface="Arial"/>
            </a:endParaRPr>
          </a:p>
          <a:p>
            <a:pPr marL="343080" indent="-343080">
              <a:lnSpc>
                <a:spcPct val="100000"/>
              </a:lnSpc>
              <a:spcBef>
                <a:spcPts val="320"/>
              </a:spcBef>
              <a:buClr>
                <a:srgbClr val="58585b"/>
              </a:buClr>
              <a:buFont typeface="Arial"/>
              <a:buChar char="•"/>
            </a:pPr>
            <a:r>
              <a:rPr b="0" lang="en-US" sz="1600" spc="-1" strike="noStrike">
                <a:solidFill>
                  <a:srgbClr val="58585b"/>
                </a:solidFill>
                <a:latin typeface="Arial"/>
                <a:ea typeface="ＭＳ Ｐゴシック"/>
              </a:rPr>
              <a:t>IPv6 addresses are not case-sensitive and can be written in either lowercase or uppercase.</a:t>
            </a:r>
            <a:endParaRPr b="0" lang="en-US" sz="1600" spc="-1" strike="noStrike">
              <a:solidFill>
                <a:srgbClr val="58585b"/>
              </a:solidFill>
              <a:latin typeface="Arial"/>
            </a:endParaRPr>
          </a:p>
          <a:p>
            <a:pPr marL="343080" indent="-343080">
              <a:lnSpc>
                <a:spcPct val="100000"/>
              </a:lnSpc>
              <a:spcBef>
                <a:spcPts val="320"/>
              </a:spcBef>
              <a:buClr>
                <a:srgbClr val="58585b"/>
              </a:buClr>
              <a:buFont typeface="Arial"/>
              <a:buChar char="•"/>
            </a:pPr>
            <a:r>
              <a:rPr b="0" lang="en-US" sz="1600" spc="-1" strike="noStrike">
                <a:solidFill>
                  <a:srgbClr val="58585b"/>
                </a:solidFill>
                <a:latin typeface="Arial"/>
                <a:ea typeface="ＭＳ Ｐゴシック"/>
              </a:rPr>
              <a:t>The preferred format for writing an IPv6 address is x:x:x:x:x:x:x:x, with each “x” consisting of four hexadecimal values.</a:t>
            </a:r>
            <a:endParaRPr b="0" lang="en-US" sz="1600" spc="-1" strike="noStrike">
              <a:solidFill>
                <a:srgbClr val="58585b"/>
              </a:solidFill>
              <a:latin typeface="Arial"/>
            </a:endParaRPr>
          </a:p>
          <a:p>
            <a:pPr marL="343080" indent="-343080">
              <a:lnSpc>
                <a:spcPct val="100000"/>
              </a:lnSpc>
              <a:spcBef>
                <a:spcPts val="320"/>
              </a:spcBef>
              <a:buClr>
                <a:srgbClr val="58585b"/>
              </a:buClr>
              <a:buFont typeface="Arial"/>
              <a:buChar char="•"/>
            </a:pPr>
            <a:r>
              <a:rPr b="0" lang="en-US" sz="1600" spc="-1" strike="noStrike">
                <a:solidFill>
                  <a:srgbClr val="58585b"/>
                </a:solidFill>
                <a:latin typeface="Arial"/>
                <a:ea typeface="ＭＳ Ｐゴシック"/>
              </a:rPr>
              <a:t>In IPv6, a hextet is the unofficial term used to refer to a segment of 16 bits, or four hexadecimal values.</a:t>
            </a:r>
            <a:endParaRPr b="0" lang="en-US" sz="1600" spc="-1" strike="noStrike">
              <a:solidFill>
                <a:srgbClr val="58585b"/>
              </a:solidFill>
              <a:latin typeface="Arial"/>
            </a:endParaRPr>
          </a:p>
          <a:p>
            <a:pPr marL="343080" indent="-343080">
              <a:lnSpc>
                <a:spcPct val="100000"/>
              </a:lnSpc>
              <a:spcBef>
                <a:spcPts val="320"/>
              </a:spcBef>
              <a:buClr>
                <a:srgbClr val="58585b"/>
              </a:buClr>
              <a:buFont typeface="Arial"/>
              <a:buChar char="•"/>
            </a:pPr>
            <a:r>
              <a:rPr b="0" lang="en-US" sz="1600" spc="-1" strike="noStrike">
                <a:solidFill>
                  <a:srgbClr val="58585b"/>
                </a:solidFill>
                <a:latin typeface="Arial"/>
                <a:ea typeface="ＭＳ Ｐゴシック"/>
              </a:rPr>
              <a:t>Examples of IPv6 addresses in the preferred format:</a:t>
            </a:r>
            <a:endParaRPr b="0" lang="en-US" sz="1600" spc="-1" strike="noStrike">
              <a:solidFill>
                <a:srgbClr val="58585b"/>
              </a:solidFill>
              <a:latin typeface="Arial"/>
            </a:endParaRPr>
          </a:p>
          <a:p>
            <a:pPr marL="358920">
              <a:lnSpc>
                <a:spcPct val="95000"/>
              </a:lnSpc>
              <a:spcBef>
                <a:spcPts val="624"/>
              </a:spcBef>
              <a:buNone/>
              <a:tabLst>
                <a:tab algn="l" pos="0"/>
              </a:tabLst>
            </a:pPr>
            <a:r>
              <a:rPr b="0" lang="pt-BR" sz="1600" spc="-1" strike="noStrike">
                <a:solidFill>
                  <a:srgbClr val="58585b"/>
                </a:solidFill>
                <a:latin typeface="Courier New"/>
                <a:ea typeface="ＭＳ Ｐゴシック"/>
              </a:rPr>
              <a:t>2001:0db8:0000:1111:0000:0000:0000:0200 </a:t>
            </a:r>
            <a:endParaRPr b="0" lang="en-US" sz="1600" spc="-1" strike="noStrike">
              <a:solidFill>
                <a:srgbClr val="58585b"/>
              </a:solidFill>
              <a:latin typeface="Arial"/>
            </a:endParaRPr>
          </a:p>
          <a:p>
            <a:pPr marL="358920">
              <a:lnSpc>
                <a:spcPct val="95000"/>
              </a:lnSpc>
              <a:spcBef>
                <a:spcPts val="624"/>
              </a:spcBef>
              <a:buNone/>
              <a:tabLst>
                <a:tab algn="l" pos="0"/>
              </a:tabLst>
            </a:pPr>
            <a:r>
              <a:rPr b="0" lang="pt-BR" sz="1600" spc="-1" strike="noStrike">
                <a:solidFill>
                  <a:srgbClr val="58585b"/>
                </a:solidFill>
                <a:latin typeface="Courier New"/>
                <a:ea typeface="ＭＳ Ｐゴシック"/>
              </a:rPr>
              <a:t>2001:0db8:0000:00a3:abcd:0000:0000:1234 </a:t>
            </a:r>
            <a:endParaRPr b="0" lang="en-US" sz="1600" spc="-1" strike="noStrike">
              <a:solidFill>
                <a:srgbClr val="58585b"/>
              </a:solidFill>
              <a:latin typeface="Arial"/>
            </a:endParaRPr>
          </a:p>
          <a:p>
            <a:pPr>
              <a:lnSpc>
                <a:spcPct val="100000"/>
              </a:lnSpc>
              <a:spcBef>
                <a:spcPts val="360"/>
              </a:spcBef>
              <a:buNone/>
              <a:tabLst>
                <a:tab algn="l" pos="0"/>
              </a:tabLst>
            </a:pPr>
            <a:endParaRPr b="0" lang="en-US" sz="1600" spc="-1" strike="noStrike">
              <a:solidFill>
                <a:srgbClr val="58585b"/>
              </a:solidFill>
              <a:latin typeface="Arial"/>
            </a:endParaRPr>
          </a:p>
          <a:p>
            <a:pPr>
              <a:lnSpc>
                <a:spcPct val="100000"/>
              </a:lnSpc>
              <a:spcBef>
                <a:spcPts val="320"/>
              </a:spcBef>
              <a:buNone/>
              <a:tabLst>
                <a:tab algn="l" pos="0"/>
              </a:tabLst>
            </a:pPr>
            <a:endParaRPr b="0" lang="en-US" sz="1600" spc="-1" strike="noStrike">
              <a:solidFill>
                <a:srgbClr val="58585b"/>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2"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IPv6 Address Representation</a:t>
            </a:r>
            <a:br/>
            <a:r>
              <a:rPr b="0" lang="en-US" sz="2400" spc="-1" strike="noStrike">
                <a:solidFill>
                  <a:srgbClr val="004c69"/>
                </a:solidFill>
                <a:latin typeface="Arial"/>
                <a:ea typeface="ＭＳ Ｐゴシック"/>
              </a:rPr>
              <a:t>Rule 1 – Omit Leading Zero</a:t>
            </a:r>
            <a:endParaRPr b="0" lang="en-US" sz="2400" spc="-1" strike="noStrike">
              <a:solidFill>
                <a:srgbClr val="58585b"/>
              </a:solidFill>
              <a:latin typeface="Arial"/>
            </a:endParaRPr>
          </a:p>
        </p:txBody>
      </p:sp>
      <p:sp>
        <p:nvSpPr>
          <p:cNvPr id="353" name="PlaceHolder 2"/>
          <p:cNvSpPr>
            <a:spLocks noGrp="1"/>
          </p:cNvSpPr>
          <p:nvPr>
            <p:ph/>
          </p:nvPr>
        </p:nvSpPr>
        <p:spPr>
          <a:xfrm>
            <a:off x="432000" y="598680"/>
            <a:ext cx="7913160" cy="2894760"/>
          </a:xfrm>
          <a:prstGeom prst="rect">
            <a:avLst/>
          </a:prstGeom>
          <a:noFill/>
          <a:ln w="0">
            <a:noFill/>
          </a:ln>
        </p:spPr>
        <p:txBody>
          <a:bodyPr anchor="t">
            <a:noAutofit/>
          </a:bodyPr>
          <a:p>
            <a:pPr>
              <a:lnSpc>
                <a:spcPct val="100000"/>
              </a:lnSpc>
              <a:spcBef>
                <a:spcPts val="320"/>
              </a:spcBef>
              <a:buNone/>
              <a:tabLst>
                <a:tab algn="l" pos="0"/>
              </a:tabLst>
            </a:pPr>
            <a:r>
              <a:rPr b="0" lang="en-US" sz="1600" spc="-1" strike="noStrike">
                <a:solidFill>
                  <a:srgbClr val="58585b"/>
                </a:solidFill>
                <a:latin typeface="Arial"/>
                <a:ea typeface="ＭＳ Ｐゴシック"/>
              </a:rPr>
              <a:t>The first rule to help reduce the notation of IPv6 addresses is to omit any leading 0s (zeros).</a:t>
            </a:r>
            <a:endParaRPr b="0" lang="en-US" sz="1600" spc="-1" strike="noStrike">
              <a:solidFill>
                <a:srgbClr val="58585b"/>
              </a:solidFill>
              <a:latin typeface="Arial"/>
            </a:endParaRPr>
          </a:p>
          <a:p>
            <a:pPr marL="73080">
              <a:lnSpc>
                <a:spcPct val="95000"/>
              </a:lnSpc>
              <a:spcBef>
                <a:spcPts val="601"/>
              </a:spcBef>
              <a:buNone/>
              <a:tabLst>
                <a:tab algn="l" pos="0"/>
              </a:tabLst>
            </a:pPr>
            <a:r>
              <a:rPr b="1" lang="en-US" sz="1600" spc="-1" strike="noStrike">
                <a:solidFill>
                  <a:srgbClr val="58585b"/>
                </a:solidFill>
                <a:latin typeface="Arial"/>
                <a:ea typeface="ＭＳ Ｐゴシック"/>
              </a:rPr>
              <a:t>Examples:</a:t>
            </a:r>
            <a:endParaRPr b="0" lang="en-US" sz="1600" spc="-1" strike="noStrike">
              <a:solidFill>
                <a:srgbClr val="58585b"/>
              </a:solidFill>
              <a:latin typeface="Arial"/>
            </a:endParaRPr>
          </a:p>
          <a:p>
            <a:pPr marL="285840" indent="-285840">
              <a:lnSpc>
                <a:spcPct val="100000"/>
              </a:lnSpc>
              <a:spcBef>
                <a:spcPts val="320"/>
              </a:spcBef>
              <a:buClr>
                <a:srgbClr val="58585b"/>
              </a:buClr>
              <a:buFont typeface="Arial"/>
              <a:buChar char="•"/>
              <a:tabLst>
                <a:tab algn="l" pos="0"/>
              </a:tabLst>
            </a:pPr>
            <a:r>
              <a:rPr b="0" lang="en-US" sz="1600" spc="-1" strike="noStrike">
                <a:solidFill>
                  <a:srgbClr val="58585b"/>
                </a:solidFill>
                <a:latin typeface="Arial"/>
                <a:ea typeface="ＭＳ Ｐゴシック"/>
              </a:rPr>
              <a:t>01ab can be represented as 1ab</a:t>
            </a:r>
            <a:endParaRPr b="0" lang="en-US" sz="1600" spc="-1" strike="noStrike">
              <a:solidFill>
                <a:srgbClr val="58585b"/>
              </a:solidFill>
              <a:latin typeface="Arial"/>
            </a:endParaRPr>
          </a:p>
          <a:p>
            <a:pPr marL="285840" indent="-285840">
              <a:lnSpc>
                <a:spcPct val="100000"/>
              </a:lnSpc>
              <a:spcBef>
                <a:spcPts val="320"/>
              </a:spcBef>
              <a:buClr>
                <a:srgbClr val="58585b"/>
              </a:buClr>
              <a:buFont typeface="Arial"/>
              <a:buChar char="•"/>
              <a:tabLst>
                <a:tab algn="l" pos="0"/>
              </a:tabLst>
            </a:pPr>
            <a:r>
              <a:rPr b="0" lang="en-US" sz="1600" spc="-1" strike="noStrike">
                <a:solidFill>
                  <a:srgbClr val="58585b"/>
                </a:solidFill>
                <a:latin typeface="Arial"/>
                <a:ea typeface="ＭＳ Ｐゴシック"/>
              </a:rPr>
              <a:t>09f0 can be represented as 9f0</a:t>
            </a:r>
            <a:endParaRPr b="0" lang="en-US" sz="1600" spc="-1" strike="noStrike">
              <a:solidFill>
                <a:srgbClr val="58585b"/>
              </a:solidFill>
              <a:latin typeface="Arial"/>
            </a:endParaRPr>
          </a:p>
          <a:p>
            <a:pPr marL="285840" indent="-285840">
              <a:lnSpc>
                <a:spcPct val="100000"/>
              </a:lnSpc>
              <a:spcBef>
                <a:spcPts val="320"/>
              </a:spcBef>
              <a:buClr>
                <a:srgbClr val="58585b"/>
              </a:buClr>
              <a:buFont typeface="Arial"/>
              <a:buChar char="•"/>
              <a:tabLst>
                <a:tab algn="l" pos="0"/>
              </a:tabLst>
            </a:pPr>
            <a:r>
              <a:rPr b="0" lang="en-US" sz="1600" spc="-1" strike="noStrike">
                <a:solidFill>
                  <a:srgbClr val="58585b"/>
                </a:solidFill>
                <a:latin typeface="Arial"/>
                <a:ea typeface="ＭＳ Ｐゴシック"/>
              </a:rPr>
              <a:t>0a00 can be represented as a00</a:t>
            </a:r>
            <a:endParaRPr b="0" lang="en-US" sz="1600" spc="-1" strike="noStrike">
              <a:solidFill>
                <a:srgbClr val="58585b"/>
              </a:solidFill>
              <a:latin typeface="Arial"/>
            </a:endParaRPr>
          </a:p>
          <a:p>
            <a:pPr marL="285840" indent="-285840">
              <a:lnSpc>
                <a:spcPct val="100000"/>
              </a:lnSpc>
              <a:spcBef>
                <a:spcPts val="320"/>
              </a:spcBef>
              <a:buClr>
                <a:srgbClr val="58585b"/>
              </a:buClr>
              <a:buFont typeface="Arial"/>
              <a:buChar char="•"/>
              <a:tabLst>
                <a:tab algn="l" pos="0"/>
              </a:tabLst>
            </a:pPr>
            <a:r>
              <a:rPr b="0" lang="en-US" sz="1600" spc="-1" strike="noStrike">
                <a:solidFill>
                  <a:srgbClr val="58585b"/>
                </a:solidFill>
                <a:latin typeface="Arial"/>
                <a:ea typeface="ＭＳ Ｐゴシック"/>
              </a:rPr>
              <a:t>00ab can be represented as ab</a:t>
            </a:r>
            <a:endParaRPr b="0" lang="en-US" sz="1600" spc="-1" strike="noStrike">
              <a:solidFill>
                <a:srgbClr val="58585b"/>
              </a:solidFill>
              <a:latin typeface="Arial"/>
            </a:endParaRPr>
          </a:p>
          <a:p>
            <a:pPr>
              <a:lnSpc>
                <a:spcPct val="100000"/>
              </a:lnSpc>
              <a:spcBef>
                <a:spcPts val="320"/>
              </a:spcBef>
              <a:buNone/>
              <a:tabLst>
                <a:tab algn="l" pos="0"/>
              </a:tabLst>
            </a:pPr>
            <a:endParaRPr b="0" lang="en-US" sz="1600" spc="-1" strike="noStrike">
              <a:solidFill>
                <a:srgbClr val="58585b"/>
              </a:solidFill>
              <a:latin typeface="Arial"/>
            </a:endParaRPr>
          </a:p>
          <a:p>
            <a:pPr>
              <a:lnSpc>
                <a:spcPct val="100000"/>
              </a:lnSpc>
              <a:spcBef>
                <a:spcPts val="320"/>
              </a:spcBef>
              <a:buNone/>
              <a:tabLst>
                <a:tab algn="l" pos="0"/>
              </a:tabLst>
            </a:pPr>
            <a:r>
              <a:rPr b="1" lang="en-US" sz="1600" spc="-1" strike="noStrike">
                <a:solidFill>
                  <a:srgbClr val="58585b"/>
                </a:solidFill>
                <a:latin typeface="Arial"/>
                <a:ea typeface="ＭＳ Ｐゴシック"/>
              </a:rPr>
              <a:t>Note</a:t>
            </a:r>
            <a:r>
              <a:rPr b="0" lang="en-US" sz="1600" spc="-1" strike="noStrike">
                <a:solidFill>
                  <a:srgbClr val="58585b"/>
                </a:solidFill>
                <a:latin typeface="Arial"/>
                <a:ea typeface="ＭＳ Ｐゴシック"/>
              </a:rPr>
              <a:t>:</a:t>
            </a:r>
            <a:r>
              <a:rPr b="1" lang="en-US" sz="1600" spc="-1" strike="noStrike">
                <a:solidFill>
                  <a:srgbClr val="58585b"/>
                </a:solidFill>
                <a:latin typeface="Arial"/>
                <a:ea typeface="ＭＳ Ｐゴシック"/>
              </a:rPr>
              <a:t> </a:t>
            </a:r>
            <a:r>
              <a:rPr b="0" lang="en-US" sz="1600" spc="-1" strike="noStrike">
                <a:solidFill>
                  <a:srgbClr val="58585b"/>
                </a:solidFill>
                <a:latin typeface="Arial"/>
                <a:ea typeface="ＭＳ Ｐゴシック"/>
              </a:rPr>
              <a:t>This rule only applies to leading 0s, NOT to trailing 0s, otherwise the address would be ambiguous. </a:t>
            </a:r>
            <a:endParaRPr b="0" lang="en-US" sz="1600" spc="-1" strike="noStrike">
              <a:solidFill>
                <a:srgbClr val="58585b"/>
              </a:solidFill>
              <a:latin typeface="Arial"/>
            </a:endParaRPr>
          </a:p>
          <a:p>
            <a:endParaRPr b="0" lang="en-US" sz="1600" spc="-1" strike="noStrike">
              <a:solidFill>
                <a:srgbClr val="58585b"/>
              </a:solidFill>
              <a:latin typeface="Arial"/>
            </a:endParaRPr>
          </a:p>
          <a:p>
            <a:pPr>
              <a:lnSpc>
                <a:spcPct val="100000"/>
              </a:lnSpc>
              <a:spcBef>
                <a:spcPts val="320"/>
              </a:spcBef>
              <a:buNone/>
              <a:tabLst>
                <a:tab algn="l" pos="0"/>
              </a:tabLst>
            </a:pPr>
            <a:endParaRPr b="0" lang="en-US" sz="1600" spc="-1" strike="noStrike">
              <a:solidFill>
                <a:srgbClr val="58585b"/>
              </a:solidFill>
              <a:latin typeface="Arial"/>
            </a:endParaRPr>
          </a:p>
        </p:txBody>
      </p:sp>
      <p:graphicFrame>
        <p:nvGraphicFramePr>
          <p:cNvPr id="354" name="Content Placeholder 6"/>
          <p:cNvGraphicFramePr/>
          <p:nvPr/>
        </p:nvGraphicFramePr>
        <p:xfrm>
          <a:off x="750600" y="3767400"/>
          <a:ext cx="6616800" cy="170640"/>
        </p:xfrm>
        <a:graphic>
          <a:graphicData uri="http://schemas.openxmlformats.org/drawingml/2006/table">
            <a:tbl>
              <a:tblPr/>
              <a:tblGrid>
                <a:gridCol w="1963080"/>
                <a:gridCol w="4653720"/>
              </a:tblGrid>
              <a:tr h="247320">
                <a:tc>
                  <a:txBody>
                    <a:bodyPr anchor="t">
                      <a:noAutofit/>
                    </a:bodyPr>
                    <a:p>
                      <a:pPr>
                        <a:lnSpc>
                          <a:spcPct val="100000"/>
                        </a:lnSpc>
                        <a:buNone/>
                      </a:pPr>
                      <a:r>
                        <a:rPr b="1" lang="en-US" sz="1100" spc="-1" strike="noStrike">
                          <a:solidFill>
                            <a:srgbClr val="ffffff"/>
                          </a:solidFill>
                          <a:latin typeface="Arial"/>
                        </a:rPr>
                        <a:t>Type</a:t>
                      </a:r>
                      <a:endParaRPr b="0" lang="en-JM" sz="11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38160">
                      <a:solidFill>
                        <a:srgbClr val="ffffff"/>
                      </a:solidFill>
                    </a:lnB>
                    <a:solidFill>
                      <a:srgbClr val="004c69"/>
                    </a:solidFill>
                  </a:tcPr>
                </a:tc>
                <a:tc>
                  <a:txBody>
                    <a:bodyPr anchor="t">
                      <a:noAutofit/>
                    </a:bodyPr>
                    <a:p>
                      <a:pPr>
                        <a:lnSpc>
                          <a:spcPct val="100000"/>
                        </a:lnSpc>
                        <a:buNone/>
                      </a:pPr>
                      <a:r>
                        <a:rPr b="1" lang="en-US" sz="1100" spc="-1" strike="noStrike">
                          <a:solidFill>
                            <a:srgbClr val="ffffff"/>
                          </a:solidFill>
                          <a:latin typeface="Arial"/>
                        </a:rPr>
                        <a:t>Format</a:t>
                      </a:r>
                      <a:endParaRPr b="0" lang="en-JM" sz="11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38160">
                      <a:solidFill>
                        <a:srgbClr val="ffffff"/>
                      </a:solidFill>
                    </a:lnB>
                    <a:solidFill>
                      <a:srgbClr val="004c69"/>
                    </a:solidFill>
                  </a:tcPr>
                </a:tc>
              </a:tr>
              <a:tr h="247320">
                <a:tc>
                  <a:txBody>
                    <a:bodyPr anchor="t">
                      <a:noAutofit/>
                    </a:bodyPr>
                    <a:p>
                      <a:pPr>
                        <a:lnSpc>
                          <a:spcPct val="100000"/>
                        </a:lnSpc>
                        <a:buNone/>
                      </a:pPr>
                      <a:r>
                        <a:rPr b="0" lang="en-US" sz="1100" spc="-1" strike="noStrike">
                          <a:solidFill>
                            <a:srgbClr val="000000"/>
                          </a:solidFill>
                          <a:latin typeface="Arial"/>
                        </a:rPr>
                        <a:t>Preferred</a:t>
                      </a:r>
                      <a:endParaRPr b="0" lang="en-JM" sz="11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anchor="t">
                      <a:noAutofit/>
                    </a:bodyPr>
                    <a:p>
                      <a:pPr>
                        <a:lnSpc>
                          <a:spcPct val="100000"/>
                        </a:lnSpc>
                        <a:buNone/>
                      </a:pPr>
                      <a:r>
                        <a:rPr b="0" lang="en-US" sz="1100" spc="-1" strike="noStrike">
                          <a:solidFill>
                            <a:srgbClr val="58585b"/>
                          </a:solidFill>
                          <a:latin typeface="Arial"/>
                        </a:rPr>
                        <a:t>2001 : </a:t>
                      </a:r>
                      <a:r>
                        <a:rPr b="1" lang="en-US" sz="1100" spc="-1" strike="noStrike">
                          <a:solidFill>
                            <a:srgbClr val="58585b"/>
                          </a:solidFill>
                          <a:latin typeface="Arial"/>
                        </a:rPr>
                        <a:t>0</a:t>
                      </a:r>
                      <a:r>
                        <a:rPr b="0" lang="en-US" sz="1100" spc="-1" strike="noStrike">
                          <a:solidFill>
                            <a:srgbClr val="58585b"/>
                          </a:solidFill>
                          <a:latin typeface="Arial"/>
                        </a:rPr>
                        <a:t>db8 : </a:t>
                      </a:r>
                      <a:r>
                        <a:rPr b="1" lang="en-US" sz="1100" spc="-1" strike="noStrike">
                          <a:solidFill>
                            <a:srgbClr val="58585b"/>
                          </a:solidFill>
                          <a:latin typeface="Arial"/>
                        </a:rPr>
                        <a:t>000</a:t>
                      </a:r>
                      <a:r>
                        <a:rPr b="0" lang="en-US" sz="1100" spc="-1" strike="noStrike">
                          <a:solidFill>
                            <a:srgbClr val="58585b"/>
                          </a:solidFill>
                          <a:latin typeface="Arial"/>
                        </a:rPr>
                        <a:t>0 : 1111 : </a:t>
                      </a:r>
                      <a:r>
                        <a:rPr b="1" lang="en-US" sz="1100" spc="-1" strike="noStrike">
                          <a:solidFill>
                            <a:srgbClr val="58585b"/>
                          </a:solidFill>
                          <a:latin typeface="Arial"/>
                        </a:rPr>
                        <a:t>000</a:t>
                      </a:r>
                      <a:r>
                        <a:rPr b="0" lang="en-US" sz="1100" spc="-1" strike="noStrike">
                          <a:solidFill>
                            <a:srgbClr val="58585b"/>
                          </a:solidFill>
                          <a:latin typeface="Arial"/>
                        </a:rPr>
                        <a:t>0 : </a:t>
                      </a:r>
                      <a:r>
                        <a:rPr b="1" lang="en-US" sz="1100" spc="-1" strike="noStrike">
                          <a:solidFill>
                            <a:srgbClr val="58585b"/>
                          </a:solidFill>
                          <a:latin typeface="Arial"/>
                        </a:rPr>
                        <a:t>000</a:t>
                      </a:r>
                      <a:r>
                        <a:rPr b="0" lang="en-US" sz="1100" spc="-1" strike="noStrike">
                          <a:solidFill>
                            <a:srgbClr val="58585b"/>
                          </a:solidFill>
                          <a:latin typeface="Arial"/>
                        </a:rPr>
                        <a:t>0 : </a:t>
                      </a:r>
                      <a:r>
                        <a:rPr b="1" lang="en-US" sz="1100" spc="-1" strike="noStrike">
                          <a:solidFill>
                            <a:srgbClr val="58585b"/>
                          </a:solidFill>
                          <a:latin typeface="Arial"/>
                        </a:rPr>
                        <a:t>000</a:t>
                      </a:r>
                      <a:r>
                        <a:rPr b="0" lang="en-US" sz="1100" spc="-1" strike="noStrike">
                          <a:solidFill>
                            <a:srgbClr val="58585b"/>
                          </a:solidFill>
                          <a:latin typeface="Arial"/>
                        </a:rPr>
                        <a:t>0 : </a:t>
                      </a:r>
                      <a:r>
                        <a:rPr b="1" lang="en-US" sz="1100" spc="-1" strike="noStrike">
                          <a:solidFill>
                            <a:srgbClr val="58585b"/>
                          </a:solidFill>
                          <a:latin typeface="Arial"/>
                        </a:rPr>
                        <a:t>0</a:t>
                      </a:r>
                      <a:r>
                        <a:rPr b="0" lang="en-US" sz="1100" spc="-1" strike="noStrike">
                          <a:solidFill>
                            <a:srgbClr val="58585b"/>
                          </a:solidFill>
                          <a:latin typeface="Arial"/>
                        </a:rPr>
                        <a:t>200</a:t>
                      </a:r>
                      <a:endParaRPr b="0" lang="en-JM" sz="11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r h="247320">
                <a:tc>
                  <a:txBody>
                    <a:bodyPr anchor="t">
                      <a:noAutofit/>
                    </a:bodyPr>
                    <a:p>
                      <a:pPr>
                        <a:lnSpc>
                          <a:spcPct val="100000"/>
                        </a:lnSpc>
                        <a:buNone/>
                        <a:tabLst>
                          <a:tab algn="l" pos="0"/>
                        </a:tabLst>
                      </a:pPr>
                      <a:r>
                        <a:rPr b="0" lang="en-US" sz="1100" spc="-1" strike="noStrike">
                          <a:solidFill>
                            <a:srgbClr val="000000"/>
                          </a:solidFill>
                          <a:latin typeface="Arial"/>
                        </a:rPr>
                        <a:t>No leading zeros</a:t>
                      </a:r>
                      <a:endParaRPr b="0" lang="en-JM" sz="11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anchor="t">
                      <a:noAutofit/>
                    </a:bodyPr>
                    <a:p>
                      <a:pPr>
                        <a:lnSpc>
                          <a:spcPct val="100000"/>
                        </a:lnSpc>
                        <a:buNone/>
                      </a:pPr>
                      <a:r>
                        <a:rPr b="0" lang="en-US" sz="1100" spc="-1" strike="noStrike">
                          <a:solidFill>
                            <a:srgbClr val="58585b"/>
                          </a:solidFill>
                          <a:latin typeface="Arial"/>
                        </a:rPr>
                        <a:t>2001 : db8 : 0 : 1111 : 0 : 0 : 0 : 200</a:t>
                      </a:r>
                      <a:endParaRPr b="0" lang="en-JM" sz="11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r>
            </a:tbl>
          </a:graphicData>
        </a:graphic>
      </p:graphicFrame>
    </p:spTree>
  </p:cSld>
  <mc:AlternateContent>
    <mc:Choice Requires="p14">
      <p:transition spd="med" p14:dur="70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5"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IPv6 Address Representation</a:t>
            </a:r>
            <a:br/>
            <a:r>
              <a:rPr b="0" lang="en-US" sz="2400" spc="-1" strike="noStrike">
                <a:solidFill>
                  <a:srgbClr val="004c69"/>
                </a:solidFill>
                <a:latin typeface="Arial"/>
                <a:ea typeface="ＭＳ Ｐゴシック"/>
              </a:rPr>
              <a:t>Rule 2 – Double Colon</a:t>
            </a:r>
            <a:endParaRPr b="0" lang="en-US" sz="2400" spc="-1" strike="noStrike">
              <a:solidFill>
                <a:srgbClr val="58585b"/>
              </a:solidFill>
              <a:latin typeface="Arial"/>
            </a:endParaRPr>
          </a:p>
        </p:txBody>
      </p:sp>
      <p:sp>
        <p:nvSpPr>
          <p:cNvPr id="356" name="PlaceHolder 2"/>
          <p:cNvSpPr>
            <a:spLocks noGrp="1"/>
          </p:cNvSpPr>
          <p:nvPr>
            <p:ph/>
          </p:nvPr>
        </p:nvSpPr>
        <p:spPr>
          <a:xfrm>
            <a:off x="432000" y="855360"/>
            <a:ext cx="7913160" cy="2399400"/>
          </a:xfrm>
          <a:prstGeom prst="rect">
            <a:avLst/>
          </a:prstGeom>
          <a:noFill/>
          <a:ln w="0">
            <a:noFill/>
          </a:ln>
        </p:spPr>
        <p:txBody>
          <a:bodyPr anchor="t">
            <a:noAutofit/>
          </a:bodyPr>
          <a:p>
            <a:pPr>
              <a:lnSpc>
                <a:spcPct val="100000"/>
              </a:lnSpc>
              <a:spcBef>
                <a:spcPts val="360"/>
              </a:spcBef>
              <a:buNone/>
              <a:tabLst>
                <a:tab algn="l" pos="0"/>
              </a:tabLst>
            </a:pPr>
            <a:r>
              <a:rPr b="0" lang="en-US" sz="1800" spc="-1" strike="noStrike">
                <a:solidFill>
                  <a:srgbClr val="58585b"/>
                </a:solidFill>
                <a:latin typeface="Arial"/>
                <a:ea typeface="ＭＳ Ｐゴシック"/>
              </a:rPr>
              <a:t>A double colon (::) can replace any single, contiguous string of one or more 16-bit hextets consisting of all zeros. </a:t>
            </a:r>
            <a:endParaRPr b="0" lang="en-US" sz="1800" spc="-1" strike="noStrike">
              <a:solidFill>
                <a:srgbClr val="58585b"/>
              </a:solidFill>
              <a:latin typeface="Arial"/>
            </a:endParaRPr>
          </a:p>
          <a:p>
            <a:pPr>
              <a:lnSpc>
                <a:spcPct val="100000"/>
              </a:lnSpc>
              <a:spcBef>
                <a:spcPts val="320"/>
              </a:spcBef>
              <a:buNone/>
              <a:tabLst>
                <a:tab algn="l" pos="0"/>
              </a:tabLst>
            </a:pPr>
            <a:r>
              <a:rPr b="1" lang="en-US" sz="1600" spc="-1" strike="noStrike">
                <a:solidFill>
                  <a:srgbClr val="58585b"/>
                </a:solidFill>
                <a:latin typeface="Arial"/>
                <a:ea typeface="ＭＳ Ｐゴシック"/>
              </a:rPr>
              <a:t>Example:</a:t>
            </a:r>
            <a:endParaRPr b="0" lang="en-US" sz="1600" spc="-1" strike="noStrike">
              <a:solidFill>
                <a:srgbClr val="58585b"/>
              </a:solidFill>
              <a:latin typeface="Arial"/>
            </a:endParaRPr>
          </a:p>
          <a:p>
            <a:pPr marL="285840" indent="-285840">
              <a:lnSpc>
                <a:spcPct val="100000"/>
              </a:lnSpc>
              <a:spcBef>
                <a:spcPts val="281"/>
              </a:spcBef>
              <a:buClr>
                <a:srgbClr val="58585b"/>
              </a:buClr>
              <a:buFont typeface="Arial"/>
              <a:buChar char="•"/>
              <a:tabLst>
                <a:tab algn="l" pos="0"/>
              </a:tabLst>
            </a:pPr>
            <a:r>
              <a:rPr b="0" lang="en-US" sz="1400" spc="-1" strike="noStrike">
                <a:solidFill>
                  <a:srgbClr val="58585b"/>
                </a:solidFill>
                <a:latin typeface="Arial"/>
                <a:ea typeface="ＭＳ Ｐゴシック"/>
              </a:rPr>
              <a:t>2001:db8:cafe:1:0:0:0:1 (leading 0s omitted) could be represented as 2001:db8:cafe:1::1</a:t>
            </a:r>
            <a:endParaRPr b="0" lang="en-US" sz="1400" spc="-1" strike="noStrike">
              <a:solidFill>
                <a:srgbClr val="58585b"/>
              </a:solidFill>
              <a:latin typeface="Arial"/>
            </a:endParaRPr>
          </a:p>
          <a:p>
            <a:pPr>
              <a:lnSpc>
                <a:spcPct val="100000"/>
              </a:lnSpc>
              <a:spcBef>
                <a:spcPts val="320"/>
              </a:spcBef>
              <a:buNone/>
              <a:tabLst>
                <a:tab algn="l" pos="0"/>
              </a:tabLst>
            </a:pPr>
            <a:endParaRPr b="0" lang="en-US" sz="1400" spc="-1" strike="noStrike">
              <a:solidFill>
                <a:srgbClr val="58585b"/>
              </a:solidFill>
              <a:latin typeface="Arial"/>
            </a:endParaRPr>
          </a:p>
          <a:p>
            <a:pPr>
              <a:lnSpc>
                <a:spcPct val="100000"/>
              </a:lnSpc>
              <a:spcBef>
                <a:spcPts val="320"/>
              </a:spcBef>
              <a:buNone/>
              <a:tabLst>
                <a:tab algn="l" pos="0"/>
              </a:tabLst>
            </a:pPr>
            <a:r>
              <a:rPr b="1" lang="en-US" sz="1600" spc="-1" strike="noStrike">
                <a:solidFill>
                  <a:srgbClr val="58585b"/>
                </a:solidFill>
                <a:latin typeface="Arial"/>
                <a:ea typeface="ＭＳ Ｐゴシック"/>
              </a:rPr>
              <a:t>Note</a:t>
            </a:r>
            <a:r>
              <a:rPr b="0" lang="en-US" sz="1600" spc="-1" strike="noStrike">
                <a:solidFill>
                  <a:srgbClr val="58585b"/>
                </a:solidFill>
                <a:latin typeface="Arial"/>
                <a:ea typeface="ＭＳ Ｐゴシック"/>
              </a:rPr>
              <a:t>: </a:t>
            </a:r>
            <a:r>
              <a:rPr b="0" lang="en-US" sz="1400" spc="-1" strike="noStrike">
                <a:solidFill>
                  <a:srgbClr val="58585b"/>
                </a:solidFill>
                <a:latin typeface="Arial"/>
                <a:ea typeface="ＭＳ Ｐゴシック"/>
              </a:rPr>
              <a:t>The double colon (::) can only be used once within an address, otherwise there would be more than one possible resulting address.</a:t>
            </a:r>
            <a:endParaRPr b="0" lang="en-US" sz="1400" spc="-1" strike="noStrike">
              <a:solidFill>
                <a:srgbClr val="58585b"/>
              </a:solidFill>
              <a:latin typeface="Arial"/>
            </a:endParaRPr>
          </a:p>
          <a:p>
            <a:pPr>
              <a:lnSpc>
                <a:spcPct val="100000"/>
              </a:lnSpc>
              <a:spcBef>
                <a:spcPts val="320"/>
              </a:spcBef>
              <a:buNone/>
              <a:tabLst>
                <a:tab algn="l" pos="0"/>
              </a:tabLst>
            </a:pPr>
            <a:endParaRPr b="0" lang="en-US" sz="1400" spc="-1" strike="noStrike">
              <a:solidFill>
                <a:srgbClr val="58585b"/>
              </a:solidFill>
              <a:latin typeface="Arial"/>
            </a:endParaRPr>
          </a:p>
        </p:txBody>
      </p:sp>
      <p:graphicFrame>
        <p:nvGraphicFramePr>
          <p:cNvPr id="357" name="Content Placeholder 6"/>
          <p:cNvGraphicFramePr/>
          <p:nvPr/>
        </p:nvGraphicFramePr>
        <p:xfrm>
          <a:off x="668880" y="3255480"/>
          <a:ext cx="6616800" cy="170640"/>
        </p:xfrm>
        <a:graphic>
          <a:graphicData uri="http://schemas.openxmlformats.org/drawingml/2006/table">
            <a:tbl>
              <a:tblPr/>
              <a:tblGrid>
                <a:gridCol w="1963080"/>
                <a:gridCol w="4653720"/>
              </a:tblGrid>
              <a:tr h="247320">
                <a:tc>
                  <a:txBody>
                    <a:bodyPr anchor="t">
                      <a:noAutofit/>
                    </a:bodyPr>
                    <a:p>
                      <a:pPr>
                        <a:lnSpc>
                          <a:spcPct val="100000"/>
                        </a:lnSpc>
                        <a:buNone/>
                      </a:pPr>
                      <a:r>
                        <a:rPr b="1" lang="en-US" sz="1100" spc="-1" strike="noStrike">
                          <a:solidFill>
                            <a:srgbClr val="ffffff"/>
                          </a:solidFill>
                          <a:latin typeface="Arial"/>
                        </a:rPr>
                        <a:t>Type</a:t>
                      </a:r>
                      <a:endParaRPr b="0" lang="en-JM" sz="11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38160">
                      <a:solidFill>
                        <a:srgbClr val="ffffff"/>
                      </a:solidFill>
                    </a:lnB>
                    <a:solidFill>
                      <a:srgbClr val="004c69"/>
                    </a:solidFill>
                  </a:tcPr>
                </a:tc>
                <a:tc>
                  <a:txBody>
                    <a:bodyPr anchor="t">
                      <a:noAutofit/>
                    </a:bodyPr>
                    <a:p>
                      <a:pPr>
                        <a:lnSpc>
                          <a:spcPct val="100000"/>
                        </a:lnSpc>
                        <a:buNone/>
                      </a:pPr>
                      <a:r>
                        <a:rPr b="1" lang="en-US" sz="1100" spc="-1" strike="noStrike">
                          <a:solidFill>
                            <a:srgbClr val="ffffff"/>
                          </a:solidFill>
                          <a:latin typeface="Arial"/>
                        </a:rPr>
                        <a:t>Format</a:t>
                      </a:r>
                      <a:endParaRPr b="0" lang="en-JM" sz="11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38160">
                      <a:solidFill>
                        <a:srgbClr val="ffffff"/>
                      </a:solidFill>
                    </a:lnB>
                    <a:solidFill>
                      <a:srgbClr val="004c69"/>
                    </a:solidFill>
                  </a:tcPr>
                </a:tc>
              </a:tr>
              <a:tr h="247320">
                <a:tc>
                  <a:txBody>
                    <a:bodyPr anchor="t">
                      <a:noAutofit/>
                    </a:bodyPr>
                    <a:p>
                      <a:pPr>
                        <a:lnSpc>
                          <a:spcPct val="100000"/>
                        </a:lnSpc>
                        <a:buNone/>
                      </a:pPr>
                      <a:r>
                        <a:rPr b="0" lang="en-US" sz="1100" spc="-1" strike="noStrike">
                          <a:solidFill>
                            <a:srgbClr val="000000"/>
                          </a:solidFill>
                          <a:latin typeface="Arial"/>
                        </a:rPr>
                        <a:t>Preferred</a:t>
                      </a:r>
                      <a:endParaRPr b="0" lang="en-JM" sz="11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anchor="t">
                      <a:noAutofit/>
                    </a:bodyPr>
                    <a:p>
                      <a:pPr>
                        <a:lnSpc>
                          <a:spcPct val="100000"/>
                        </a:lnSpc>
                        <a:buNone/>
                      </a:pPr>
                      <a:r>
                        <a:rPr b="0" lang="en-US" sz="1100" spc="-1" strike="noStrike">
                          <a:solidFill>
                            <a:srgbClr val="58585b"/>
                          </a:solidFill>
                          <a:latin typeface="Arial"/>
                        </a:rPr>
                        <a:t>2001 : </a:t>
                      </a:r>
                      <a:r>
                        <a:rPr b="1" lang="en-US" sz="1100" spc="-1" strike="noStrike">
                          <a:solidFill>
                            <a:srgbClr val="58585b"/>
                          </a:solidFill>
                          <a:latin typeface="Arial"/>
                        </a:rPr>
                        <a:t>0</a:t>
                      </a:r>
                      <a:r>
                        <a:rPr b="0" lang="en-US" sz="1100" spc="-1" strike="noStrike">
                          <a:solidFill>
                            <a:srgbClr val="58585b"/>
                          </a:solidFill>
                          <a:latin typeface="Arial"/>
                        </a:rPr>
                        <a:t>db8 : </a:t>
                      </a:r>
                      <a:r>
                        <a:rPr b="1" lang="en-US" sz="1100" spc="-1" strike="noStrike">
                          <a:solidFill>
                            <a:srgbClr val="58585b"/>
                          </a:solidFill>
                          <a:latin typeface="Arial"/>
                        </a:rPr>
                        <a:t>000</a:t>
                      </a:r>
                      <a:r>
                        <a:rPr b="0" lang="en-US" sz="1100" spc="-1" strike="noStrike">
                          <a:solidFill>
                            <a:srgbClr val="58585b"/>
                          </a:solidFill>
                          <a:latin typeface="Arial"/>
                        </a:rPr>
                        <a:t>0 : 1111 : </a:t>
                      </a:r>
                      <a:r>
                        <a:rPr b="1" lang="en-US" sz="1100" spc="-1" strike="noStrike">
                          <a:solidFill>
                            <a:srgbClr val="58585b"/>
                          </a:solidFill>
                          <a:latin typeface="Arial"/>
                        </a:rPr>
                        <a:t>0000</a:t>
                      </a:r>
                      <a:r>
                        <a:rPr b="0" lang="en-US" sz="1100" spc="-1" strike="noStrike">
                          <a:solidFill>
                            <a:srgbClr val="58585b"/>
                          </a:solidFill>
                          <a:latin typeface="Arial"/>
                        </a:rPr>
                        <a:t> : </a:t>
                      </a:r>
                      <a:r>
                        <a:rPr b="1" lang="en-US" sz="1100" spc="-1" strike="noStrike">
                          <a:solidFill>
                            <a:srgbClr val="58585b"/>
                          </a:solidFill>
                          <a:latin typeface="Arial"/>
                        </a:rPr>
                        <a:t>0000</a:t>
                      </a:r>
                      <a:r>
                        <a:rPr b="0" lang="en-US" sz="1100" spc="-1" strike="noStrike">
                          <a:solidFill>
                            <a:srgbClr val="58585b"/>
                          </a:solidFill>
                          <a:latin typeface="Arial"/>
                        </a:rPr>
                        <a:t> : </a:t>
                      </a:r>
                      <a:r>
                        <a:rPr b="1" lang="en-US" sz="1100" spc="-1" strike="noStrike">
                          <a:solidFill>
                            <a:srgbClr val="58585b"/>
                          </a:solidFill>
                          <a:latin typeface="Arial"/>
                        </a:rPr>
                        <a:t>0000</a:t>
                      </a:r>
                      <a:r>
                        <a:rPr b="0" lang="en-US" sz="1100" spc="-1" strike="noStrike">
                          <a:solidFill>
                            <a:srgbClr val="58585b"/>
                          </a:solidFill>
                          <a:latin typeface="Arial"/>
                        </a:rPr>
                        <a:t> : </a:t>
                      </a:r>
                      <a:r>
                        <a:rPr b="1" lang="en-US" sz="1100" spc="-1" strike="noStrike">
                          <a:solidFill>
                            <a:srgbClr val="58585b"/>
                          </a:solidFill>
                          <a:latin typeface="Arial"/>
                        </a:rPr>
                        <a:t>0</a:t>
                      </a:r>
                      <a:r>
                        <a:rPr b="0" lang="en-US" sz="1100" spc="-1" strike="noStrike">
                          <a:solidFill>
                            <a:srgbClr val="58585b"/>
                          </a:solidFill>
                          <a:latin typeface="Arial"/>
                        </a:rPr>
                        <a:t>200</a:t>
                      </a:r>
                      <a:endParaRPr b="0" lang="en-JM" sz="11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r h="247320">
                <a:tc>
                  <a:txBody>
                    <a:bodyPr anchor="t">
                      <a:noAutofit/>
                    </a:bodyPr>
                    <a:p>
                      <a:pPr>
                        <a:lnSpc>
                          <a:spcPct val="100000"/>
                        </a:lnSpc>
                        <a:buNone/>
                        <a:tabLst>
                          <a:tab algn="l" pos="0"/>
                        </a:tabLst>
                      </a:pPr>
                      <a:r>
                        <a:rPr b="0" lang="en-US" sz="1100" spc="-1" strike="noStrike">
                          <a:solidFill>
                            <a:srgbClr val="000000"/>
                          </a:solidFill>
                          <a:latin typeface="Arial"/>
                        </a:rPr>
                        <a:t>Compressed</a:t>
                      </a:r>
                      <a:endParaRPr b="0" lang="en-JM" sz="11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anchor="t">
                      <a:noAutofit/>
                    </a:bodyPr>
                    <a:p>
                      <a:pPr>
                        <a:lnSpc>
                          <a:spcPct val="100000"/>
                        </a:lnSpc>
                        <a:buNone/>
                      </a:pPr>
                      <a:r>
                        <a:rPr b="0" lang="en-US" sz="1100" spc="-1" strike="noStrike">
                          <a:solidFill>
                            <a:srgbClr val="58585b"/>
                          </a:solidFill>
                          <a:latin typeface="Arial"/>
                        </a:rPr>
                        <a:t>2001:db8:0:1111::200</a:t>
                      </a:r>
                      <a:endParaRPr b="0" lang="en-JM" sz="11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r>
            </a:tbl>
          </a:graphicData>
        </a:graphic>
      </p:graphicFrame>
    </p:spTree>
  </p:cSld>
  <mc:AlternateContent>
    <mc:Choice Requires="p14">
      <p:transition spd="med" p14:dur="70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8" name="PlaceHolder 1"/>
          <p:cNvSpPr>
            <a:spLocks noGrp="1"/>
          </p:cNvSpPr>
          <p:nvPr>
            <p:ph type="title"/>
          </p:nvPr>
        </p:nvSpPr>
        <p:spPr>
          <a:xfrm>
            <a:off x="416520" y="1788120"/>
            <a:ext cx="7848000" cy="929160"/>
          </a:xfrm>
          <a:prstGeom prst="rect">
            <a:avLst/>
          </a:prstGeom>
          <a:noFill/>
          <a:ln w="0">
            <a:noFill/>
          </a:ln>
        </p:spPr>
        <p:txBody>
          <a:bodyPr numCol="1" spcCol="0" anchor="b">
            <a:noAutofit/>
          </a:bodyPr>
          <a:p>
            <a:pPr>
              <a:lnSpc>
                <a:spcPct val="90000"/>
              </a:lnSpc>
              <a:buNone/>
              <a:tabLst>
                <a:tab algn="l" pos="0"/>
              </a:tabLst>
            </a:pPr>
            <a:r>
              <a:rPr b="0" lang="en-US" sz="4600" spc="-1" strike="noStrike">
                <a:solidFill>
                  <a:srgbClr val="afe8fb"/>
                </a:solidFill>
                <a:latin typeface="Arial"/>
                <a:ea typeface="ＭＳ Ｐゴシック"/>
              </a:rPr>
              <a:t>12.3 IPv6 Address Types</a:t>
            </a:r>
            <a:endParaRPr b="0" lang="en-US" sz="4600" spc="-1" strike="noStrike">
              <a:solidFill>
                <a:srgbClr val="58585b"/>
              </a:solidFill>
              <a:latin typeface="Arial"/>
            </a:endParaRPr>
          </a:p>
        </p:txBody>
      </p:sp>
    </p:spTree>
  </p:cSld>
  <p:transition spd="slow">
    <p:wipe dir="l"/>
  </p:transition>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9"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IPv6 Address Types</a:t>
            </a:r>
            <a:br/>
            <a:r>
              <a:rPr b="0" lang="en-US" sz="2400" spc="-1" strike="noStrike">
                <a:solidFill>
                  <a:srgbClr val="004c69"/>
                </a:solidFill>
                <a:latin typeface="Arial"/>
                <a:ea typeface="ＭＳ Ｐゴシック"/>
              </a:rPr>
              <a:t>Unicast, Multicast, Anycast</a:t>
            </a:r>
            <a:endParaRPr b="0" lang="en-US" sz="2400" spc="-1" strike="noStrike">
              <a:solidFill>
                <a:srgbClr val="58585b"/>
              </a:solidFill>
              <a:latin typeface="Arial"/>
            </a:endParaRPr>
          </a:p>
        </p:txBody>
      </p:sp>
      <p:sp>
        <p:nvSpPr>
          <p:cNvPr id="360" name="PlaceHolder 2"/>
          <p:cNvSpPr>
            <a:spLocks noGrp="1"/>
          </p:cNvSpPr>
          <p:nvPr>
            <p:ph/>
          </p:nvPr>
        </p:nvSpPr>
        <p:spPr>
          <a:xfrm>
            <a:off x="431640" y="1035000"/>
            <a:ext cx="8280000" cy="3072960"/>
          </a:xfrm>
          <a:prstGeom prst="rect">
            <a:avLst/>
          </a:prstGeom>
          <a:noFill/>
          <a:ln w="0">
            <a:noFill/>
          </a:ln>
        </p:spPr>
        <p:txBody>
          <a:bodyPr anchor="t">
            <a:noAutofit/>
          </a:bodyPr>
          <a:p>
            <a:pPr>
              <a:lnSpc>
                <a:spcPct val="100000"/>
              </a:lnSpc>
              <a:spcBef>
                <a:spcPts val="601"/>
              </a:spcBef>
              <a:spcAft>
                <a:spcPts val="601"/>
              </a:spcAft>
              <a:buNone/>
              <a:tabLst>
                <a:tab algn="l" pos="0"/>
              </a:tabLst>
            </a:pPr>
            <a:r>
              <a:rPr b="0" lang="en-US" sz="1600" spc="-1" strike="noStrike">
                <a:solidFill>
                  <a:srgbClr val="58585b"/>
                </a:solidFill>
                <a:latin typeface="Arial"/>
                <a:ea typeface="ＭＳ Ｐゴシック"/>
              </a:rPr>
              <a:t>There are three broad categories of IPv6 addresses:</a:t>
            </a:r>
            <a:endParaRPr b="0" lang="en-US" sz="1600" spc="-1" strike="noStrike">
              <a:solidFill>
                <a:srgbClr val="58585b"/>
              </a:solidFill>
              <a:latin typeface="Arial"/>
            </a:endParaRPr>
          </a:p>
          <a:p>
            <a:pPr marL="285840" indent="-285840">
              <a:lnSpc>
                <a:spcPct val="100000"/>
              </a:lnSpc>
              <a:spcBef>
                <a:spcPts val="320"/>
              </a:spcBef>
              <a:buClr>
                <a:srgbClr val="58585b"/>
              </a:buClr>
              <a:buFont typeface="Arial"/>
              <a:buChar char="•"/>
              <a:tabLst>
                <a:tab algn="l" pos="0"/>
              </a:tabLst>
            </a:pPr>
            <a:r>
              <a:rPr b="1" lang="en-US" sz="1600" spc="-1" strike="noStrike">
                <a:solidFill>
                  <a:srgbClr val="58585b"/>
                </a:solidFill>
                <a:latin typeface="Arial"/>
                <a:ea typeface="ＭＳ Ｐゴシック"/>
              </a:rPr>
              <a:t>Unicast</a:t>
            </a:r>
            <a:r>
              <a:rPr b="0" lang="en-US" sz="1600" spc="-1" strike="noStrike">
                <a:solidFill>
                  <a:srgbClr val="58585b"/>
                </a:solidFill>
                <a:latin typeface="Arial"/>
                <a:ea typeface="ＭＳ Ｐゴシック"/>
              </a:rPr>
              <a:t> – Unicast uniquely identifies an interface on an IPv6-enabled device.</a:t>
            </a:r>
            <a:endParaRPr b="0" lang="en-US" sz="1600" spc="-1" strike="noStrike">
              <a:solidFill>
                <a:srgbClr val="58585b"/>
              </a:solidFill>
              <a:latin typeface="Arial"/>
            </a:endParaRPr>
          </a:p>
          <a:p>
            <a:pPr marL="285840" indent="-285840">
              <a:lnSpc>
                <a:spcPct val="100000"/>
              </a:lnSpc>
              <a:spcBef>
                <a:spcPts val="320"/>
              </a:spcBef>
              <a:buClr>
                <a:srgbClr val="58585b"/>
              </a:buClr>
              <a:buFont typeface="Arial"/>
              <a:buChar char="•"/>
              <a:tabLst>
                <a:tab algn="l" pos="0"/>
              </a:tabLst>
            </a:pPr>
            <a:r>
              <a:rPr b="1" lang="en-US" sz="1600" spc="-1" strike="noStrike">
                <a:solidFill>
                  <a:srgbClr val="58585b"/>
                </a:solidFill>
                <a:latin typeface="Arial"/>
                <a:ea typeface="ＭＳ Ｐゴシック"/>
              </a:rPr>
              <a:t>Multicast</a:t>
            </a:r>
            <a:r>
              <a:rPr b="0" lang="en-US" sz="1600" spc="-1" strike="noStrike">
                <a:solidFill>
                  <a:srgbClr val="58585b"/>
                </a:solidFill>
                <a:latin typeface="Arial"/>
                <a:ea typeface="ＭＳ Ｐゴシック"/>
              </a:rPr>
              <a:t> – Multicast is used to send a single IPv6 packet to multiple destinations.</a:t>
            </a:r>
            <a:endParaRPr b="0" lang="en-US" sz="1600" spc="-1" strike="noStrike">
              <a:solidFill>
                <a:srgbClr val="58585b"/>
              </a:solidFill>
              <a:latin typeface="Arial"/>
            </a:endParaRPr>
          </a:p>
          <a:p>
            <a:pPr marL="285840" indent="-285840">
              <a:lnSpc>
                <a:spcPct val="100000"/>
              </a:lnSpc>
              <a:spcBef>
                <a:spcPts val="320"/>
              </a:spcBef>
              <a:buClr>
                <a:srgbClr val="58585b"/>
              </a:buClr>
              <a:buFont typeface="Arial"/>
              <a:buChar char="•"/>
              <a:tabLst>
                <a:tab algn="l" pos="0"/>
              </a:tabLst>
            </a:pPr>
            <a:r>
              <a:rPr b="1" lang="en-US" sz="1600" spc="-1" strike="noStrike">
                <a:solidFill>
                  <a:srgbClr val="58585b"/>
                </a:solidFill>
                <a:latin typeface="Arial"/>
                <a:ea typeface="ＭＳ Ｐゴシック"/>
              </a:rPr>
              <a:t>Anycast</a:t>
            </a:r>
            <a:r>
              <a:rPr b="0" lang="en-US" sz="1600" spc="-1" strike="noStrike">
                <a:solidFill>
                  <a:srgbClr val="58585b"/>
                </a:solidFill>
                <a:latin typeface="Arial"/>
                <a:ea typeface="ＭＳ Ｐゴシック"/>
              </a:rPr>
              <a:t> – This is any IPv6 unicast address that can be assigned to multiple devices. A packet sent to an anycast address is routed to the nearest device having that address.</a:t>
            </a:r>
            <a:endParaRPr b="0" lang="en-US" sz="1600" spc="-1" strike="noStrike">
              <a:solidFill>
                <a:srgbClr val="58585b"/>
              </a:solidFill>
              <a:latin typeface="Arial"/>
            </a:endParaRPr>
          </a:p>
          <a:p>
            <a:pPr>
              <a:lnSpc>
                <a:spcPct val="100000"/>
              </a:lnSpc>
              <a:spcBef>
                <a:spcPts val="320"/>
              </a:spcBef>
              <a:buNone/>
              <a:tabLst>
                <a:tab algn="l" pos="0"/>
              </a:tabLst>
            </a:pPr>
            <a:endParaRPr b="0" lang="en-US" sz="1600" spc="-1" strike="noStrike">
              <a:solidFill>
                <a:srgbClr val="58585b"/>
              </a:solidFill>
              <a:latin typeface="Arial"/>
            </a:endParaRPr>
          </a:p>
          <a:p>
            <a:pPr>
              <a:lnSpc>
                <a:spcPct val="100000"/>
              </a:lnSpc>
              <a:spcBef>
                <a:spcPts val="320"/>
              </a:spcBef>
              <a:buNone/>
              <a:tabLst>
                <a:tab algn="l" pos="0"/>
              </a:tabLst>
            </a:pPr>
            <a:r>
              <a:rPr b="1" lang="en-US" sz="1600" spc="-1" strike="noStrike">
                <a:solidFill>
                  <a:srgbClr val="58585b"/>
                </a:solidFill>
                <a:latin typeface="Arial"/>
                <a:ea typeface="ＭＳ Ｐゴシック"/>
              </a:rPr>
              <a:t>Note</a:t>
            </a:r>
            <a:r>
              <a:rPr b="0" lang="en-US" sz="1600" spc="-1" strike="noStrike">
                <a:solidFill>
                  <a:srgbClr val="58585b"/>
                </a:solidFill>
                <a:latin typeface="Arial"/>
                <a:ea typeface="ＭＳ Ｐゴシック"/>
              </a:rPr>
              <a:t>: Unlike IPv4, IPv6 does not have a broadcast address. However, there is an IPv6 all-nodes multicast address that essentially gives the same result.</a:t>
            </a:r>
            <a:endParaRPr b="0" lang="en-US" sz="1600" spc="-1" strike="noStrike">
              <a:solidFill>
                <a:srgbClr val="58585b"/>
              </a:solidFill>
              <a:latin typeface="Arial"/>
            </a:endParaRPr>
          </a:p>
          <a:p>
            <a:endParaRPr b="0" lang="en-US" sz="1600" spc="-1" strike="noStrike">
              <a:solidFill>
                <a:srgbClr val="58585b"/>
              </a:solidFill>
              <a:latin typeface="Arial"/>
            </a:endParaRPr>
          </a:p>
          <a:p>
            <a:pPr>
              <a:lnSpc>
                <a:spcPct val="100000"/>
              </a:lnSpc>
              <a:spcBef>
                <a:spcPts val="320"/>
              </a:spcBef>
              <a:buNone/>
              <a:tabLst>
                <a:tab algn="l" pos="0"/>
              </a:tabLst>
            </a:pPr>
            <a:endParaRPr b="0" lang="en-US" sz="1600" spc="-1" strike="noStrike">
              <a:solidFill>
                <a:srgbClr val="58585b"/>
              </a:solidFill>
              <a:latin typeface="Arial"/>
            </a:endParaRPr>
          </a:p>
          <a:p>
            <a:pPr>
              <a:lnSpc>
                <a:spcPct val="100000"/>
              </a:lnSpc>
              <a:spcBef>
                <a:spcPts val="320"/>
              </a:spcBef>
              <a:buNone/>
              <a:tabLst>
                <a:tab algn="l" pos="0"/>
              </a:tabLst>
            </a:pPr>
            <a:endParaRPr b="0" lang="en-US" sz="1600" spc="-1" strike="noStrike">
              <a:solidFill>
                <a:srgbClr val="58585b"/>
              </a:solidFill>
              <a:latin typeface="Arial"/>
            </a:endParaRPr>
          </a:p>
          <a:p>
            <a:pPr>
              <a:lnSpc>
                <a:spcPct val="100000"/>
              </a:lnSpc>
              <a:spcBef>
                <a:spcPts val="320"/>
              </a:spcBef>
              <a:buNone/>
              <a:tabLst>
                <a:tab algn="l" pos="0"/>
              </a:tabLst>
            </a:pPr>
            <a:endParaRPr b="0" lang="en-US" sz="1600" spc="-1" strike="noStrike">
              <a:solidFill>
                <a:srgbClr val="58585b"/>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1"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IPv6 Address Types</a:t>
            </a:r>
            <a:br/>
            <a:r>
              <a:rPr b="0" lang="en-US" sz="2400" spc="-1" strike="noStrike">
                <a:solidFill>
                  <a:srgbClr val="004c69"/>
                </a:solidFill>
                <a:latin typeface="Arial"/>
                <a:ea typeface="ＭＳ Ｐゴシック"/>
              </a:rPr>
              <a:t>IPv6 Prefix Length</a:t>
            </a:r>
            <a:endParaRPr b="0" lang="en-US" sz="2400" spc="-1" strike="noStrike">
              <a:solidFill>
                <a:srgbClr val="58585b"/>
              </a:solidFill>
              <a:latin typeface="Arial"/>
            </a:endParaRPr>
          </a:p>
        </p:txBody>
      </p:sp>
      <p:sp>
        <p:nvSpPr>
          <p:cNvPr id="362" name="PlaceHolder 2"/>
          <p:cNvSpPr>
            <a:spLocks noGrp="1"/>
          </p:cNvSpPr>
          <p:nvPr>
            <p:ph/>
          </p:nvPr>
        </p:nvSpPr>
        <p:spPr>
          <a:xfrm>
            <a:off x="431640" y="1035000"/>
            <a:ext cx="8280000" cy="1311840"/>
          </a:xfrm>
          <a:prstGeom prst="rect">
            <a:avLst/>
          </a:prstGeom>
          <a:noFill/>
          <a:ln w="0">
            <a:noFill/>
          </a:ln>
        </p:spPr>
        <p:txBody>
          <a:bodyPr anchor="t">
            <a:noAutofit/>
          </a:bodyPr>
          <a:p>
            <a:pPr>
              <a:lnSpc>
                <a:spcPct val="100000"/>
              </a:lnSpc>
              <a:spcBef>
                <a:spcPts val="601"/>
              </a:spcBef>
              <a:spcAft>
                <a:spcPts val="601"/>
              </a:spcAft>
              <a:buNone/>
              <a:tabLst>
                <a:tab algn="l" pos="0"/>
              </a:tabLst>
            </a:pPr>
            <a:r>
              <a:rPr b="0" lang="en-US" sz="1600" spc="-1" strike="noStrike">
                <a:solidFill>
                  <a:srgbClr val="58585b"/>
                </a:solidFill>
                <a:latin typeface="Arial"/>
                <a:ea typeface="ＭＳ Ｐゴシック"/>
              </a:rPr>
              <a:t>Prefix length is represented in slash notation and is used to indicate the network portion of an IPv6 address.</a:t>
            </a:r>
            <a:endParaRPr b="0" lang="en-US" sz="1600" spc="-1" strike="noStrike">
              <a:solidFill>
                <a:srgbClr val="58585b"/>
              </a:solidFill>
              <a:latin typeface="Arial"/>
            </a:endParaRPr>
          </a:p>
          <a:p>
            <a:pPr>
              <a:lnSpc>
                <a:spcPct val="100000"/>
              </a:lnSpc>
              <a:spcBef>
                <a:spcPts val="601"/>
              </a:spcBef>
              <a:spcAft>
                <a:spcPts val="601"/>
              </a:spcAft>
              <a:buNone/>
              <a:tabLst>
                <a:tab algn="l" pos="0"/>
              </a:tabLst>
            </a:pPr>
            <a:r>
              <a:rPr b="0" lang="en-US" sz="1600" spc="-1" strike="noStrike">
                <a:solidFill>
                  <a:srgbClr val="58585b"/>
                </a:solidFill>
                <a:latin typeface="Arial"/>
                <a:ea typeface="ＭＳ Ｐゴシック"/>
              </a:rPr>
              <a:t>The IPv6 prefix length can range from 0 to 128. The recommended IPv6 prefix length for LANs and most other types of networks is /64.</a:t>
            </a:r>
            <a:endParaRPr b="0" lang="en-US" sz="1600" spc="-1" strike="noStrike">
              <a:solidFill>
                <a:srgbClr val="58585b"/>
              </a:solidFill>
              <a:latin typeface="Arial"/>
            </a:endParaRPr>
          </a:p>
          <a:p>
            <a:endParaRPr b="0" lang="en-US" sz="1600" spc="-1" strike="noStrike">
              <a:solidFill>
                <a:srgbClr val="58585b"/>
              </a:solidFill>
              <a:latin typeface="Arial"/>
            </a:endParaRPr>
          </a:p>
          <a:p>
            <a:pPr>
              <a:lnSpc>
                <a:spcPct val="100000"/>
              </a:lnSpc>
              <a:spcBef>
                <a:spcPts val="320"/>
              </a:spcBef>
              <a:buNone/>
              <a:tabLst>
                <a:tab algn="l" pos="0"/>
              </a:tabLst>
            </a:pPr>
            <a:endParaRPr b="0" lang="en-US" sz="1600" spc="-1" strike="noStrike">
              <a:solidFill>
                <a:srgbClr val="58585b"/>
              </a:solidFill>
              <a:latin typeface="Arial"/>
            </a:endParaRPr>
          </a:p>
          <a:p>
            <a:pPr>
              <a:lnSpc>
                <a:spcPct val="100000"/>
              </a:lnSpc>
              <a:spcBef>
                <a:spcPts val="320"/>
              </a:spcBef>
              <a:buNone/>
              <a:tabLst>
                <a:tab algn="l" pos="0"/>
              </a:tabLst>
            </a:pPr>
            <a:endParaRPr b="0" lang="en-US" sz="1600" spc="-1" strike="noStrike">
              <a:solidFill>
                <a:srgbClr val="58585b"/>
              </a:solidFill>
              <a:latin typeface="Arial"/>
            </a:endParaRPr>
          </a:p>
          <a:p>
            <a:pPr>
              <a:lnSpc>
                <a:spcPct val="100000"/>
              </a:lnSpc>
              <a:spcBef>
                <a:spcPts val="320"/>
              </a:spcBef>
              <a:buNone/>
              <a:tabLst>
                <a:tab algn="l" pos="0"/>
              </a:tabLst>
            </a:pPr>
            <a:endParaRPr b="0" lang="en-US" sz="1600" spc="-1" strike="noStrike">
              <a:solidFill>
                <a:srgbClr val="58585b"/>
              </a:solidFill>
              <a:latin typeface="Arial"/>
            </a:endParaRPr>
          </a:p>
        </p:txBody>
      </p:sp>
      <p:pic>
        <p:nvPicPr>
          <p:cNvPr id="363" name="Picture 1" descr=""/>
          <p:cNvPicPr/>
          <p:nvPr/>
        </p:nvPicPr>
        <p:blipFill>
          <a:blip r:embed="rId1"/>
          <a:stretch/>
        </p:blipFill>
        <p:spPr>
          <a:xfrm>
            <a:off x="1937880" y="2190600"/>
            <a:ext cx="4469400" cy="1727280"/>
          </a:xfrm>
          <a:prstGeom prst="rect">
            <a:avLst/>
          </a:prstGeom>
          <a:ln w="0">
            <a:noFill/>
          </a:ln>
        </p:spPr>
      </p:pic>
      <p:sp>
        <p:nvSpPr>
          <p:cNvPr id="364" name="TextBox 3"/>
          <p:cNvSpPr/>
          <p:nvPr/>
        </p:nvSpPr>
        <p:spPr>
          <a:xfrm>
            <a:off x="431640" y="3952800"/>
            <a:ext cx="7989840" cy="7297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1400" spc="-1" strike="noStrike">
                <a:solidFill>
                  <a:srgbClr val="58585b"/>
                </a:solidFill>
                <a:latin typeface="Arial"/>
                <a:ea typeface="ＭＳ Ｐゴシック"/>
              </a:rPr>
              <a:t>Note</a:t>
            </a:r>
            <a:r>
              <a:rPr b="0" lang="en-US" sz="1400" spc="-1" strike="noStrike">
                <a:solidFill>
                  <a:srgbClr val="58585b"/>
                </a:solidFill>
                <a:latin typeface="Arial"/>
                <a:ea typeface="ＭＳ Ｐゴシック"/>
              </a:rPr>
              <a:t>: It is strongly recommended to use a 64-bit Interface ID for most networks. This is because stateless address autoconfiguration (SLAAC) uses 64 bits for the Interface ID. It also makes subnetting easier to create and manage</a:t>
            </a:r>
            <a:r>
              <a:rPr b="0" lang="en-US" sz="1200" spc="-1" strike="noStrike">
                <a:solidFill>
                  <a:srgbClr val="58585b"/>
                </a:solidFill>
                <a:latin typeface="Arial"/>
                <a:ea typeface="ＭＳ Ｐゴシック"/>
              </a:rPr>
              <a:t>.</a:t>
            </a:r>
            <a:endParaRPr b="0" lang="en-JM" sz="1200" spc="-1" strike="noStrike">
              <a:latin typeface="Arial"/>
            </a:endParaRPr>
          </a:p>
        </p:txBody>
      </p:sp>
    </p:spTree>
  </p:cSld>
  <mc:AlternateContent>
    <mc:Choice Requires="p14">
      <p:transition spd="med" p14:dur="70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5"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IPv6 Address Types</a:t>
            </a:r>
            <a:br/>
            <a:r>
              <a:rPr b="0" lang="en-US" sz="2400" spc="-1" strike="noStrike">
                <a:solidFill>
                  <a:srgbClr val="004c69"/>
                </a:solidFill>
                <a:latin typeface="Arial"/>
                <a:ea typeface="ＭＳ Ｐゴシック"/>
              </a:rPr>
              <a:t>Types of IPv6 Unicast Addresses</a:t>
            </a:r>
            <a:endParaRPr b="0" lang="en-US" sz="2400" spc="-1" strike="noStrike">
              <a:solidFill>
                <a:srgbClr val="58585b"/>
              </a:solidFill>
              <a:latin typeface="Arial"/>
            </a:endParaRPr>
          </a:p>
        </p:txBody>
      </p:sp>
      <p:sp>
        <p:nvSpPr>
          <p:cNvPr id="366" name="PlaceHolder 2"/>
          <p:cNvSpPr>
            <a:spLocks noGrp="1"/>
          </p:cNvSpPr>
          <p:nvPr>
            <p:ph/>
          </p:nvPr>
        </p:nvSpPr>
        <p:spPr>
          <a:xfrm>
            <a:off x="431640" y="1035000"/>
            <a:ext cx="4740840" cy="3550320"/>
          </a:xfrm>
          <a:prstGeom prst="rect">
            <a:avLst/>
          </a:prstGeom>
          <a:noFill/>
          <a:ln w="0">
            <a:noFill/>
          </a:ln>
        </p:spPr>
        <p:txBody>
          <a:bodyPr anchor="t">
            <a:noAutofit/>
          </a:bodyPr>
          <a:p>
            <a:pPr>
              <a:lnSpc>
                <a:spcPct val="100000"/>
              </a:lnSpc>
              <a:spcBef>
                <a:spcPts val="601"/>
              </a:spcBef>
              <a:spcAft>
                <a:spcPts val="601"/>
              </a:spcAft>
              <a:buNone/>
              <a:tabLst>
                <a:tab algn="l" pos="0"/>
              </a:tabLst>
            </a:pPr>
            <a:r>
              <a:rPr b="0" lang="en-US" sz="1600" spc="-1" strike="noStrike">
                <a:solidFill>
                  <a:srgbClr val="58585b"/>
                </a:solidFill>
                <a:latin typeface="Arial"/>
                <a:ea typeface="ＭＳ Ｐゴシック"/>
              </a:rPr>
              <a:t>Unlike IPv4 devices that have only a single address, IPv6 addresses typically have two unicast addresses:</a:t>
            </a:r>
            <a:endParaRPr b="0" lang="en-US" sz="1600" spc="-1" strike="noStrike">
              <a:solidFill>
                <a:srgbClr val="58585b"/>
              </a:solidFill>
              <a:latin typeface="Arial"/>
            </a:endParaRPr>
          </a:p>
          <a:p>
            <a:endParaRPr b="0" lang="en-US" sz="1600" spc="-1" strike="noStrike">
              <a:solidFill>
                <a:srgbClr val="58585b"/>
              </a:solidFill>
              <a:latin typeface="Arial"/>
            </a:endParaRPr>
          </a:p>
          <a:p>
            <a:pPr marL="343080" indent="-343080">
              <a:lnSpc>
                <a:spcPct val="100000"/>
              </a:lnSpc>
              <a:spcBef>
                <a:spcPts val="320"/>
              </a:spcBef>
              <a:buClr>
                <a:srgbClr val="58585b"/>
              </a:buClr>
              <a:buFont typeface="Arial"/>
              <a:buChar char="•"/>
              <a:tabLst>
                <a:tab algn="l" pos="0"/>
              </a:tabLst>
            </a:pPr>
            <a:r>
              <a:rPr b="1" lang="en-US" sz="1600" spc="-1" strike="noStrike">
                <a:solidFill>
                  <a:srgbClr val="58585b"/>
                </a:solidFill>
                <a:latin typeface="Arial"/>
                <a:ea typeface="ＭＳ Ｐゴシック"/>
              </a:rPr>
              <a:t>Global Unicast Address (GUA) </a:t>
            </a:r>
            <a:r>
              <a:rPr b="0" lang="en-US" sz="1600" spc="-1" strike="noStrike">
                <a:solidFill>
                  <a:srgbClr val="58585b"/>
                </a:solidFill>
                <a:latin typeface="Arial"/>
                <a:ea typeface="ＭＳ Ｐゴシック"/>
              </a:rPr>
              <a:t>– This is similar to a public IPv4 address. These are globally unique, internet-routable addresses.</a:t>
            </a:r>
            <a:endParaRPr b="0" lang="en-US" sz="1600" spc="-1" strike="noStrike">
              <a:solidFill>
                <a:srgbClr val="58585b"/>
              </a:solidFill>
              <a:latin typeface="Arial"/>
            </a:endParaRPr>
          </a:p>
          <a:p>
            <a:pPr marL="343080" indent="-343080">
              <a:lnSpc>
                <a:spcPct val="100000"/>
              </a:lnSpc>
              <a:spcBef>
                <a:spcPts val="320"/>
              </a:spcBef>
              <a:buClr>
                <a:srgbClr val="58585b"/>
              </a:buClr>
              <a:buFont typeface="Arial"/>
              <a:buChar char="•"/>
              <a:tabLst>
                <a:tab algn="l" pos="0"/>
              </a:tabLst>
            </a:pPr>
            <a:r>
              <a:rPr b="1" lang="en-US" sz="1600" spc="-1" strike="noStrike">
                <a:solidFill>
                  <a:srgbClr val="58585b"/>
                </a:solidFill>
                <a:latin typeface="Arial"/>
                <a:ea typeface="ＭＳ Ｐゴシック"/>
              </a:rPr>
              <a:t>Link-local Address (LLA) </a:t>
            </a:r>
            <a:r>
              <a:rPr b="0" lang="en-US" sz="1600" spc="-1" strike="noStrike">
                <a:solidFill>
                  <a:srgbClr val="58585b"/>
                </a:solidFill>
                <a:latin typeface="Arial"/>
                <a:ea typeface="ＭＳ Ｐゴシック"/>
              </a:rPr>
              <a:t>- Required for every IPv6-enabled device and used to communicate with other devices on the same local link. LLAs are not routable and are confined to a single link. </a:t>
            </a:r>
            <a:endParaRPr b="0" lang="en-US" sz="1600" spc="-1" strike="noStrike">
              <a:solidFill>
                <a:srgbClr val="58585b"/>
              </a:solidFill>
              <a:latin typeface="Arial"/>
            </a:endParaRPr>
          </a:p>
          <a:p>
            <a:pPr>
              <a:lnSpc>
                <a:spcPct val="100000"/>
              </a:lnSpc>
              <a:spcBef>
                <a:spcPts val="320"/>
              </a:spcBef>
              <a:buNone/>
              <a:tabLst>
                <a:tab algn="l" pos="0"/>
              </a:tabLst>
            </a:pPr>
            <a:endParaRPr b="0" lang="en-US" sz="1600" spc="-1" strike="noStrike">
              <a:solidFill>
                <a:srgbClr val="58585b"/>
              </a:solidFill>
              <a:latin typeface="Arial"/>
            </a:endParaRPr>
          </a:p>
          <a:p>
            <a:pPr>
              <a:lnSpc>
                <a:spcPct val="100000"/>
              </a:lnSpc>
              <a:spcBef>
                <a:spcPts val="320"/>
              </a:spcBef>
              <a:buNone/>
              <a:tabLst>
                <a:tab algn="l" pos="0"/>
              </a:tabLst>
            </a:pPr>
            <a:endParaRPr b="0" lang="en-US" sz="1600" spc="-1" strike="noStrike">
              <a:solidFill>
                <a:srgbClr val="58585b"/>
              </a:solidFill>
              <a:latin typeface="Arial"/>
            </a:endParaRPr>
          </a:p>
        </p:txBody>
      </p:sp>
      <p:pic>
        <p:nvPicPr>
          <p:cNvPr id="367" name="Picture 4" descr=""/>
          <p:cNvPicPr/>
          <p:nvPr/>
        </p:nvPicPr>
        <p:blipFill>
          <a:blip r:embed="rId1"/>
          <a:stretch/>
        </p:blipFill>
        <p:spPr>
          <a:xfrm>
            <a:off x="5291640" y="675720"/>
            <a:ext cx="3528360" cy="298152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8"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IPv6 Address Types</a:t>
            </a:r>
            <a:br/>
            <a:r>
              <a:rPr b="0" lang="en-US" sz="2400" spc="-1" strike="noStrike">
                <a:solidFill>
                  <a:srgbClr val="004c69"/>
                </a:solidFill>
                <a:latin typeface="Arial"/>
                <a:ea typeface="ＭＳ Ｐゴシック"/>
              </a:rPr>
              <a:t>A Note About the Unique Local Address</a:t>
            </a:r>
            <a:endParaRPr b="0" lang="en-US" sz="2400" spc="-1" strike="noStrike">
              <a:solidFill>
                <a:srgbClr val="58585b"/>
              </a:solidFill>
              <a:latin typeface="Arial"/>
            </a:endParaRPr>
          </a:p>
        </p:txBody>
      </p:sp>
      <p:sp>
        <p:nvSpPr>
          <p:cNvPr id="369" name="PlaceHolder 2"/>
          <p:cNvSpPr>
            <a:spLocks noGrp="1"/>
          </p:cNvSpPr>
          <p:nvPr>
            <p:ph/>
          </p:nvPr>
        </p:nvSpPr>
        <p:spPr>
          <a:xfrm>
            <a:off x="431640" y="857160"/>
            <a:ext cx="7913160" cy="2690280"/>
          </a:xfrm>
          <a:prstGeom prst="rect">
            <a:avLst/>
          </a:prstGeom>
          <a:noFill/>
          <a:ln w="0">
            <a:noFill/>
          </a:ln>
        </p:spPr>
        <p:txBody>
          <a:bodyPr anchor="t">
            <a:noAutofit/>
          </a:bodyPr>
          <a:p>
            <a:pPr>
              <a:lnSpc>
                <a:spcPct val="100000"/>
              </a:lnSpc>
              <a:spcBef>
                <a:spcPts val="601"/>
              </a:spcBef>
              <a:spcAft>
                <a:spcPts val="601"/>
              </a:spcAft>
              <a:buNone/>
              <a:tabLst>
                <a:tab algn="l" pos="0"/>
              </a:tabLst>
            </a:pPr>
            <a:r>
              <a:rPr b="0" lang="en-US" sz="1800" spc="-1" strike="noStrike">
                <a:solidFill>
                  <a:srgbClr val="58585b"/>
                </a:solidFill>
                <a:latin typeface="Arial"/>
                <a:ea typeface="ＭＳ Ｐゴシック"/>
              </a:rPr>
              <a:t>The IPv6 unique local addresses (range fc00::/7 to fdff::/7) have some similarity to RFC 1918 private addresses for IPv4, but there are significant differences:</a:t>
            </a:r>
            <a:endParaRPr b="0" lang="en-US" sz="1800" spc="-1" strike="noStrike">
              <a:solidFill>
                <a:srgbClr val="58585b"/>
              </a:solidFill>
              <a:latin typeface="Arial"/>
            </a:endParaRPr>
          </a:p>
          <a:p>
            <a:pPr marL="285840" indent="-285840">
              <a:lnSpc>
                <a:spcPct val="100000"/>
              </a:lnSpc>
              <a:spcBef>
                <a:spcPts val="320"/>
              </a:spcBef>
              <a:buClr>
                <a:srgbClr val="58585b"/>
              </a:buClr>
              <a:buFont typeface="Arial"/>
              <a:buChar char="•"/>
              <a:tabLst>
                <a:tab algn="l" pos="0"/>
              </a:tabLst>
            </a:pPr>
            <a:r>
              <a:rPr b="0" lang="en-US" sz="1600" spc="-1" strike="noStrike">
                <a:solidFill>
                  <a:srgbClr val="58585b"/>
                </a:solidFill>
                <a:latin typeface="Arial"/>
                <a:ea typeface="ＭＳ Ｐゴシック"/>
              </a:rPr>
              <a:t>Unique local addresses are used for local addressing within a site or between a limited number of sites.</a:t>
            </a:r>
            <a:endParaRPr b="0" lang="en-US" sz="1600" spc="-1" strike="noStrike">
              <a:solidFill>
                <a:srgbClr val="58585b"/>
              </a:solidFill>
              <a:latin typeface="Arial"/>
            </a:endParaRPr>
          </a:p>
          <a:p>
            <a:pPr marL="285840" indent="-285840">
              <a:lnSpc>
                <a:spcPct val="100000"/>
              </a:lnSpc>
              <a:spcBef>
                <a:spcPts val="320"/>
              </a:spcBef>
              <a:buClr>
                <a:srgbClr val="58585b"/>
              </a:buClr>
              <a:buFont typeface="Arial"/>
              <a:buChar char="•"/>
              <a:tabLst>
                <a:tab algn="l" pos="0"/>
              </a:tabLst>
            </a:pPr>
            <a:r>
              <a:rPr b="0" lang="en-US" sz="1600" spc="-1" strike="noStrike">
                <a:solidFill>
                  <a:srgbClr val="58585b"/>
                </a:solidFill>
                <a:latin typeface="Arial"/>
                <a:ea typeface="ＭＳ Ｐゴシック"/>
              </a:rPr>
              <a:t>Unique local addresses can be used for devices that will never need to access another network.</a:t>
            </a:r>
            <a:endParaRPr b="0" lang="en-US" sz="1600" spc="-1" strike="noStrike">
              <a:solidFill>
                <a:srgbClr val="58585b"/>
              </a:solidFill>
              <a:latin typeface="Arial"/>
            </a:endParaRPr>
          </a:p>
          <a:p>
            <a:pPr marL="285840" indent="-285840">
              <a:lnSpc>
                <a:spcPct val="100000"/>
              </a:lnSpc>
              <a:spcBef>
                <a:spcPts val="320"/>
              </a:spcBef>
              <a:buClr>
                <a:srgbClr val="58585b"/>
              </a:buClr>
              <a:buFont typeface="Arial"/>
              <a:buChar char="•"/>
              <a:tabLst>
                <a:tab algn="l" pos="0"/>
              </a:tabLst>
            </a:pPr>
            <a:r>
              <a:rPr b="0" lang="en-US" sz="1600" spc="-1" strike="noStrike">
                <a:solidFill>
                  <a:srgbClr val="58585b"/>
                </a:solidFill>
                <a:latin typeface="Arial"/>
                <a:ea typeface="ＭＳ Ｐゴシック"/>
              </a:rPr>
              <a:t>Unique local addresses are not globally routed or translated to a global IPv6 address.</a:t>
            </a:r>
            <a:endParaRPr b="0" lang="en-US" sz="1600" spc="-1" strike="noStrike">
              <a:solidFill>
                <a:srgbClr val="58585b"/>
              </a:solidFill>
              <a:latin typeface="Arial"/>
            </a:endParaRPr>
          </a:p>
          <a:p>
            <a:pPr>
              <a:lnSpc>
                <a:spcPct val="100000"/>
              </a:lnSpc>
              <a:spcBef>
                <a:spcPts val="360"/>
              </a:spcBef>
              <a:buNone/>
              <a:tabLst>
                <a:tab algn="l" pos="0"/>
              </a:tabLst>
            </a:pPr>
            <a:endParaRPr b="0" lang="en-US" sz="1600" spc="-1" strike="noStrike">
              <a:solidFill>
                <a:srgbClr val="58585b"/>
              </a:solidFill>
              <a:latin typeface="Arial"/>
            </a:endParaRPr>
          </a:p>
          <a:p>
            <a:pPr>
              <a:lnSpc>
                <a:spcPct val="100000"/>
              </a:lnSpc>
              <a:spcBef>
                <a:spcPts val="320"/>
              </a:spcBef>
              <a:buNone/>
              <a:tabLst>
                <a:tab algn="l" pos="0"/>
              </a:tabLst>
            </a:pPr>
            <a:endParaRPr b="0" lang="en-US" sz="1600" spc="-1" strike="noStrike">
              <a:solidFill>
                <a:srgbClr val="58585b"/>
              </a:solidFill>
              <a:latin typeface="Arial"/>
            </a:endParaRPr>
          </a:p>
        </p:txBody>
      </p:sp>
      <p:sp>
        <p:nvSpPr>
          <p:cNvPr id="370" name="TextBox 1"/>
          <p:cNvSpPr/>
          <p:nvPr/>
        </p:nvSpPr>
        <p:spPr>
          <a:xfrm>
            <a:off x="566280" y="3673440"/>
            <a:ext cx="7778880" cy="8204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1600" spc="-1" strike="noStrike">
                <a:solidFill>
                  <a:srgbClr val="58585b"/>
                </a:solidFill>
                <a:latin typeface="Arial"/>
                <a:ea typeface="ＭＳ Ｐゴシック"/>
              </a:rPr>
              <a:t>Note</a:t>
            </a:r>
            <a:r>
              <a:rPr b="0" lang="en-US" sz="1600" spc="-1" strike="noStrike">
                <a:solidFill>
                  <a:srgbClr val="58585b"/>
                </a:solidFill>
                <a:latin typeface="Arial"/>
                <a:ea typeface="ＭＳ Ｐゴシック"/>
              </a:rPr>
              <a:t>: Many sites use the private nature of RFC 1918 addresses to attempt to secure or hide their network from potential security risks. This was never the intended use of ULAs. </a:t>
            </a:r>
            <a:endParaRPr b="0" lang="en-JM" sz="1600" spc="-1" strike="noStrike">
              <a:latin typeface="Arial"/>
            </a:endParaRPr>
          </a:p>
        </p:txBody>
      </p:sp>
    </p:spTree>
  </p:cSld>
  <mc:AlternateContent>
    <mc:Choice Requires="p14">
      <p:transition spd="med" p14:dur="70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1"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IPv6 Address Types</a:t>
            </a:r>
            <a:br/>
            <a:r>
              <a:rPr b="0" lang="en-US" sz="2400" spc="-1" strike="noStrike">
                <a:solidFill>
                  <a:srgbClr val="004c69"/>
                </a:solidFill>
                <a:latin typeface="Arial"/>
                <a:ea typeface="ＭＳ Ｐゴシック"/>
              </a:rPr>
              <a:t>IPv6 GUA</a:t>
            </a:r>
            <a:endParaRPr b="0" lang="en-US" sz="2400" spc="-1" strike="noStrike">
              <a:solidFill>
                <a:srgbClr val="58585b"/>
              </a:solidFill>
              <a:latin typeface="Arial"/>
            </a:endParaRPr>
          </a:p>
        </p:txBody>
      </p:sp>
      <p:sp>
        <p:nvSpPr>
          <p:cNvPr id="372" name="PlaceHolder 2"/>
          <p:cNvSpPr>
            <a:spLocks noGrp="1"/>
          </p:cNvSpPr>
          <p:nvPr>
            <p:ph/>
          </p:nvPr>
        </p:nvSpPr>
        <p:spPr>
          <a:xfrm>
            <a:off x="431640" y="1035000"/>
            <a:ext cx="7913160" cy="1653120"/>
          </a:xfrm>
          <a:prstGeom prst="rect">
            <a:avLst/>
          </a:prstGeom>
          <a:noFill/>
          <a:ln w="0">
            <a:noFill/>
          </a:ln>
        </p:spPr>
        <p:txBody>
          <a:bodyPr anchor="t">
            <a:noAutofit/>
          </a:bodyPr>
          <a:p>
            <a:pPr>
              <a:lnSpc>
                <a:spcPct val="100000"/>
              </a:lnSpc>
              <a:spcBef>
                <a:spcPts val="601"/>
              </a:spcBef>
              <a:spcAft>
                <a:spcPts val="601"/>
              </a:spcAft>
              <a:buNone/>
              <a:tabLst>
                <a:tab algn="l" pos="0"/>
              </a:tabLst>
            </a:pPr>
            <a:r>
              <a:rPr b="0" lang="en-US" sz="1600" spc="-1" strike="noStrike">
                <a:solidFill>
                  <a:srgbClr val="58585b"/>
                </a:solidFill>
                <a:latin typeface="Arial"/>
                <a:ea typeface="ＭＳ Ｐゴシック"/>
              </a:rPr>
              <a:t>IPv6 global unicast addresses (GUAs) are globally unique and routable on the IPv6 internet.</a:t>
            </a:r>
            <a:endParaRPr b="0" lang="en-US" sz="1600" spc="-1" strike="noStrike">
              <a:solidFill>
                <a:srgbClr val="58585b"/>
              </a:solidFill>
              <a:latin typeface="Arial"/>
            </a:endParaRPr>
          </a:p>
          <a:p>
            <a:pPr marL="285840" indent="-285840">
              <a:lnSpc>
                <a:spcPct val="100000"/>
              </a:lnSpc>
              <a:spcBef>
                <a:spcPts val="601"/>
              </a:spcBef>
              <a:spcAft>
                <a:spcPts val="601"/>
              </a:spcAft>
              <a:buClr>
                <a:srgbClr val="58585b"/>
              </a:buClr>
              <a:buSzPct val="90000"/>
              <a:buFont typeface="Arial"/>
              <a:buChar char="•"/>
              <a:tabLst>
                <a:tab algn="l" pos="0"/>
              </a:tabLst>
            </a:pPr>
            <a:r>
              <a:rPr b="0" lang="en-US" sz="1400" spc="-1" strike="noStrike">
                <a:solidFill>
                  <a:srgbClr val="58585b"/>
                </a:solidFill>
                <a:latin typeface="Arial"/>
                <a:ea typeface="ＭＳ Ｐゴシック"/>
              </a:rPr>
              <a:t>Currently, only GUAs with the first three bits of 001 or 2000::/3 are being assigned.</a:t>
            </a:r>
            <a:endParaRPr b="0" lang="en-US" sz="1400" spc="-1" strike="noStrike">
              <a:solidFill>
                <a:srgbClr val="58585b"/>
              </a:solidFill>
              <a:latin typeface="Arial"/>
            </a:endParaRPr>
          </a:p>
          <a:p>
            <a:pPr marL="285840" indent="-285840">
              <a:lnSpc>
                <a:spcPct val="100000"/>
              </a:lnSpc>
              <a:spcBef>
                <a:spcPts val="601"/>
              </a:spcBef>
              <a:spcAft>
                <a:spcPts val="601"/>
              </a:spcAft>
              <a:buClr>
                <a:srgbClr val="58585b"/>
              </a:buClr>
              <a:buSzPct val="90000"/>
              <a:buFont typeface="Arial"/>
              <a:buChar char="•"/>
              <a:tabLst>
                <a:tab algn="l" pos="0"/>
              </a:tabLst>
            </a:pPr>
            <a:r>
              <a:rPr b="0" lang="en-US" sz="1400" spc="-1" strike="noStrike">
                <a:solidFill>
                  <a:srgbClr val="58585b"/>
                </a:solidFill>
                <a:latin typeface="Arial"/>
                <a:ea typeface="ＭＳ Ｐゴシック"/>
              </a:rPr>
              <a:t>Currently available GUAs begins with a decimal 2 or a 3 (This is only 1/8th of the total available IPv6 address space).</a:t>
            </a:r>
            <a:endParaRPr b="0" lang="en-US" sz="1400" spc="-1" strike="noStrike">
              <a:solidFill>
                <a:srgbClr val="58585b"/>
              </a:solidFill>
              <a:latin typeface="Arial"/>
            </a:endParaRPr>
          </a:p>
          <a:p>
            <a:pPr>
              <a:lnSpc>
                <a:spcPct val="100000"/>
              </a:lnSpc>
              <a:spcBef>
                <a:spcPts val="320"/>
              </a:spcBef>
              <a:buNone/>
              <a:tabLst>
                <a:tab algn="l" pos="0"/>
              </a:tabLst>
            </a:pPr>
            <a:endParaRPr b="0" lang="en-US" sz="1400" spc="-1" strike="noStrike">
              <a:solidFill>
                <a:srgbClr val="58585b"/>
              </a:solidFill>
              <a:latin typeface="Arial"/>
            </a:endParaRPr>
          </a:p>
        </p:txBody>
      </p:sp>
      <p:pic>
        <p:nvPicPr>
          <p:cNvPr id="373" name="Picture 3" descr=""/>
          <p:cNvPicPr/>
          <p:nvPr/>
        </p:nvPicPr>
        <p:blipFill>
          <a:blip r:embed="rId1"/>
          <a:stretch/>
        </p:blipFill>
        <p:spPr>
          <a:xfrm>
            <a:off x="1528560" y="2756880"/>
            <a:ext cx="5096880" cy="179280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4"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IPv6 Address Types</a:t>
            </a:r>
            <a:br/>
            <a:r>
              <a:rPr b="0" lang="en-US" sz="2400" spc="-1" strike="noStrike">
                <a:solidFill>
                  <a:srgbClr val="004c69"/>
                </a:solidFill>
                <a:latin typeface="Arial"/>
                <a:ea typeface="ＭＳ Ｐゴシック"/>
              </a:rPr>
              <a:t>IPv6 GUA Structure</a:t>
            </a:r>
            <a:endParaRPr b="0" lang="en-US" sz="2400" spc="-1" strike="noStrike">
              <a:solidFill>
                <a:srgbClr val="58585b"/>
              </a:solidFill>
              <a:latin typeface="Arial"/>
            </a:endParaRPr>
          </a:p>
        </p:txBody>
      </p:sp>
      <p:sp>
        <p:nvSpPr>
          <p:cNvPr id="375" name="PlaceHolder 2"/>
          <p:cNvSpPr>
            <a:spLocks noGrp="1"/>
          </p:cNvSpPr>
          <p:nvPr>
            <p:ph/>
          </p:nvPr>
        </p:nvSpPr>
        <p:spPr>
          <a:xfrm>
            <a:off x="382680" y="555840"/>
            <a:ext cx="7913160" cy="3066120"/>
          </a:xfrm>
          <a:prstGeom prst="rect">
            <a:avLst/>
          </a:prstGeom>
          <a:noFill/>
          <a:ln w="0">
            <a:noFill/>
          </a:ln>
        </p:spPr>
        <p:txBody>
          <a:bodyPr anchor="t">
            <a:noAutofit/>
          </a:bodyPr>
          <a:p>
            <a:pPr>
              <a:lnSpc>
                <a:spcPct val="100000"/>
              </a:lnSpc>
              <a:spcBef>
                <a:spcPts val="601"/>
              </a:spcBef>
              <a:spcAft>
                <a:spcPts val="601"/>
              </a:spcAft>
              <a:buNone/>
              <a:tabLst>
                <a:tab algn="l" pos="0"/>
              </a:tabLst>
            </a:pPr>
            <a:r>
              <a:rPr b="1" lang="en-US" sz="1600" spc="-1" strike="noStrike">
                <a:solidFill>
                  <a:srgbClr val="000000"/>
                </a:solidFill>
                <a:latin typeface="Arial"/>
                <a:ea typeface="ＭＳ Ｐゴシック"/>
              </a:rPr>
              <a:t>Global Routing Prefix:</a:t>
            </a:r>
            <a:endParaRPr b="0" lang="en-US" sz="1600" spc="-1" strike="noStrike">
              <a:solidFill>
                <a:srgbClr val="58585b"/>
              </a:solidFill>
              <a:latin typeface="Arial"/>
            </a:endParaRPr>
          </a:p>
          <a:p>
            <a:pPr lvl="1" marL="358920" indent="-216000">
              <a:lnSpc>
                <a:spcPct val="100000"/>
              </a:lnSpc>
              <a:spcBef>
                <a:spcPts val="300"/>
              </a:spcBef>
              <a:spcAft>
                <a:spcPts val="300"/>
              </a:spcAft>
              <a:buClr>
                <a:srgbClr val="58585b"/>
              </a:buClr>
              <a:buSzPct val="90000"/>
              <a:buFont typeface="Arial"/>
              <a:buChar char="•"/>
              <a:tabLst>
                <a:tab algn="l" pos="0"/>
              </a:tabLst>
            </a:pPr>
            <a:r>
              <a:rPr b="0" lang="en-US" sz="1600" spc="-1" strike="noStrike">
                <a:solidFill>
                  <a:srgbClr val="000000"/>
                </a:solidFill>
                <a:latin typeface="Arial"/>
                <a:ea typeface="ＭＳ Ｐゴシック"/>
              </a:rPr>
              <a:t>The global routing prefix is the prefix, or network, portion of the address that is assigned by the provider, such as an ISP, to a customer or site. The global routing prefix will vary depending on ISP policies.</a:t>
            </a:r>
            <a:endParaRPr b="0" lang="en-US" sz="1600" spc="-1" strike="noStrike">
              <a:solidFill>
                <a:srgbClr val="58585b"/>
              </a:solidFill>
              <a:latin typeface="Arial"/>
            </a:endParaRPr>
          </a:p>
          <a:p>
            <a:pPr>
              <a:lnSpc>
                <a:spcPct val="100000"/>
              </a:lnSpc>
              <a:spcBef>
                <a:spcPts val="601"/>
              </a:spcBef>
              <a:spcAft>
                <a:spcPts val="601"/>
              </a:spcAft>
              <a:buNone/>
              <a:tabLst>
                <a:tab algn="l" pos="0"/>
              </a:tabLst>
            </a:pPr>
            <a:r>
              <a:rPr b="1" lang="en-US" sz="1600" spc="-1" strike="noStrike">
                <a:solidFill>
                  <a:srgbClr val="000000"/>
                </a:solidFill>
                <a:latin typeface="Arial"/>
                <a:ea typeface="ＭＳ Ｐゴシック"/>
              </a:rPr>
              <a:t>Subnet ID:</a:t>
            </a:r>
            <a:endParaRPr b="0" lang="en-US" sz="1600" spc="-1" strike="noStrike">
              <a:solidFill>
                <a:srgbClr val="58585b"/>
              </a:solidFill>
              <a:latin typeface="Arial"/>
            </a:endParaRPr>
          </a:p>
          <a:p>
            <a:pPr lvl="1" marL="358920" indent="-216000">
              <a:lnSpc>
                <a:spcPct val="100000"/>
              </a:lnSpc>
              <a:spcBef>
                <a:spcPts val="300"/>
              </a:spcBef>
              <a:spcAft>
                <a:spcPts val="300"/>
              </a:spcAft>
              <a:buClr>
                <a:srgbClr val="58585b"/>
              </a:buClr>
              <a:buSzPct val="90000"/>
              <a:buFont typeface="Arial"/>
              <a:buChar char="•"/>
              <a:tabLst>
                <a:tab algn="l" pos="0"/>
              </a:tabLst>
            </a:pPr>
            <a:r>
              <a:rPr b="0" lang="en-US" sz="1600" spc="-1" strike="noStrike">
                <a:solidFill>
                  <a:srgbClr val="000000"/>
                </a:solidFill>
                <a:latin typeface="Arial"/>
                <a:ea typeface="ＭＳ Ｐゴシック"/>
              </a:rPr>
              <a:t>The Subnet ID field is the area between the Global Routing Prefix and the Interface ID. The Subnet ID is used by an organization to identify subnets within its site.</a:t>
            </a:r>
            <a:endParaRPr b="0" lang="en-US" sz="1600" spc="-1" strike="noStrike">
              <a:solidFill>
                <a:srgbClr val="58585b"/>
              </a:solidFill>
              <a:latin typeface="Arial"/>
            </a:endParaRPr>
          </a:p>
          <a:p>
            <a:pPr>
              <a:lnSpc>
                <a:spcPct val="100000"/>
              </a:lnSpc>
              <a:spcBef>
                <a:spcPts val="601"/>
              </a:spcBef>
              <a:spcAft>
                <a:spcPts val="601"/>
              </a:spcAft>
              <a:buNone/>
              <a:tabLst>
                <a:tab algn="l" pos="0"/>
              </a:tabLst>
            </a:pPr>
            <a:r>
              <a:rPr b="1" lang="en-US" sz="1600" spc="-1" strike="noStrike">
                <a:solidFill>
                  <a:srgbClr val="000000"/>
                </a:solidFill>
                <a:latin typeface="Arial"/>
                <a:ea typeface="ＭＳ Ｐゴシック"/>
              </a:rPr>
              <a:t>Interface ID:</a:t>
            </a:r>
            <a:endParaRPr b="0" lang="en-US" sz="1600" spc="-1" strike="noStrike">
              <a:solidFill>
                <a:srgbClr val="58585b"/>
              </a:solidFill>
              <a:latin typeface="Arial"/>
            </a:endParaRPr>
          </a:p>
          <a:p>
            <a:pPr lvl="1" marL="358920" indent="-216000">
              <a:lnSpc>
                <a:spcPct val="100000"/>
              </a:lnSpc>
              <a:spcBef>
                <a:spcPts val="300"/>
              </a:spcBef>
              <a:spcAft>
                <a:spcPts val="300"/>
              </a:spcAft>
              <a:buClr>
                <a:srgbClr val="58585b"/>
              </a:buClr>
              <a:buSzPct val="90000"/>
              <a:buFont typeface="Arial"/>
              <a:buChar char="•"/>
              <a:tabLst>
                <a:tab algn="l" pos="0"/>
              </a:tabLst>
            </a:pPr>
            <a:r>
              <a:rPr b="0" lang="en-US" sz="1600" spc="-1" strike="noStrike">
                <a:solidFill>
                  <a:srgbClr val="000000"/>
                </a:solidFill>
                <a:latin typeface="Arial"/>
                <a:ea typeface="ＭＳ Ｐゴシック"/>
              </a:rPr>
              <a:t>The IPv6 interface ID is equivalent to the host portion of an IPv4 address. It is strongly recommended that in most cases /64 subnets should be used, which creates a 64-bit interface ID. </a:t>
            </a:r>
            <a:endParaRPr b="0" lang="en-US" sz="1600" spc="-1" strike="noStrike">
              <a:solidFill>
                <a:srgbClr val="58585b"/>
              </a:solidFill>
              <a:latin typeface="Arial"/>
            </a:endParaRPr>
          </a:p>
          <a:p>
            <a:pPr>
              <a:lnSpc>
                <a:spcPct val="100000"/>
              </a:lnSpc>
              <a:spcBef>
                <a:spcPts val="601"/>
              </a:spcBef>
              <a:spcAft>
                <a:spcPts val="601"/>
              </a:spcAft>
              <a:buNone/>
              <a:tabLst>
                <a:tab algn="l" pos="0"/>
              </a:tabLst>
            </a:pPr>
            <a:endParaRPr b="0" lang="en-US" sz="1600" spc="-1" strike="noStrike">
              <a:solidFill>
                <a:srgbClr val="58585b"/>
              </a:solidFill>
              <a:latin typeface="Arial"/>
            </a:endParaRPr>
          </a:p>
        </p:txBody>
      </p:sp>
      <p:sp>
        <p:nvSpPr>
          <p:cNvPr id="376" name="TextBox 1"/>
          <p:cNvSpPr/>
          <p:nvPr/>
        </p:nvSpPr>
        <p:spPr>
          <a:xfrm>
            <a:off x="431640" y="4178160"/>
            <a:ext cx="781524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1200" spc="-1" strike="noStrike">
                <a:solidFill>
                  <a:srgbClr val="58585b"/>
                </a:solidFill>
                <a:latin typeface="Arial"/>
                <a:ea typeface="ＭＳ Ｐゴシック"/>
              </a:rPr>
              <a:t>Note</a:t>
            </a:r>
            <a:r>
              <a:rPr b="0" lang="en-US" sz="1200" spc="-1" strike="noStrike">
                <a:solidFill>
                  <a:srgbClr val="58585b"/>
                </a:solidFill>
                <a:latin typeface="Arial"/>
                <a:ea typeface="ＭＳ Ｐゴシック"/>
              </a:rPr>
              <a:t>: IPv6 allows the all-0s and all-1s host addresses can be assigned to a device. The all-0s address is reserved as a Subnet-Router anycast address, and should be assigned only to routers.</a:t>
            </a:r>
            <a:endParaRPr b="0" lang="en-JM" sz="1200" spc="-1" strike="noStrike">
              <a:latin typeface="Arial"/>
            </a:endParaRPr>
          </a:p>
        </p:txBody>
      </p:sp>
    </p:spTree>
  </p:cSld>
  <mc:AlternateContent>
    <mc:Choice Requires="p14">
      <p:transition spd="med" p14:dur="70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7"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IPv6 Address Types</a:t>
            </a:r>
            <a:br/>
            <a:r>
              <a:rPr b="0" lang="en-US" sz="2400" spc="-1" strike="noStrike">
                <a:solidFill>
                  <a:srgbClr val="004c69"/>
                </a:solidFill>
                <a:latin typeface="Arial"/>
                <a:ea typeface="ＭＳ Ｐゴシック"/>
              </a:rPr>
              <a:t>IPv6 LLA</a:t>
            </a:r>
            <a:endParaRPr b="0" lang="en-US" sz="2400" spc="-1" strike="noStrike">
              <a:solidFill>
                <a:srgbClr val="58585b"/>
              </a:solidFill>
              <a:latin typeface="Arial"/>
            </a:endParaRPr>
          </a:p>
        </p:txBody>
      </p:sp>
      <p:sp>
        <p:nvSpPr>
          <p:cNvPr id="378" name="PlaceHolder 2"/>
          <p:cNvSpPr>
            <a:spLocks noGrp="1"/>
          </p:cNvSpPr>
          <p:nvPr>
            <p:ph/>
          </p:nvPr>
        </p:nvSpPr>
        <p:spPr>
          <a:xfrm>
            <a:off x="504360" y="819360"/>
            <a:ext cx="8134920" cy="2213640"/>
          </a:xfrm>
          <a:prstGeom prst="rect">
            <a:avLst/>
          </a:prstGeom>
          <a:noFill/>
          <a:ln w="0">
            <a:noFill/>
          </a:ln>
        </p:spPr>
        <p:txBody>
          <a:bodyPr anchor="t">
            <a:noAutofit/>
          </a:bodyPr>
          <a:p>
            <a:pPr>
              <a:lnSpc>
                <a:spcPct val="100000"/>
              </a:lnSpc>
              <a:spcBef>
                <a:spcPts val="601"/>
              </a:spcBef>
              <a:spcAft>
                <a:spcPts val="601"/>
              </a:spcAft>
              <a:buNone/>
              <a:tabLst>
                <a:tab algn="l" pos="0"/>
              </a:tabLst>
            </a:pPr>
            <a:r>
              <a:rPr b="0" lang="en-US" sz="1600" spc="-1" strike="noStrike">
                <a:solidFill>
                  <a:srgbClr val="000000"/>
                </a:solidFill>
                <a:latin typeface="Arial"/>
                <a:ea typeface="ＭＳ Ｐゴシック"/>
              </a:rPr>
              <a:t>An IPv6 link-local address (LLA) enables a device to communicate with other IPv6-enabled devices on the same link and only on that link (subnet).</a:t>
            </a:r>
            <a:endParaRPr b="0" lang="en-US" sz="1600" spc="-1" strike="noStrike">
              <a:solidFill>
                <a:srgbClr val="58585b"/>
              </a:solidFill>
              <a:latin typeface="Arial"/>
            </a:endParaRPr>
          </a:p>
          <a:p>
            <a:pPr marL="169920" indent="-169920">
              <a:lnSpc>
                <a:spcPct val="100000"/>
              </a:lnSpc>
              <a:spcBef>
                <a:spcPts val="601"/>
              </a:spcBef>
              <a:spcAft>
                <a:spcPts val="601"/>
              </a:spcAft>
              <a:buClr>
                <a:srgbClr val="000000"/>
              </a:buClr>
              <a:buSzPct val="90000"/>
              <a:buFont typeface="Arial"/>
              <a:buChar char="•"/>
              <a:tabLst>
                <a:tab algn="l" pos="0"/>
              </a:tabLst>
            </a:pPr>
            <a:r>
              <a:rPr b="0" lang="en-US" sz="1400" spc="-1" strike="noStrike">
                <a:solidFill>
                  <a:srgbClr val="000000"/>
                </a:solidFill>
                <a:latin typeface="Arial"/>
                <a:ea typeface="ＭＳ Ｐゴシック"/>
              </a:rPr>
              <a:t>Packets with a source or destination LLA cannot be routed.</a:t>
            </a:r>
            <a:endParaRPr b="0" lang="en-US" sz="1400" spc="-1" strike="noStrike">
              <a:solidFill>
                <a:srgbClr val="58585b"/>
              </a:solidFill>
              <a:latin typeface="Arial"/>
            </a:endParaRPr>
          </a:p>
          <a:p>
            <a:pPr marL="169920" indent="-169920">
              <a:lnSpc>
                <a:spcPct val="100000"/>
              </a:lnSpc>
              <a:spcBef>
                <a:spcPts val="601"/>
              </a:spcBef>
              <a:spcAft>
                <a:spcPts val="601"/>
              </a:spcAft>
              <a:buClr>
                <a:srgbClr val="000000"/>
              </a:buClr>
              <a:buSzPct val="90000"/>
              <a:buFont typeface="Arial"/>
              <a:buChar char="•"/>
              <a:tabLst>
                <a:tab algn="l" pos="0"/>
              </a:tabLst>
            </a:pPr>
            <a:r>
              <a:rPr b="0" lang="en-US" sz="1400" spc="-1" strike="noStrike">
                <a:solidFill>
                  <a:srgbClr val="000000"/>
                </a:solidFill>
                <a:latin typeface="Arial"/>
                <a:ea typeface="ＭＳ Ｐゴシック"/>
              </a:rPr>
              <a:t>Every IPv6-enabled network interface must have an LLA.</a:t>
            </a:r>
            <a:endParaRPr b="0" lang="en-US" sz="1400" spc="-1" strike="noStrike">
              <a:solidFill>
                <a:srgbClr val="58585b"/>
              </a:solidFill>
              <a:latin typeface="Arial"/>
            </a:endParaRPr>
          </a:p>
          <a:p>
            <a:pPr marL="169920" indent="-169920">
              <a:lnSpc>
                <a:spcPct val="100000"/>
              </a:lnSpc>
              <a:spcBef>
                <a:spcPts val="601"/>
              </a:spcBef>
              <a:spcAft>
                <a:spcPts val="601"/>
              </a:spcAft>
              <a:buClr>
                <a:srgbClr val="000000"/>
              </a:buClr>
              <a:buSzPct val="90000"/>
              <a:buFont typeface="Arial"/>
              <a:buChar char="•"/>
              <a:tabLst>
                <a:tab algn="l" pos="0"/>
              </a:tabLst>
            </a:pPr>
            <a:r>
              <a:rPr b="0" lang="en-US" sz="1400" spc="-1" strike="noStrike">
                <a:solidFill>
                  <a:srgbClr val="000000"/>
                </a:solidFill>
                <a:latin typeface="Arial"/>
                <a:ea typeface="ＭＳ Ｐゴシック"/>
              </a:rPr>
              <a:t>If an LLA is not configured manually on an interface, the device will automatically create one.</a:t>
            </a:r>
            <a:endParaRPr b="0" lang="en-US" sz="1400" spc="-1" strike="noStrike">
              <a:solidFill>
                <a:srgbClr val="58585b"/>
              </a:solidFill>
              <a:latin typeface="Arial"/>
            </a:endParaRPr>
          </a:p>
          <a:p>
            <a:pPr marL="169920" indent="-169920">
              <a:lnSpc>
                <a:spcPct val="100000"/>
              </a:lnSpc>
              <a:spcBef>
                <a:spcPts val="601"/>
              </a:spcBef>
              <a:spcAft>
                <a:spcPts val="601"/>
              </a:spcAft>
              <a:buClr>
                <a:srgbClr val="000000"/>
              </a:buClr>
              <a:buSzPct val="90000"/>
              <a:buFont typeface="Arial"/>
              <a:buChar char="•"/>
              <a:tabLst>
                <a:tab algn="l" pos="0"/>
              </a:tabLst>
            </a:pPr>
            <a:r>
              <a:rPr b="0" lang="en-US" sz="1400" spc="-1" strike="noStrike">
                <a:solidFill>
                  <a:srgbClr val="000000"/>
                </a:solidFill>
                <a:latin typeface="Arial"/>
                <a:ea typeface="ＭＳ Ｐゴシック"/>
              </a:rPr>
              <a:t>IPv6 LLAs are in the fe80::/10 range.</a:t>
            </a:r>
            <a:endParaRPr b="0" lang="en-US" sz="1400" spc="-1" strike="noStrike">
              <a:solidFill>
                <a:srgbClr val="58585b"/>
              </a:solidFill>
              <a:latin typeface="Arial"/>
            </a:endParaRPr>
          </a:p>
          <a:p>
            <a:pPr>
              <a:lnSpc>
                <a:spcPct val="100000"/>
              </a:lnSpc>
              <a:spcBef>
                <a:spcPts val="601"/>
              </a:spcBef>
              <a:spcAft>
                <a:spcPts val="601"/>
              </a:spcAft>
              <a:buNone/>
              <a:tabLst>
                <a:tab algn="l" pos="0"/>
              </a:tabLst>
            </a:pPr>
            <a:endParaRPr b="0" lang="en-US" sz="1400" spc="-1" strike="noStrike">
              <a:solidFill>
                <a:srgbClr val="58585b"/>
              </a:solidFill>
              <a:latin typeface="Arial"/>
            </a:endParaRPr>
          </a:p>
          <a:p>
            <a:pPr>
              <a:lnSpc>
                <a:spcPct val="100000"/>
              </a:lnSpc>
              <a:spcBef>
                <a:spcPts val="601"/>
              </a:spcBef>
              <a:spcAft>
                <a:spcPts val="601"/>
              </a:spcAft>
              <a:buNone/>
              <a:tabLst>
                <a:tab algn="l" pos="0"/>
              </a:tabLst>
            </a:pPr>
            <a:endParaRPr b="0" lang="en-US" sz="1400" spc="-1" strike="noStrike">
              <a:solidFill>
                <a:srgbClr val="58585b"/>
              </a:solidFill>
              <a:latin typeface="Arial"/>
            </a:endParaRPr>
          </a:p>
          <a:p>
            <a:pPr>
              <a:lnSpc>
                <a:spcPct val="100000"/>
              </a:lnSpc>
              <a:spcBef>
                <a:spcPts val="601"/>
              </a:spcBef>
              <a:spcAft>
                <a:spcPts val="601"/>
              </a:spcAft>
              <a:buNone/>
              <a:tabLst>
                <a:tab algn="l" pos="0"/>
              </a:tabLst>
            </a:pPr>
            <a:endParaRPr b="0" lang="en-US" sz="1400" spc="-1" strike="noStrike">
              <a:solidFill>
                <a:srgbClr val="58585b"/>
              </a:solidFill>
              <a:latin typeface="Arial"/>
            </a:endParaRPr>
          </a:p>
        </p:txBody>
      </p:sp>
      <p:pic>
        <p:nvPicPr>
          <p:cNvPr id="379" name="Picture 3" descr=""/>
          <p:cNvPicPr/>
          <p:nvPr/>
        </p:nvPicPr>
        <p:blipFill>
          <a:blip r:embed="rId1"/>
          <a:stretch/>
        </p:blipFill>
        <p:spPr>
          <a:xfrm>
            <a:off x="1793160" y="3121200"/>
            <a:ext cx="4838400" cy="158544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0" name="PlaceHolder 1"/>
          <p:cNvSpPr>
            <a:spLocks noGrp="1"/>
          </p:cNvSpPr>
          <p:nvPr>
            <p:ph type="title"/>
          </p:nvPr>
        </p:nvSpPr>
        <p:spPr>
          <a:xfrm>
            <a:off x="416520" y="1747440"/>
            <a:ext cx="8280000" cy="969840"/>
          </a:xfrm>
          <a:prstGeom prst="rect">
            <a:avLst/>
          </a:prstGeom>
          <a:noFill/>
          <a:ln w="0">
            <a:noFill/>
          </a:ln>
        </p:spPr>
        <p:txBody>
          <a:bodyPr numCol="1" spcCol="0" anchor="b">
            <a:noAutofit/>
          </a:bodyPr>
          <a:p>
            <a:pPr>
              <a:lnSpc>
                <a:spcPct val="90000"/>
              </a:lnSpc>
              <a:buNone/>
              <a:tabLst>
                <a:tab algn="l" pos="0"/>
              </a:tabLst>
            </a:pPr>
            <a:r>
              <a:rPr b="0" lang="en-US" sz="4600" spc="-1" strike="noStrike">
                <a:solidFill>
                  <a:srgbClr val="afe8fb"/>
                </a:solidFill>
                <a:latin typeface="Arial"/>
                <a:ea typeface="ＭＳ Ｐゴシック"/>
              </a:rPr>
              <a:t>12.4 GUA and LLA Static Configuration</a:t>
            </a:r>
            <a:endParaRPr b="0" lang="en-US" sz="4600" spc="-1" strike="noStrike">
              <a:solidFill>
                <a:srgbClr val="58585b"/>
              </a:solidFill>
              <a:latin typeface="Arial"/>
            </a:endParaRPr>
          </a:p>
        </p:txBody>
      </p:sp>
    </p:spTree>
  </p:cSld>
  <p:transition spd="slow">
    <p:wipe dir="l"/>
  </p:transition>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1"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GUA and LLA Static Configuration</a:t>
            </a:r>
            <a:br/>
            <a:r>
              <a:rPr b="0" lang="en-US" sz="2400" spc="-1" strike="noStrike">
                <a:solidFill>
                  <a:srgbClr val="004c69"/>
                </a:solidFill>
                <a:latin typeface="Arial"/>
                <a:ea typeface="ＭＳ Ｐゴシック"/>
              </a:rPr>
              <a:t>Static GUA Configuration on a Router</a:t>
            </a:r>
            <a:endParaRPr b="0" lang="en-US" sz="2400" spc="-1" strike="noStrike">
              <a:solidFill>
                <a:srgbClr val="58585b"/>
              </a:solidFill>
              <a:latin typeface="Arial"/>
            </a:endParaRPr>
          </a:p>
        </p:txBody>
      </p:sp>
      <p:sp>
        <p:nvSpPr>
          <p:cNvPr id="382" name="PlaceHolder 2"/>
          <p:cNvSpPr>
            <a:spLocks noGrp="1"/>
          </p:cNvSpPr>
          <p:nvPr>
            <p:ph/>
          </p:nvPr>
        </p:nvSpPr>
        <p:spPr>
          <a:xfrm>
            <a:off x="431640" y="1035000"/>
            <a:ext cx="8134920" cy="2063880"/>
          </a:xfrm>
          <a:prstGeom prst="rect">
            <a:avLst/>
          </a:prstGeom>
          <a:noFill/>
          <a:ln w="0">
            <a:noFill/>
          </a:ln>
        </p:spPr>
        <p:txBody>
          <a:bodyPr anchor="t">
            <a:noAutofit/>
          </a:bodyPr>
          <a:p>
            <a:pPr>
              <a:lnSpc>
                <a:spcPct val="100000"/>
              </a:lnSpc>
              <a:spcBef>
                <a:spcPts val="601"/>
              </a:spcBef>
              <a:spcAft>
                <a:spcPts val="601"/>
              </a:spcAft>
              <a:buNone/>
              <a:tabLst>
                <a:tab algn="l" pos="0"/>
              </a:tabLst>
            </a:pPr>
            <a:r>
              <a:rPr b="0" lang="en-US" sz="1600" spc="-1" strike="noStrike">
                <a:solidFill>
                  <a:srgbClr val="000000"/>
                </a:solidFill>
                <a:latin typeface="Arial"/>
                <a:ea typeface="ＭＳ Ｐゴシック"/>
              </a:rPr>
              <a:t>Most IPv6 configuration and verification commands in the Cisco IOS are similar to their IPv4 counterparts. In many cases, the only difference is the use of </a:t>
            </a:r>
            <a:r>
              <a:rPr b="1" lang="en-US" sz="1600" spc="-1" strike="noStrike">
                <a:solidFill>
                  <a:srgbClr val="000000"/>
                </a:solidFill>
                <a:latin typeface="Arial"/>
                <a:ea typeface="ＭＳ Ｐゴシック"/>
              </a:rPr>
              <a:t>ipv6</a:t>
            </a:r>
            <a:r>
              <a:rPr b="0" lang="en-US" sz="1600" spc="-1" strike="noStrike">
                <a:solidFill>
                  <a:srgbClr val="000000"/>
                </a:solidFill>
                <a:latin typeface="Arial"/>
                <a:ea typeface="ＭＳ Ｐゴシック"/>
              </a:rPr>
              <a:t> in place of </a:t>
            </a:r>
            <a:r>
              <a:rPr b="1" lang="en-US" sz="1600" spc="-1" strike="noStrike">
                <a:solidFill>
                  <a:srgbClr val="000000"/>
                </a:solidFill>
                <a:latin typeface="Arial"/>
                <a:ea typeface="ＭＳ Ｐゴシック"/>
              </a:rPr>
              <a:t>ip</a:t>
            </a:r>
            <a:r>
              <a:rPr b="0" lang="en-US" sz="1600" spc="-1" strike="noStrike">
                <a:solidFill>
                  <a:srgbClr val="000000"/>
                </a:solidFill>
                <a:latin typeface="Arial"/>
                <a:ea typeface="ＭＳ Ｐゴシック"/>
              </a:rPr>
              <a:t> within the commands.</a:t>
            </a:r>
            <a:endParaRPr b="0" lang="en-US" sz="1600" spc="-1" strike="noStrike">
              <a:solidFill>
                <a:srgbClr val="58585b"/>
              </a:solidFill>
              <a:latin typeface="Arial"/>
            </a:endParaRPr>
          </a:p>
          <a:p>
            <a:pPr marL="285840" indent="-285840">
              <a:lnSpc>
                <a:spcPct val="100000"/>
              </a:lnSpc>
              <a:spcBef>
                <a:spcPts val="601"/>
              </a:spcBef>
              <a:spcAft>
                <a:spcPts val="601"/>
              </a:spcAft>
              <a:buClr>
                <a:srgbClr val="000000"/>
              </a:buClr>
              <a:buSzPct val="90000"/>
              <a:buFont typeface="Arial"/>
              <a:buChar char="•"/>
              <a:tabLst>
                <a:tab algn="l" pos="0"/>
              </a:tabLst>
            </a:pPr>
            <a:r>
              <a:rPr b="0" lang="en-US" sz="1600" spc="-1" strike="noStrike">
                <a:solidFill>
                  <a:srgbClr val="000000"/>
                </a:solidFill>
                <a:latin typeface="Arial"/>
                <a:ea typeface="ＭＳ Ｐゴシック"/>
              </a:rPr>
              <a:t>The command to configure an IPv6 GUA on an interface is: </a:t>
            </a:r>
            <a:r>
              <a:rPr b="1" lang="en-US" sz="1600" spc="-1" strike="noStrike">
                <a:solidFill>
                  <a:srgbClr val="000000"/>
                </a:solidFill>
                <a:latin typeface="Arial"/>
                <a:ea typeface="ＭＳ Ｐゴシック"/>
              </a:rPr>
              <a:t>ipv6 address</a:t>
            </a:r>
            <a:r>
              <a:rPr b="0" lang="en-US" sz="1600" spc="-1" strike="noStrike">
                <a:solidFill>
                  <a:srgbClr val="000000"/>
                </a:solidFill>
                <a:latin typeface="Arial"/>
                <a:ea typeface="ＭＳ Ｐゴシック"/>
              </a:rPr>
              <a:t> </a:t>
            </a:r>
            <a:r>
              <a:rPr b="0" i="1" lang="en-US" sz="1600" spc="-1" strike="noStrike">
                <a:solidFill>
                  <a:srgbClr val="000000"/>
                </a:solidFill>
                <a:latin typeface="Arial"/>
                <a:ea typeface="ＭＳ Ｐゴシック"/>
              </a:rPr>
              <a:t>ipv6-address/prefix-length.</a:t>
            </a:r>
            <a:endParaRPr b="0" lang="en-US" sz="1600" spc="-1" strike="noStrike">
              <a:solidFill>
                <a:srgbClr val="58585b"/>
              </a:solidFill>
              <a:latin typeface="Arial"/>
            </a:endParaRPr>
          </a:p>
          <a:p>
            <a:pPr marL="285840" indent="-285840">
              <a:lnSpc>
                <a:spcPct val="100000"/>
              </a:lnSpc>
              <a:spcBef>
                <a:spcPts val="601"/>
              </a:spcBef>
              <a:spcAft>
                <a:spcPts val="601"/>
              </a:spcAft>
              <a:buClr>
                <a:srgbClr val="000000"/>
              </a:buClr>
              <a:buSzPct val="90000"/>
              <a:buFont typeface="Arial"/>
              <a:buChar char="•"/>
              <a:tabLst>
                <a:tab algn="l" pos="0"/>
              </a:tabLst>
            </a:pPr>
            <a:r>
              <a:rPr b="0" lang="en-US" sz="1600" spc="-1" strike="noStrike">
                <a:solidFill>
                  <a:srgbClr val="000000"/>
                </a:solidFill>
                <a:latin typeface="Arial"/>
                <a:ea typeface="ＭＳ Ｐゴシック"/>
              </a:rPr>
              <a:t>The example shows commands to configure a GUA on the G0/0/0 interface on R1:</a:t>
            </a:r>
            <a:endParaRPr b="0" lang="en-US" sz="1600" spc="-1" strike="noStrike">
              <a:solidFill>
                <a:srgbClr val="58585b"/>
              </a:solidFill>
              <a:latin typeface="Arial"/>
            </a:endParaRPr>
          </a:p>
          <a:p>
            <a:pPr>
              <a:lnSpc>
                <a:spcPct val="100000"/>
              </a:lnSpc>
              <a:spcBef>
                <a:spcPts val="601"/>
              </a:spcBef>
              <a:spcAft>
                <a:spcPts val="601"/>
              </a:spcAft>
              <a:buNone/>
              <a:tabLst>
                <a:tab algn="l" pos="0"/>
              </a:tabLst>
            </a:pPr>
            <a:endParaRPr b="0" lang="en-US" sz="1600" spc="-1" strike="noStrike">
              <a:solidFill>
                <a:srgbClr val="58585b"/>
              </a:solidFill>
              <a:latin typeface="Arial"/>
            </a:endParaRPr>
          </a:p>
          <a:p>
            <a:pPr>
              <a:lnSpc>
                <a:spcPct val="100000"/>
              </a:lnSpc>
              <a:spcBef>
                <a:spcPts val="601"/>
              </a:spcBef>
              <a:spcAft>
                <a:spcPts val="601"/>
              </a:spcAft>
              <a:buNone/>
              <a:tabLst>
                <a:tab algn="l" pos="0"/>
              </a:tabLst>
            </a:pPr>
            <a:endParaRPr b="0" lang="en-US" sz="1600" spc="-1" strike="noStrike">
              <a:solidFill>
                <a:srgbClr val="58585b"/>
              </a:solidFill>
              <a:latin typeface="Arial"/>
            </a:endParaRPr>
          </a:p>
          <a:p>
            <a:pPr>
              <a:lnSpc>
                <a:spcPct val="100000"/>
              </a:lnSpc>
              <a:spcBef>
                <a:spcPts val="601"/>
              </a:spcBef>
              <a:spcAft>
                <a:spcPts val="601"/>
              </a:spcAft>
              <a:buNone/>
              <a:tabLst>
                <a:tab algn="l" pos="0"/>
              </a:tabLst>
            </a:pPr>
            <a:endParaRPr b="0" lang="en-US" sz="1600" spc="-1" strike="noStrike">
              <a:solidFill>
                <a:srgbClr val="58585b"/>
              </a:solidFill>
              <a:latin typeface="Arial"/>
            </a:endParaRPr>
          </a:p>
        </p:txBody>
      </p:sp>
      <p:sp>
        <p:nvSpPr>
          <p:cNvPr id="383" name="Rectangle 2"/>
          <p:cNvSpPr/>
          <p:nvPr/>
        </p:nvSpPr>
        <p:spPr>
          <a:xfrm>
            <a:off x="1798920" y="3252240"/>
            <a:ext cx="4747320" cy="701280"/>
          </a:xfrm>
          <a:prstGeom prst="rect">
            <a:avLst/>
          </a:prstGeom>
          <a:solidFill>
            <a:srgbClr val="000000"/>
          </a:solidFill>
          <a:ln w="0">
            <a:noFill/>
          </a:ln>
        </p:spPr>
        <p:style>
          <a:lnRef idx="0"/>
          <a:fillRef idx="0"/>
          <a:effectRef idx="0"/>
          <a:fontRef idx="minor"/>
        </p:style>
        <p:txBody>
          <a:bodyPr numCol="1" spcCol="0" anchor="ctr">
            <a:spAutoFit/>
          </a:bodyPr>
          <a:p>
            <a:pPr>
              <a:lnSpc>
                <a:spcPct val="100000"/>
              </a:lnSpc>
              <a:buNone/>
              <a:tabLst>
                <a:tab algn="l" pos="0"/>
              </a:tabLst>
            </a:pPr>
            <a:r>
              <a:rPr b="0" lang="en-US" sz="1000" spc="-1" strike="noStrike">
                <a:solidFill>
                  <a:srgbClr val="ffffff"/>
                </a:solidFill>
                <a:latin typeface="Courier New"/>
                <a:ea typeface="ＭＳ Ｐゴシック"/>
              </a:rPr>
              <a:t>R1(config)# </a:t>
            </a:r>
            <a:r>
              <a:rPr b="1" lang="en-US" sz="1000" spc="-1" strike="noStrike">
                <a:solidFill>
                  <a:srgbClr val="ffffff"/>
                </a:solidFill>
                <a:latin typeface="Courier New"/>
                <a:ea typeface="ＭＳ Ｐゴシック"/>
              </a:rPr>
              <a:t>interface gigabitethernet 0/0/0</a:t>
            </a:r>
            <a:r>
              <a:rPr b="0" lang="en-US" sz="1000" spc="-1" strike="noStrike">
                <a:solidFill>
                  <a:srgbClr val="ffffff"/>
                </a:solidFill>
                <a:latin typeface="Courier New"/>
                <a:ea typeface="ＭＳ Ｐゴシック"/>
              </a:rPr>
              <a:t> </a:t>
            </a:r>
            <a:endParaRPr b="0" lang="en-JM" sz="1000" spc="-1" strike="noStrike">
              <a:latin typeface="Arial"/>
            </a:endParaRPr>
          </a:p>
          <a:p>
            <a:pPr>
              <a:lnSpc>
                <a:spcPct val="100000"/>
              </a:lnSpc>
              <a:buNone/>
              <a:tabLst>
                <a:tab algn="l" pos="0"/>
              </a:tabLst>
            </a:pPr>
            <a:r>
              <a:rPr b="0" lang="en-US" sz="1000" spc="-1" strike="noStrike">
                <a:solidFill>
                  <a:srgbClr val="ffffff"/>
                </a:solidFill>
                <a:latin typeface="Courier New"/>
                <a:ea typeface="ＭＳ Ｐゴシック"/>
              </a:rPr>
              <a:t>R1(config-if)# </a:t>
            </a:r>
            <a:r>
              <a:rPr b="1" lang="en-US" sz="1000" spc="-1" strike="noStrike">
                <a:solidFill>
                  <a:srgbClr val="ffffff"/>
                </a:solidFill>
                <a:latin typeface="Courier New"/>
                <a:ea typeface="ＭＳ Ｐゴシック"/>
              </a:rPr>
              <a:t>ipv6 address 2001:db8:acad:1::1/64</a:t>
            </a:r>
            <a:r>
              <a:rPr b="0" lang="en-US" sz="1000" spc="-1" strike="noStrike">
                <a:solidFill>
                  <a:srgbClr val="ffffff"/>
                </a:solidFill>
                <a:latin typeface="Courier New"/>
                <a:ea typeface="ＭＳ Ｐゴシック"/>
              </a:rPr>
              <a:t> </a:t>
            </a:r>
            <a:endParaRPr b="0" lang="en-JM" sz="1000" spc="-1" strike="noStrike">
              <a:latin typeface="Arial"/>
            </a:endParaRPr>
          </a:p>
          <a:p>
            <a:pPr>
              <a:lnSpc>
                <a:spcPct val="100000"/>
              </a:lnSpc>
              <a:buNone/>
              <a:tabLst>
                <a:tab algn="l" pos="0"/>
              </a:tabLst>
            </a:pPr>
            <a:r>
              <a:rPr b="0" lang="en-US" sz="1000" spc="-1" strike="noStrike">
                <a:solidFill>
                  <a:srgbClr val="ffffff"/>
                </a:solidFill>
                <a:latin typeface="Courier New"/>
                <a:ea typeface="ＭＳ Ｐゴシック"/>
              </a:rPr>
              <a:t>R1(config-if)# </a:t>
            </a:r>
            <a:r>
              <a:rPr b="1" lang="en-US" sz="1000" spc="-1" strike="noStrike">
                <a:solidFill>
                  <a:srgbClr val="ffffff"/>
                </a:solidFill>
                <a:latin typeface="Courier New"/>
                <a:ea typeface="ＭＳ Ｐゴシック"/>
              </a:rPr>
              <a:t>no shutdown</a:t>
            </a:r>
            <a:r>
              <a:rPr b="0" lang="en-US" sz="1000" spc="-1" strike="noStrike">
                <a:solidFill>
                  <a:srgbClr val="ffffff"/>
                </a:solidFill>
                <a:latin typeface="Courier New"/>
                <a:ea typeface="ＭＳ Ｐゴシック"/>
              </a:rPr>
              <a:t> </a:t>
            </a:r>
            <a:endParaRPr b="0" lang="en-JM" sz="1000" spc="-1" strike="noStrike">
              <a:latin typeface="Arial"/>
            </a:endParaRPr>
          </a:p>
          <a:p>
            <a:pPr>
              <a:lnSpc>
                <a:spcPct val="100000"/>
              </a:lnSpc>
              <a:buNone/>
              <a:tabLst>
                <a:tab algn="l" pos="0"/>
              </a:tabLst>
            </a:pPr>
            <a:r>
              <a:rPr b="0" lang="en-US" sz="1000" spc="-1" strike="noStrike">
                <a:solidFill>
                  <a:srgbClr val="ffffff"/>
                </a:solidFill>
                <a:latin typeface="Courier New"/>
                <a:ea typeface="ＭＳ Ｐゴシック"/>
              </a:rPr>
              <a:t>R1(config-if)# </a:t>
            </a:r>
            <a:r>
              <a:rPr b="1" lang="en-US" sz="1000" spc="-1" strike="noStrike">
                <a:solidFill>
                  <a:srgbClr val="ffffff"/>
                </a:solidFill>
                <a:latin typeface="Courier New"/>
                <a:ea typeface="ＭＳ Ｐゴシック"/>
              </a:rPr>
              <a:t>exit</a:t>
            </a:r>
            <a:r>
              <a:rPr b="0" lang="en-US" sz="1000" spc="-1" strike="noStrike">
                <a:solidFill>
                  <a:srgbClr val="ffffff"/>
                </a:solidFill>
                <a:latin typeface="Courier New"/>
                <a:ea typeface="ＭＳ Ｐゴシック"/>
              </a:rPr>
              <a:t> </a:t>
            </a:r>
            <a:endParaRPr b="0" lang="en-JM" sz="1000" spc="-1" strike="noStrike">
              <a:latin typeface="Arial"/>
            </a:endParaRPr>
          </a:p>
        </p:txBody>
      </p:sp>
    </p:spTree>
  </p:cSld>
  <mc:AlternateContent>
    <mc:Choice Requires="p14">
      <p:transition spd="med" p14:dur="700">
        <p:fade/>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4"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GUA and LLA Static Configuration</a:t>
            </a:r>
            <a:br/>
            <a:r>
              <a:rPr b="0" lang="en-US" sz="2400" spc="-1" strike="noStrike">
                <a:solidFill>
                  <a:srgbClr val="004c69"/>
                </a:solidFill>
                <a:latin typeface="Arial"/>
                <a:ea typeface="ＭＳ Ｐゴシック"/>
              </a:rPr>
              <a:t>Static GUA Configuration on a Windows Host</a:t>
            </a:r>
            <a:endParaRPr b="0" lang="en-US" sz="2400" spc="-1" strike="noStrike">
              <a:solidFill>
                <a:srgbClr val="58585b"/>
              </a:solidFill>
              <a:latin typeface="Arial"/>
            </a:endParaRPr>
          </a:p>
        </p:txBody>
      </p:sp>
      <p:sp>
        <p:nvSpPr>
          <p:cNvPr id="385" name="PlaceHolder 2"/>
          <p:cNvSpPr>
            <a:spLocks noGrp="1"/>
          </p:cNvSpPr>
          <p:nvPr>
            <p:ph/>
          </p:nvPr>
        </p:nvSpPr>
        <p:spPr>
          <a:xfrm>
            <a:off x="431640" y="1035000"/>
            <a:ext cx="3474000" cy="2256480"/>
          </a:xfrm>
          <a:prstGeom prst="rect">
            <a:avLst/>
          </a:prstGeom>
          <a:noFill/>
          <a:ln w="0">
            <a:noFill/>
          </a:ln>
        </p:spPr>
        <p:txBody>
          <a:bodyPr anchor="t">
            <a:noAutofit/>
          </a:bodyPr>
          <a:p>
            <a:pPr marL="285840" indent="-285840">
              <a:lnSpc>
                <a:spcPct val="100000"/>
              </a:lnSpc>
              <a:spcBef>
                <a:spcPts val="601"/>
              </a:spcBef>
              <a:spcAft>
                <a:spcPts val="601"/>
              </a:spcAft>
              <a:buClr>
                <a:srgbClr val="000000"/>
              </a:buClr>
              <a:buSzPct val="90000"/>
              <a:buFont typeface="Arial"/>
              <a:buChar char="•"/>
            </a:pPr>
            <a:r>
              <a:rPr b="0" lang="en-US" sz="1600" spc="-1" strike="noStrike">
                <a:solidFill>
                  <a:srgbClr val="000000"/>
                </a:solidFill>
                <a:latin typeface="Arial"/>
                <a:ea typeface="ＭＳ Ｐゴシック"/>
              </a:rPr>
              <a:t>Manually configuring the IPv6 address on a host is similar to configuring an IPv4 address.</a:t>
            </a:r>
            <a:endParaRPr b="0" lang="en-US" sz="1600" spc="-1" strike="noStrike">
              <a:solidFill>
                <a:srgbClr val="58585b"/>
              </a:solidFill>
              <a:latin typeface="Arial"/>
            </a:endParaRPr>
          </a:p>
          <a:p>
            <a:pPr marL="285840" indent="-285840">
              <a:lnSpc>
                <a:spcPct val="100000"/>
              </a:lnSpc>
              <a:spcBef>
                <a:spcPts val="601"/>
              </a:spcBef>
              <a:spcAft>
                <a:spcPts val="601"/>
              </a:spcAft>
              <a:buClr>
                <a:srgbClr val="000000"/>
              </a:buClr>
              <a:buSzPct val="90000"/>
              <a:buFont typeface="Arial"/>
              <a:buChar char="•"/>
            </a:pPr>
            <a:r>
              <a:rPr b="0" lang="en-US" sz="1600" spc="-1" strike="noStrike">
                <a:solidFill>
                  <a:srgbClr val="000000"/>
                </a:solidFill>
                <a:latin typeface="Arial"/>
                <a:ea typeface="ＭＳ Ｐゴシック"/>
              </a:rPr>
              <a:t>The GUA or LLA of the router interface can be used as the default gateway. Best practice is to use the LLA.</a:t>
            </a:r>
            <a:endParaRPr b="0" lang="en-US" sz="1600" spc="-1" strike="noStrike">
              <a:solidFill>
                <a:srgbClr val="58585b"/>
              </a:solidFill>
              <a:latin typeface="Arial"/>
            </a:endParaRPr>
          </a:p>
          <a:p>
            <a:pPr>
              <a:lnSpc>
                <a:spcPct val="100000"/>
              </a:lnSpc>
              <a:spcBef>
                <a:spcPts val="601"/>
              </a:spcBef>
              <a:spcAft>
                <a:spcPts val="601"/>
              </a:spcAft>
              <a:buNone/>
            </a:pPr>
            <a:endParaRPr b="0" lang="en-US" sz="1600" spc="-1" strike="noStrike">
              <a:solidFill>
                <a:srgbClr val="58585b"/>
              </a:solidFill>
              <a:latin typeface="Arial"/>
            </a:endParaRPr>
          </a:p>
          <a:p>
            <a:pPr>
              <a:lnSpc>
                <a:spcPct val="100000"/>
              </a:lnSpc>
              <a:spcBef>
                <a:spcPts val="601"/>
              </a:spcBef>
              <a:spcAft>
                <a:spcPts val="601"/>
              </a:spcAft>
              <a:buNone/>
            </a:pPr>
            <a:endParaRPr b="0" lang="en-US" sz="1600" spc="-1" strike="noStrike">
              <a:solidFill>
                <a:srgbClr val="58585b"/>
              </a:solidFill>
              <a:latin typeface="Arial"/>
            </a:endParaRPr>
          </a:p>
          <a:p>
            <a:pPr>
              <a:lnSpc>
                <a:spcPct val="100000"/>
              </a:lnSpc>
              <a:spcBef>
                <a:spcPts val="601"/>
              </a:spcBef>
              <a:spcAft>
                <a:spcPts val="601"/>
              </a:spcAft>
              <a:buNone/>
            </a:pPr>
            <a:endParaRPr b="0" lang="en-US" sz="1600" spc="-1" strike="noStrike">
              <a:solidFill>
                <a:srgbClr val="58585b"/>
              </a:solidFill>
              <a:latin typeface="Arial"/>
            </a:endParaRPr>
          </a:p>
        </p:txBody>
      </p:sp>
      <p:sp>
        <p:nvSpPr>
          <p:cNvPr id="386" name="TextBox 3"/>
          <p:cNvSpPr/>
          <p:nvPr/>
        </p:nvSpPr>
        <p:spPr>
          <a:xfrm>
            <a:off x="431640" y="3594960"/>
            <a:ext cx="3474000" cy="7297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1400" spc="-1" strike="noStrike">
                <a:solidFill>
                  <a:srgbClr val="000000"/>
                </a:solidFill>
                <a:latin typeface="Arial"/>
                <a:ea typeface="ＭＳ Ｐゴシック"/>
              </a:rPr>
              <a:t>Note</a:t>
            </a:r>
            <a:r>
              <a:rPr b="0" lang="en-US" sz="1400" spc="-1" strike="noStrike">
                <a:solidFill>
                  <a:srgbClr val="000000"/>
                </a:solidFill>
                <a:latin typeface="Arial"/>
                <a:ea typeface="ＭＳ Ｐゴシック"/>
              </a:rPr>
              <a:t>: When DHCPv6 or SLAAC is used, the LLA of the router will automatically be specified as the default gateway address.</a:t>
            </a:r>
            <a:endParaRPr b="0" lang="en-JM" sz="1400" spc="-1" strike="noStrike">
              <a:latin typeface="Arial"/>
            </a:endParaRPr>
          </a:p>
        </p:txBody>
      </p:sp>
      <p:pic>
        <p:nvPicPr>
          <p:cNvPr id="387" name="Picture 1" descr=""/>
          <p:cNvPicPr/>
          <p:nvPr/>
        </p:nvPicPr>
        <p:blipFill>
          <a:blip r:embed="rId1"/>
          <a:stretch/>
        </p:blipFill>
        <p:spPr>
          <a:xfrm>
            <a:off x="4362120" y="922680"/>
            <a:ext cx="4151160" cy="350172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8"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GUA and LLA Static Configuration</a:t>
            </a:r>
            <a:br/>
            <a:r>
              <a:rPr b="0" lang="en-US" sz="2400" spc="-1" strike="noStrike">
                <a:solidFill>
                  <a:srgbClr val="004c69"/>
                </a:solidFill>
                <a:latin typeface="Arial"/>
                <a:ea typeface="ＭＳ Ｐゴシック"/>
              </a:rPr>
              <a:t>Static GUA Configuration of a Link-Local Unicast Address</a:t>
            </a:r>
            <a:endParaRPr b="0" lang="en-US" sz="2400" spc="-1" strike="noStrike">
              <a:solidFill>
                <a:srgbClr val="58585b"/>
              </a:solidFill>
              <a:latin typeface="Arial"/>
            </a:endParaRPr>
          </a:p>
        </p:txBody>
      </p:sp>
      <p:sp>
        <p:nvSpPr>
          <p:cNvPr id="389" name="PlaceHolder 2"/>
          <p:cNvSpPr>
            <a:spLocks noGrp="1"/>
          </p:cNvSpPr>
          <p:nvPr>
            <p:ph/>
          </p:nvPr>
        </p:nvSpPr>
        <p:spPr>
          <a:xfrm>
            <a:off x="431640" y="1035000"/>
            <a:ext cx="7752960" cy="1841040"/>
          </a:xfrm>
          <a:prstGeom prst="rect">
            <a:avLst/>
          </a:prstGeom>
          <a:noFill/>
          <a:ln w="0">
            <a:noFill/>
          </a:ln>
        </p:spPr>
        <p:txBody>
          <a:bodyPr anchor="t">
            <a:noAutofit/>
          </a:bodyPr>
          <a:p>
            <a:pPr>
              <a:lnSpc>
                <a:spcPct val="100000"/>
              </a:lnSpc>
              <a:spcBef>
                <a:spcPts val="601"/>
              </a:spcBef>
              <a:spcAft>
                <a:spcPts val="601"/>
              </a:spcAft>
              <a:buNone/>
              <a:tabLst>
                <a:tab algn="l" pos="0"/>
              </a:tabLst>
            </a:pPr>
            <a:r>
              <a:rPr b="0" lang="en-US" sz="1600" spc="-1" strike="noStrike">
                <a:solidFill>
                  <a:srgbClr val="000000"/>
                </a:solidFill>
                <a:latin typeface="Arial"/>
                <a:ea typeface="ＭＳ Ｐゴシック"/>
              </a:rPr>
              <a:t>Configuring the LLA manually lets you create an address that is recognizable and easier to remember. </a:t>
            </a:r>
            <a:endParaRPr b="0" lang="en-US" sz="1600" spc="-1" strike="noStrike">
              <a:solidFill>
                <a:srgbClr val="58585b"/>
              </a:solidFill>
              <a:latin typeface="Arial"/>
            </a:endParaRPr>
          </a:p>
          <a:p>
            <a:pPr marL="285840" indent="-285840">
              <a:lnSpc>
                <a:spcPct val="100000"/>
              </a:lnSpc>
              <a:spcBef>
                <a:spcPts val="601"/>
              </a:spcBef>
              <a:spcAft>
                <a:spcPts val="601"/>
              </a:spcAft>
              <a:buClr>
                <a:srgbClr val="000000"/>
              </a:buClr>
              <a:buSzPct val="90000"/>
              <a:buFont typeface="Arial"/>
              <a:buChar char="•"/>
              <a:tabLst>
                <a:tab algn="l" pos="0"/>
              </a:tabLst>
            </a:pPr>
            <a:r>
              <a:rPr b="0" lang="en-US" sz="1600" spc="-1" strike="noStrike">
                <a:solidFill>
                  <a:srgbClr val="000000"/>
                </a:solidFill>
                <a:latin typeface="Arial"/>
                <a:ea typeface="ＭＳ Ｐゴシック"/>
              </a:rPr>
              <a:t>LLAs can be configured manually using the </a:t>
            </a:r>
            <a:r>
              <a:rPr b="1" lang="en-US" sz="1600" spc="-1" strike="noStrike">
                <a:solidFill>
                  <a:srgbClr val="000000"/>
                </a:solidFill>
                <a:latin typeface="Arial"/>
                <a:ea typeface="ＭＳ Ｐゴシック"/>
              </a:rPr>
              <a:t>ipv6 address</a:t>
            </a:r>
            <a:r>
              <a:rPr b="0" lang="en-US" sz="1600" spc="-1" strike="noStrike">
                <a:solidFill>
                  <a:srgbClr val="000000"/>
                </a:solidFill>
                <a:latin typeface="Arial"/>
                <a:ea typeface="ＭＳ Ｐゴシック"/>
              </a:rPr>
              <a:t> </a:t>
            </a:r>
            <a:r>
              <a:rPr b="0" i="1" lang="en-US" sz="1600" spc="-1" strike="noStrike">
                <a:solidFill>
                  <a:srgbClr val="000000"/>
                </a:solidFill>
                <a:latin typeface="Arial"/>
                <a:ea typeface="ＭＳ Ｐゴシック"/>
              </a:rPr>
              <a:t>ipv6-link-local-address</a:t>
            </a:r>
            <a:r>
              <a:rPr b="0" lang="en-US" sz="1600" spc="-1" strike="noStrike">
                <a:solidFill>
                  <a:srgbClr val="000000"/>
                </a:solidFill>
                <a:latin typeface="Arial"/>
                <a:ea typeface="ＭＳ Ｐゴシック"/>
              </a:rPr>
              <a:t> </a:t>
            </a:r>
            <a:r>
              <a:rPr b="1" lang="en-US" sz="1600" spc="-1" strike="noStrike">
                <a:solidFill>
                  <a:srgbClr val="000000"/>
                </a:solidFill>
                <a:latin typeface="Arial"/>
                <a:ea typeface="ＭＳ Ｐゴシック"/>
              </a:rPr>
              <a:t>link-local</a:t>
            </a:r>
            <a:r>
              <a:rPr b="0" lang="en-US" sz="1600" spc="-1" strike="noStrike">
                <a:solidFill>
                  <a:srgbClr val="000000"/>
                </a:solidFill>
                <a:latin typeface="Arial"/>
                <a:ea typeface="ＭＳ Ｐゴシック"/>
              </a:rPr>
              <a:t> command.</a:t>
            </a:r>
            <a:endParaRPr b="0" lang="en-US" sz="1600" spc="-1" strike="noStrike">
              <a:solidFill>
                <a:srgbClr val="58585b"/>
              </a:solidFill>
              <a:latin typeface="Arial"/>
            </a:endParaRPr>
          </a:p>
          <a:p>
            <a:pPr marL="285840" indent="-285840">
              <a:lnSpc>
                <a:spcPct val="100000"/>
              </a:lnSpc>
              <a:spcBef>
                <a:spcPts val="601"/>
              </a:spcBef>
              <a:spcAft>
                <a:spcPts val="601"/>
              </a:spcAft>
              <a:buClr>
                <a:srgbClr val="000000"/>
              </a:buClr>
              <a:buSzPct val="90000"/>
              <a:buFont typeface="Arial"/>
              <a:buChar char="•"/>
              <a:tabLst>
                <a:tab algn="l" pos="0"/>
              </a:tabLst>
            </a:pPr>
            <a:r>
              <a:rPr b="0" lang="en-US" sz="1600" spc="-1" strike="noStrike">
                <a:solidFill>
                  <a:srgbClr val="000000"/>
                </a:solidFill>
                <a:latin typeface="Arial"/>
                <a:ea typeface="ＭＳ Ｐゴシック"/>
              </a:rPr>
              <a:t>The example shows commands to configure a LLA on the G0/0/0 interface on R1</a:t>
            </a:r>
            <a:endParaRPr b="0" lang="en-US" sz="1600" spc="-1" strike="noStrike">
              <a:solidFill>
                <a:srgbClr val="58585b"/>
              </a:solidFill>
              <a:latin typeface="Arial"/>
            </a:endParaRPr>
          </a:p>
          <a:p>
            <a:pPr>
              <a:lnSpc>
                <a:spcPct val="100000"/>
              </a:lnSpc>
              <a:spcBef>
                <a:spcPts val="601"/>
              </a:spcBef>
              <a:spcAft>
                <a:spcPts val="601"/>
              </a:spcAft>
              <a:buNone/>
              <a:tabLst>
                <a:tab algn="l" pos="0"/>
              </a:tabLst>
            </a:pPr>
            <a:endParaRPr b="0" lang="en-US" sz="1600" spc="-1" strike="noStrike">
              <a:solidFill>
                <a:srgbClr val="58585b"/>
              </a:solidFill>
              <a:latin typeface="Arial"/>
            </a:endParaRPr>
          </a:p>
        </p:txBody>
      </p:sp>
      <p:sp>
        <p:nvSpPr>
          <p:cNvPr id="390" name="Rectangle 2"/>
          <p:cNvSpPr/>
          <p:nvPr/>
        </p:nvSpPr>
        <p:spPr>
          <a:xfrm>
            <a:off x="834480" y="2879280"/>
            <a:ext cx="4747320" cy="701280"/>
          </a:xfrm>
          <a:prstGeom prst="rect">
            <a:avLst/>
          </a:prstGeom>
          <a:solidFill>
            <a:srgbClr val="000000"/>
          </a:solidFill>
          <a:ln w="0">
            <a:noFill/>
          </a:ln>
        </p:spPr>
        <p:style>
          <a:lnRef idx="0"/>
          <a:fillRef idx="0"/>
          <a:effectRef idx="0"/>
          <a:fontRef idx="minor"/>
        </p:style>
        <p:txBody>
          <a:bodyPr numCol="1" spcCol="0" anchor="ctr">
            <a:spAutoFit/>
          </a:bodyPr>
          <a:p>
            <a:pPr>
              <a:lnSpc>
                <a:spcPct val="100000"/>
              </a:lnSpc>
              <a:buNone/>
              <a:tabLst>
                <a:tab algn="l" pos="0"/>
              </a:tabLst>
            </a:pPr>
            <a:r>
              <a:rPr b="0" lang="en-US" sz="1000" spc="-1" strike="noStrike">
                <a:solidFill>
                  <a:srgbClr val="ffffff"/>
                </a:solidFill>
                <a:latin typeface="Courier New"/>
                <a:ea typeface="ＭＳ Ｐゴシック"/>
              </a:rPr>
              <a:t>R1(config)# </a:t>
            </a:r>
            <a:r>
              <a:rPr b="1" lang="en-US" sz="1000" spc="-1" strike="noStrike">
                <a:solidFill>
                  <a:srgbClr val="ffffff"/>
                </a:solidFill>
                <a:latin typeface="Courier New"/>
                <a:ea typeface="ＭＳ Ｐゴシック"/>
              </a:rPr>
              <a:t>interface gigabitethernet 0/0/0</a:t>
            </a:r>
            <a:r>
              <a:rPr b="0" lang="en-US" sz="1000" spc="-1" strike="noStrike">
                <a:solidFill>
                  <a:srgbClr val="ffffff"/>
                </a:solidFill>
                <a:latin typeface="Courier New"/>
                <a:ea typeface="ＭＳ Ｐゴシック"/>
              </a:rPr>
              <a:t> </a:t>
            </a:r>
            <a:endParaRPr b="0" lang="en-JM" sz="1000" spc="-1" strike="noStrike">
              <a:latin typeface="Arial"/>
            </a:endParaRPr>
          </a:p>
          <a:p>
            <a:pPr>
              <a:lnSpc>
                <a:spcPct val="100000"/>
              </a:lnSpc>
              <a:buNone/>
              <a:tabLst>
                <a:tab algn="l" pos="0"/>
              </a:tabLst>
            </a:pPr>
            <a:r>
              <a:rPr b="0" lang="en-US" sz="1000" spc="-1" strike="noStrike">
                <a:solidFill>
                  <a:srgbClr val="ffffff"/>
                </a:solidFill>
                <a:latin typeface="Courier New"/>
                <a:ea typeface="ＭＳ Ｐゴシック"/>
              </a:rPr>
              <a:t>R1(config-if)# </a:t>
            </a:r>
            <a:r>
              <a:rPr b="1" lang="en-US" sz="1000" spc="-1" strike="noStrike">
                <a:solidFill>
                  <a:srgbClr val="ffffff"/>
                </a:solidFill>
                <a:latin typeface="Courier New"/>
                <a:ea typeface="ＭＳ Ｐゴシック"/>
              </a:rPr>
              <a:t>ipv6 address fe80::1:1 link-local</a:t>
            </a:r>
            <a:endParaRPr b="0" lang="en-JM" sz="1000" spc="-1" strike="noStrike">
              <a:latin typeface="Arial"/>
            </a:endParaRPr>
          </a:p>
          <a:p>
            <a:pPr>
              <a:lnSpc>
                <a:spcPct val="100000"/>
              </a:lnSpc>
              <a:buNone/>
              <a:tabLst>
                <a:tab algn="l" pos="0"/>
              </a:tabLst>
            </a:pPr>
            <a:r>
              <a:rPr b="0" lang="en-US" sz="1000" spc="-1" strike="noStrike">
                <a:solidFill>
                  <a:srgbClr val="ffffff"/>
                </a:solidFill>
                <a:latin typeface="Courier New"/>
                <a:ea typeface="ＭＳ Ｐゴシック"/>
              </a:rPr>
              <a:t>R1(config-if)# </a:t>
            </a:r>
            <a:r>
              <a:rPr b="1" lang="en-US" sz="1000" spc="-1" strike="noStrike">
                <a:solidFill>
                  <a:srgbClr val="ffffff"/>
                </a:solidFill>
                <a:latin typeface="Courier New"/>
                <a:ea typeface="ＭＳ Ｐゴシック"/>
              </a:rPr>
              <a:t>no shutdown</a:t>
            </a:r>
            <a:r>
              <a:rPr b="0" lang="en-US" sz="1000" spc="-1" strike="noStrike">
                <a:solidFill>
                  <a:srgbClr val="ffffff"/>
                </a:solidFill>
                <a:latin typeface="Courier New"/>
                <a:ea typeface="ＭＳ Ｐゴシック"/>
              </a:rPr>
              <a:t> </a:t>
            </a:r>
            <a:endParaRPr b="0" lang="en-JM" sz="1000" spc="-1" strike="noStrike">
              <a:latin typeface="Arial"/>
            </a:endParaRPr>
          </a:p>
          <a:p>
            <a:pPr>
              <a:lnSpc>
                <a:spcPct val="100000"/>
              </a:lnSpc>
              <a:buNone/>
              <a:tabLst>
                <a:tab algn="l" pos="0"/>
              </a:tabLst>
            </a:pPr>
            <a:r>
              <a:rPr b="0" lang="en-US" sz="1000" spc="-1" strike="noStrike">
                <a:solidFill>
                  <a:srgbClr val="ffffff"/>
                </a:solidFill>
                <a:latin typeface="Courier New"/>
                <a:ea typeface="ＭＳ Ｐゴシック"/>
              </a:rPr>
              <a:t>R1(config-if)# </a:t>
            </a:r>
            <a:r>
              <a:rPr b="1" lang="en-US" sz="1000" spc="-1" strike="noStrike">
                <a:solidFill>
                  <a:srgbClr val="ffffff"/>
                </a:solidFill>
                <a:latin typeface="Courier New"/>
                <a:ea typeface="ＭＳ Ｐゴシック"/>
              </a:rPr>
              <a:t>exit</a:t>
            </a:r>
            <a:r>
              <a:rPr b="0" lang="en-US" sz="1000" spc="-1" strike="noStrike">
                <a:solidFill>
                  <a:srgbClr val="ffffff"/>
                </a:solidFill>
                <a:latin typeface="Courier New"/>
                <a:ea typeface="ＭＳ Ｐゴシック"/>
              </a:rPr>
              <a:t> </a:t>
            </a:r>
            <a:endParaRPr b="0" lang="en-JM" sz="1000" spc="-1" strike="noStrike">
              <a:latin typeface="Arial"/>
            </a:endParaRPr>
          </a:p>
        </p:txBody>
      </p:sp>
      <p:sp>
        <p:nvSpPr>
          <p:cNvPr id="391" name="TextBox 7"/>
          <p:cNvSpPr/>
          <p:nvPr/>
        </p:nvSpPr>
        <p:spPr>
          <a:xfrm>
            <a:off x="794880" y="3837960"/>
            <a:ext cx="6755400" cy="7297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1400" spc="-1" strike="noStrike">
                <a:solidFill>
                  <a:srgbClr val="000000"/>
                </a:solidFill>
                <a:latin typeface="Arial"/>
                <a:ea typeface="ＭＳ Ｐゴシック"/>
              </a:rPr>
              <a:t>Note</a:t>
            </a:r>
            <a:r>
              <a:rPr b="0" lang="en-US" sz="1400" spc="-1" strike="noStrike">
                <a:solidFill>
                  <a:srgbClr val="000000"/>
                </a:solidFill>
                <a:latin typeface="Arial"/>
                <a:ea typeface="ＭＳ Ｐゴシック"/>
              </a:rPr>
              <a:t>: The same LLA can be configured on each link as long as it is unique on that link. Common practice is to create a different LLA on each interface of the router to make it easy to identify the router and the specific interface.</a:t>
            </a:r>
            <a:endParaRPr b="0" lang="en-JM" sz="1400" spc="-1" strike="noStrike">
              <a:latin typeface="Arial"/>
            </a:endParaRPr>
          </a:p>
        </p:txBody>
      </p:sp>
    </p:spTree>
  </p:cSld>
  <mc:AlternateContent>
    <mc:Choice Requires="p14">
      <p:transition spd="med" p14:dur="700">
        <p:fade/>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2" name="PlaceHolder 1"/>
          <p:cNvSpPr>
            <a:spLocks noGrp="1"/>
          </p:cNvSpPr>
          <p:nvPr>
            <p:ph type="title"/>
          </p:nvPr>
        </p:nvSpPr>
        <p:spPr>
          <a:xfrm>
            <a:off x="416520" y="1747440"/>
            <a:ext cx="8280000" cy="969840"/>
          </a:xfrm>
          <a:prstGeom prst="rect">
            <a:avLst/>
          </a:prstGeom>
          <a:noFill/>
          <a:ln w="0">
            <a:noFill/>
          </a:ln>
        </p:spPr>
        <p:txBody>
          <a:bodyPr numCol="1" spcCol="0" anchor="b">
            <a:noAutofit/>
          </a:bodyPr>
          <a:p>
            <a:pPr>
              <a:lnSpc>
                <a:spcPct val="90000"/>
              </a:lnSpc>
              <a:buNone/>
              <a:tabLst>
                <a:tab algn="l" pos="0"/>
              </a:tabLst>
            </a:pPr>
            <a:r>
              <a:rPr b="0" lang="en-US" sz="4600" spc="-1" strike="noStrike">
                <a:solidFill>
                  <a:srgbClr val="afe8fb"/>
                </a:solidFill>
                <a:latin typeface="Arial"/>
                <a:ea typeface="ＭＳ Ｐゴシック"/>
              </a:rPr>
              <a:t>12.5 Dynamic Addressing for IPv6 GUAs</a:t>
            </a:r>
            <a:endParaRPr b="0" lang="en-US" sz="4600" spc="-1" strike="noStrike">
              <a:solidFill>
                <a:srgbClr val="58585b"/>
              </a:solidFill>
              <a:latin typeface="Arial"/>
            </a:endParaRPr>
          </a:p>
        </p:txBody>
      </p:sp>
    </p:spTree>
  </p:cSld>
  <p:transition spd="slow">
    <p:wipe dir="l"/>
  </p:transition>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3"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Dynamic Addressing for IPv6 GUAs</a:t>
            </a:r>
            <a:br/>
            <a:r>
              <a:rPr b="0" lang="en-US" sz="2400" spc="-1" strike="noStrike">
                <a:solidFill>
                  <a:srgbClr val="004c69"/>
                </a:solidFill>
                <a:latin typeface="Arial"/>
                <a:ea typeface="ＭＳ Ｐゴシック"/>
              </a:rPr>
              <a:t>RS and RA Messages</a:t>
            </a:r>
            <a:endParaRPr b="0" lang="en-US" sz="2400" spc="-1" strike="noStrike">
              <a:solidFill>
                <a:srgbClr val="58585b"/>
              </a:solidFill>
              <a:latin typeface="Arial"/>
            </a:endParaRPr>
          </a:p>
        </p:txBody>
      </p:sp>
      <p:sp>
        <p:nvSpPr>
          <p:cNvPr id="394" name="PlaceHolder 2"/>
          <p:cNvSpPr>
            <a:spLocks noGrp="1"/>
          </p:cNvSpPr>
          <p:nvPr>
            <p:ph/>
          </p:nvPr>
        </p:nvSpPr>
        <p:spPr>
          <a:xfrm>
            <a:off x="431640" y="731880"/>
            <a:ext cx="8134920" cy="3560760"/>
          </a:xfrm>
          <a:prstGeom prst="rect">
            <a:avLst/>
          </a:prstGeom>
          <a:noFill/>
          <a:ln w="0">
            <a:noFill/>
          </a:ln>
        </p:spPr>
        <p:txBody>
          <a:bodyPr anchor="t">
            <a:noAutofit/>
          </a:bodyPr>
          <a:p>
            <a:pPr>
              <a:lnSpc>
                <a:spcPct val="100000"/>
              </a:lnSpc>
              <a:spcBef>
                <a:spcPts val="601"/>
              </a:spcBef>
              <a:spcAft>
                <a:spcPts val="601"/>
              </a:spcAft>
              <a:buNone/>
              <a:tabLst>
                <a:tab algn="l" pos="0"/>
              </a:tabLst>
            </a:pPr>
            <a:r>
              <a:rPr b="0" lang="en-US" sz="1600" spc="-1" strike="noStrike">
                <a:solidFill>
                  <a:srgbClr val="000000"/>
                </a:solidFill>
                <a:latin typeface="Arial"/>
                <a:ea typeface="ＭＳ Ｐゴシック"/>
              </a:rPr>
              <a:t>Devices obtain GUA addresses dynamically through Internet Control Message Protocol version 6 (ICMPv6) messages.</a:t>
            </a:r>
            <a:endParaRPr b="0" lang="en-US" sz="1600" spc="-1" strike="noStrike">
              <a:solidFill>
                <a:srgbClr val="58585b"/>
              </a:solidFill>
              <a:latin typeface="Arial"/>
            </a:endParaRPr>
          </a:p>
          <a:p>
            <a:pPr lvl="1" marL="358920" indent="-216000">
              <a:lnSpc>
                <a:spcPct val="100000"/>
              </a:lnSpc>
              <a:spcBef>
                <a:spcPts val="300"/>
              </a:spcBef>
              <a:spcAft>
                <a:spcPts val="300"/>
              </a:spcAft>
              <a:buClr>
                <a:srgbClr val="58585b"/>
              </a:buClr>
              <a:buSzPct val="90000"/>
              <a:buFont typeface="Arial"/>
              <a:buChar char="•"/>
              <a:tabLst>
                <a:tab algn="l" pos="0"/>
              </a:tabLst>
            </a:pPr>
            <a:r>
              <a:rPr b="0" lang="en-US" sz="1600" spc="-1" strike="noStrike">
                <a:solidFill>
                  <a:srgbClr val="000000"/>
                </a:solidFill>
                <a:latin typeface="Arial"/>
                <a:ea typeface="ＭＳ Ｐゴシック"/>
              </a:rPr>
              <a:t>Router Solicitation (RS) messages are sent by host devices to discover IPv6 routers</a:t>
            </a:r>
            <a:endParaRPr b="0" lang="en-US" sz="1600" spc="-1" strike="noStrike">
              <a:solidFill>
                <a:srgbClr val="58585b"/>
              </a:solidFill>
              <a:latin typeface="Arial"/>
            </a:endParaRPr>
          </a:p>
          <a:p>
            <a:pPr lvl="1" marL="358920" indent="-216000">
              <a:lnSpc>
                <a:spcPct val="100000"/>
              </a:lnSpc>
              <a:spcBef>
                <a:spcPts val="300"/>
              </a:spcBef>
              <a:spcAft>
                <a:spcPts val="300"/>
              </a:spcAft>
              <a:buClr>
                <a:srgbClr val="58585b"/>
              </a:buClr>
              <a:buSzPct val="90000"/>
              <a:buFont typeface="Arial"/>
              <a:buChar char="•"/>
              <a:tabLst>
                <a:tab algn="l" pos="0"/>
              </a:tabLst>
            </a:pPr>
            <a:r>
              <a:rPr b="0" lang="en-US" sz="1600" spc="-1" strike="noStrike">
                <a:solidFill>
                  <a:srgbClr val="000000"/>
                </a:solidFill>
                <a:latin typeface="Arial"/>
                <a:ea typeface="ＭＳ Ｐゴシック"/>
              </a:rPr>
              <a:t>Router Advertisement (RA) messages are sent by routers to inform hosts on how to obtain an IPv6 GUA and provide useful network information such as:</a:t>
            </a:r>
            <a:endParaRPr b="0" lang="en-US" sz="1600" spc="-1" strike="noStrike">
              <a:solidFill>
                <a:srgbClr val="58585b"/>
              </a:solidFill>
              <a:latin typeface="Arial"/>
            </a:endParaRPr>
          </a:p>
          <a:p>
            <a:pPr lvl="2" marL="431640" indent="-169920">
              <a:lnSpc>
                <a:spcPct val="100000"/>
              </a:lnSpc>
              <a:spcBef>
                <a:spcPts val="300"/>
              </a:spcBef>
              <a:spcAft>
                <a:spcPts val="300"/>
              </a:spcAft>
              <a:buClr>
                <a:srgbClr val="000000"/>
              </a:buClr>
              <a:buSzPct val="90000"/>
              <a:buFont typeface="Arial"/>
              <a:buChar char="•"/>
              <a:tabLst>
                <a:tab algn="l" pos="0"/>
              </a:tabLst>
            </a:pPr>
            <a:r>
              <a:rPr b="0" lang="en-US" sz="1600" spc="-1" strike="noStrike">
                <a:solidFill>
                  <a:srgbClr val="000000"/>
                </a:solidFill>
                <a:latin typeface="Arial"/>
                <a:ea typeface="ＭＳ Ｐゴシック"/>
              </a:rPr>
              <a:t>Network prefix and prefix length</a:t>
            </a:r>
            <a:endParaRPr b="0" lang="en-US" sz="1600" spc="-1" strike="noStrike">
              <a:solidFill>
                <a:srgbClr val="58585b"/>
              </a:solidFill>
              <a:latin typeface="Arial"/>
            </a:endParaRPr>
          </a:p>
          <a:p>
            <a:pPr lvl="2" marL="431640" indent="-169920">
              <a:lnSpc>
                <a:spcPct val="100000"/>
              </a:lnSpc>
              <a:spcBef>
                <a:spcPts val="300"/>
              </a:spcBef>
              <a:spcAft>
                <a:spcPts val="300"/>
              </a:spcAft>
              <a:buClr>
                <a:srgbClr val="000000"/>
              </a:buClr>
              <a:buSzPct val="90000"/>
              <a:buFont typeface="Arial"/>
              <a:buChar char="•"/>
              <a:tabLst>
                <a:tab algn="l" pos="0"/>
              </a:tabLst>
            </a:pPr>
            <a:r>
              <a:rPr b="0" lang="en-US" sz="1600" spc="-1" strike="noStrike">
                <a:solidFill>
                  <a:srgbClr val="000000"/>
                </a:solidFill>
                <a:latin typeface="Arial"/>
                <a:ea typeface="ＭＳ Ｐゴシック"/>
              </a:rPr>
              <a:t>Default gateway address</a:t>
            </a:r>
            <a:endParaRPr b="0" lang="en-US" sz="1600" spc="-1" strike="noStrike">
              <a:solidFill>
                <a:srgbClr val="58585b"/>
              </a:solidFill>
              <a:latin typeface="Arial"/>
            </a:endParaRPr>
          </a:p>
          <a:p>
            <a:pPr lvl="2" marL="431640" indent="-169920">
              <a:lnSpc>
                <a:spcPct val="100000"/>
              </a:lnSpc>
              <a:spcBef>
                <a:spcPts val="300"/>
              </a:spcBef>
              <a:spcAft>
                <a:spcPts val="300"/>
              </a:spcAft>
              <a:buClr>
                <a:srgbClr val="000000"/>
              </a:buClr>
              <a:buSzPct val="90000"/>
              <a:buFont typeface="Arial"/>
              <a:buChar char="•"/>
              <a:tabLst>
                <a:tab algn="l" pos="0"/>
              </a:tabLst>
            </a:pPr>
            <a:r>
              <a:rPr b="0" lang="en-US" sz="1600" spc="-1" strike="noStrike">
                <a:solidFill>
                  <a:srgbClr val="000000"/>
                </a:solidFill>
                <a:latin typeface="Arial"/>
                <a:ea typeface="ＭＳ Ｐゴシック"/>
              </a:rPr>
              <a:t>DNS addresses and domain name</a:t>
            </a:r>
            <a:endParaRPr b="0" lang="en-US" sz="1600" spc="-1" strike="noStrike">
              <a:solidFill>
                <a:srgbClr val="58585b"/>
              </a:solidFill>
              <a:latin typeface="Arial"/>
            </a:endParaRPr>
          </a:p>
          <a:p>
            <a:pPr lvl="1" marL="358920" indent="-216000">
              <a:lnSpc>
                <a:spcPct val="100000"/>
              </a:lnSpc>
              <a:spcBef>
                <a:spcPts val="300"/>
              </a:spcBef>
              <a:spcAft>
                <a:spcPts val="300"/>
              </a:spcAft>
              <a:buClr>
                <a:srgbClr val="58585b"/>
              </a:buClr>
              <a:buSzPct val="90000"/>
              <a:buFont typeface="Arial"/>
              <a:buChar char="•"/>
              <a:tabLst>
                <a:tab algn="l" pos="0"/>
              </a:tabLst>
            </a:pPr>
            <a:r>
              <a:rPr b="0" lang="en-US" sz="1600" spc="-1" strike="noStrike">
                <a:solidFill>
                  <a:srgbClr val="000000"/>
                </a:solidFill>
                <a:latin typeface="Arial"/>
                <a:ea typeface="ＭＳ Ｐゴシック"/>
              </a:rPr>
              <a:t>The RA can provide three methods for configuring an IPv6 GUA :</a:t>
            </a:r>
            <a:endParaRPr b="0" lang="en-US" sz="1600" spc="-1" strike="noStrike">
              <a:solidFill>
                <a:srgbClr val="58585b"/>
              </a:solidFill>
              <a:latin typeface="Arial"/>
            </a:endParaRPr>
          </a:p>
          <a:p>
            <a:pPr lvl="2" marL="431640" indent="-169920">
              <a:lnSpc>
                <a:spcPct val="100000"/>
              </a:lnSpc>
              <a:spcBef>
                <a:spcPts val="300"/>
              </a:spcBef>
              <a:spcAft>
                <a:spcPts val="300"/>
              </a:spcAft>
              <a:buClr>
                <a:srgbClr val="000000"/>
              </a:buClr>
              <a:buSzPct val="90000"/>
              <a:buFont typeface="Arial"/>
              <a:buChar char="•"/>
              <a:tabLst>
                <a:tab algn="l" pos="0"/>
              </a:tabLst>
            </a:pPr>
            <a:r>
              <a:rPr b="0" lang="en-US" sz="1600" spc="-1" strike="noStrike">
                <a:solidFill>
                  <a:srgbClr val="000000"/>
                </a:solidFill>
                <a:latin typeface="Arial"/>
                <a:ea typeface="ＭＳ Ｐゴシック"/>
              </a:rPr>
              <a:t>SLAAC</a:t>
            </a:r>
            <a:endParaRPr b="0" lang="en-US" sz="1600" spc="-1" strike="noStrike">
              <a:solidFill>
                <a:srgbClr val="58585b"/>
              </a:solidFill>
              <a:latin typeface="Arial"/>
            </a:endParaRPr>
          </a:p>
          <a:p>
            <a:pPr lvl="2" marL="431640" indent="-169920">
              <a:lnSpc>
                <a:spcPct val="100000"/>
              </a:lnSpc>
              <a:spcBef>
                <a:spcPts val="300"/>
              </a:spcBef>
              <a:spcAft>
                <a:spcPts val="300"/>
              </a:spcAft>
              <a:buClr>
                <a:srgbClr val="000000"/>
              </a:buClr>
              <a:buSzPct val="90000"/>
              <a:buFont typeface="Arial"/>
              <a:buChar char="•"/>
              <a:tabLst>
                <a:tab algn="l" pos="0"/>
              </a:tabLst>
            </a:pPr>
            <a:r>
              <a:rPr b="0" lang="en-US" sz="1600" spc="-1" strike="noStrike">
                <a:solidFill>
                  <a:srgbClr val="000000"/>
                </a:solidFill>
                <a:latin typeface="Arial"/>
                <a:ea typeface="ＭＳ Ｐゴシック"/>
              </a:rPr>
              <a:t>SLAAC with stateless DHCPv6 server</a:t>
            </a:r>
            <a:endParaRPr b="0" lang="en-US" sz="1600" spc="-1" strike="noStrike">
              <a:solidFill>
                <a:srgbClr val="58585b"/>
              </a:solidFill>
              <a:latin typeface="Arial"/>
            </a:endParaRPr>
          </a:p>
          <a:p>
            <a:pPr lvl="2" marL="431640" indent="-169920">
              <a:lnSpc>
                <a:spcPct val="100000"/>
              </a:lnSpc>
              <a:spcBef>
                <a:spcPts val="300"/>
              </a:spcBef>
              <a:spcAft>
                <a:spcPts val="300"/>
              </a:spcAft>
              <a:buClr>
                <a:srgbClr val="000000"/>
              </a:buClr>
              <a:buSzPct val="90000"/>
              <a:buFont typeface="Arial"/>
              <a:buChar char="•"/>
              <a:tabLst>
                <a:tab algn="l" pos="0"/>
              </a:tabLst>
            </a:pPr>
            <a:r>
              <a:rPr b="0" lang="en-US" sz="1600" spc="-1" strike="noStrike">
                <a:solidFill>
                  <a:srgbClr val="000000"/>
                </a:solidFill>
                <a:latin typeface="Arial"/>
                <a:ea typeface="ＭＳ Ｐゴシック"/>
              </a:rPr>
              <a:t>Stateful DHCPv6 (no SLAAC)</a:t>
            </a:r>
            <a:endParaRPr b="0" lang="en-US" sz="1600" spc="-1" strike="noStrike">
              <a:solidFill>
                <a:srgbClr val="58585b"/>
              </a:solidFill>
              <a:latin typeface="Arial"/>
            </a:endParaRPr>
          </a:p>
          <a:p>
            <a:endParaRPr b="0" lang="en-US" sz="1600" spc="-1" strike="noStrike">
              <a:solidFill>
                <a:srgbClr val="58585b"/>
              </a:solidFill>
              <a:latin typeface="Arial"/>
            </a:endParaRPr>
          </a:p>
          <a:p>
            <a:pPr>
              <a:lnSpc>
                <a:spcPct val="100000"/>
              </a:lnSpc>
              <a:spcBef>
                <a:spcPts val="601"/>
              </a:spcBef>
              <a:spcAft>
                <a:spcPts val="601"/>
              </a:spcAft>
              <a:buNone/>
              <a:tabLst>
                <a:tab algn="l" pos="0"/>
              </a:tabLst>
            </a:pPr>
            <a:endParaRPr b="0" lang="en-US" sz="1600" spc="-1" strike="noStrike">
              <a:solidFill>
                <a:srgbClr val="58585b"/>
              </a:solidFill>
              <a:latin typeface="Arial"/>
            </a:endParaRPr>
          </a:p>
          <a:p>
            <a:pPr>
              <a:lnSpc>
                <a:spcPct val="100000"/>
              </a:lnSpc>
              <a:spcBef>
                <a:spcPts val="601"/>
              </a:spcBef>
              <a:spcAft>
                <a:spcPts val="601"/>
              </a:spcAft>
              <a:buNone/>
              <a:tabLst>
                <a:tab algn="l" pos="0"/>
              </a:tabLst>
            </a:pPr>
            <a:endParaRPr b="0" lang="en-US" sz="1600" spc="-1" strike="noStrike">
              <a:solidFill>
                <a:srgbClr val="58585b"/>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5"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Dynamic Addressing for IPv6 GUAs</a:t>
            </a:r>
            <a:br/>
            <a:r>
              <a:rPr b="0" lang="en-US" sz="2400" spc="-1" strike="noStrike">
                <a:solidFill>
                  <a:srgbClr val="004c69"/>
                </a:solidFill>
                <a:latin typeface="Arial"/>
                <a:ea typeface="ＭＳ Ｐゴシック"/>
              </a:rPr>
              <a:t>Method 1: SLAAC</a:t>
            </a:r>
            <a:endParaRPr b="0" lang="en-US" sz="2400" spc="-1" strike="noStrike">
              <a:solidFill>
                <a:srgbClr val="58585b"/>
              </a:solidFill>
              <a:latin typeface="Arial"/>
            </a:endParaRPr>
          </a:p>
        </p:txBody>
      </p:sp>
      <p:sp>
        <p:nvSpPr>
          <p:cNvPr id="396" name="PlaceHolder 2"/>
          <p:cNvSpPr>
            <a:spLocks noGrp="1"/>
          </p:cNvSpPr>
          <p:nvPr>
            <p:ph/>
          </p:nvPr>
        </p:nvSpPr>
        <p:spPr>
          <a:xfrm>
            <a:off x="431640" y="1035000"/>
            <a:ext cx="8134920" cy="1654560"/>
          </a:xfrm>
          <a:prstGeom prst="rect">
            <a:avLst/>
          </a:prstGeom>
          <a:noFill/>
          <a:ln w="0">
            <a:noFill/>
          </a:ln>
        </p:spPr>
        <p:txBody>
          <a:bodyPr anchor="t">
            <a:noAutofit/>
          </a:bodyPr>
          <a:p>
            <a:pPr marL="169920" indent="-169920">
              <a:lnSpc>
                <a:spcPct val="100000"/>
              </a:lnSpc>
              <a:spcBef>
                <a:spcPts val="601"/>
              </a:spcBef>
              <a:spcAft>
                <a:spcPts val="601"/>
              </a:spcAft>
              <a:buClr>
                <a:srgbClr val="000000"/>
              </a:buClr>
              <a:buSzPct val="90000"/>
              <a:buFont typeface="Arial"/>
              <a:buChar char="•"/>
            </a:pPr>
            <a:r>
              <a:rPr b="0" lang="en-US" sz="1600" spc="-1" strike="noStrike">
                <a:solidFill>
                  <a:srgbClr val="000000"/>
                </a:solidFill>
                <a:latin typeface="Arial"/>
                <a:ea typeface="ＭＳ Ｐゴシック"/>
              </a:rPr>
              <a:t>SLAAC allows a device to configure a GUA without the services of DHCPv6. </a:t>
            </a:r>
            <a:endParaRPr b="0" lang="en-US" sz="1600" spc="-1" strike="noStrike">
              <a:solidFill>
                <a:srgbClr val="58585b"/>
              </a:solidFill>
              <a:latin typeface="Arial"/>
            </a:endParaRPr>
          </a:p>
          <a:p>
            <a:pPr marL="169920" indent="-169920">
              <a:lnSpc>
                <a:spcPct val="100000"/>
              </a:lnSpc>
              <a:spcBef>
                <a:spcPts val="601"/>
              </a:spcBef>
              <a:spcAft>
                <a:spcPts val="601"/>
              </a:spcAft>
              <a:buClr>
                <a:srgbClr val="000000"/>
              </a:buClr>
              <a:buSzPct val="90000"/>
              <a:buFont typeface="Arial"/>
              <a:buChar char="•"/>
            </a:pPr>
            <a:r>
              <a:rPr b="0" lang="en-US" sz="1600" spc="-1" strike="noStrike">
                <a:solidFill>
                  <a:srgbClr val="000000"/>
                </a:solidFill>
                <a:latin typeface="Arial"/>
                <a:ea typeface="ＭＳ Ｐゴシック"/>
              </a:rPr>
              <a:t>Devices obtain the necessary information to configure a GUA from the ICMPv6 RA messages of the local router.</a:t>
            </a:r>
            <a:endParaRPr b="0" lang="en-US" sz="1600" spc="-1" strike="noStrike">
              <a:solidFill>
                <a:srgbClr val="58585b"/>
              </a:solidFill>
              <a:latin typeface="Arial"/>
            </a:endParaRPr>
          </a:p>
          <a:p>
            <a:pPr marL="169920" indent="-169920">
              <a:lnSpc>
                <a:spcPct val="100000"/>
              </a:lnSpc>
              <a:spcBef>
                <a:spcPts val="601"/>
              </a:spcBef>
              <a:spcAft>
                <a:spcPts val="601"/>
              </a:spcAft>
              <a:buClr>
                <a:srgbClr val="000000"/>
              </a:buClr>
              <a:buSzPct val="90000"/>
              <a:buFont typeface="Arial"/>
              <a:buChar char="•"/>
            </a:pPr>
            <a:r>
              <a:rPr b="0" lang="en-US" sz="1600" spc="-1" strike="noStrike">
                <a:solidFill>
                  <a:srgbClr val="000000"/>
                </a:solidFill>
                <a:latin typeface="Arial"/>
                <a:ea typeface="ＭＳ Ｐゴシック"/>
              </a:rPr>
              <a:t>The prefix is provided by the RA and the device uses either the EUI-64 or random generation method to create an interface ID.</a:t>
            </a:r>
            <a:endParaRPr b="0" lang="en-US" sz="1600" spc="-1" strike="noStrike">
              <a:solidFill>
                <a:srgbClr val="58585b"/>
              </a:solidFill>
              <a:latin typeface="Arial"/>
            </a:endParaRPr>
          </a:p>
          <a:p>
            <a:pPr>
              <a:lnSpc>
                <a:spcPct val="100000"/>
              </a:lnSpc>
              <a:spcBef>
                <a:spcPts val="601"/>
              </a:spcBef>
              <a:spcAft>
                <a:spcPts val="601"/>
              </a:spcAft>
              <a:buNone/>
            </a:pPr>
            <a:endParaRPr b="0" lang="en-US" sz="1600" spc="-1" strike="noStrike">
              <a:solidFill>
                <a:srgbClr val="58585b"/>
              </a:solidFill>
              <a:latin typeface="Arial"/>
            </a:endParaRPr>
          </a:p>
          <a:p>
            <a:pPr>
              <a:lnSpc>
                <a:spcPct val="100000"/>
              </a:lnSpc>
              <a:spcBef>
                <a:spcPts val="601"/>
              </a:spcBef>
              <a:spcAft>
                <a:spcPts val="601"/>
              </a:spcAft>
              <a:buNone/>
            </a:pPr>
            <a:endParaRPr b="0" lang="en-US" sz="1600" spc="-1" strike="noStrike">
              <a:solidFill>
                <a:srgbClr val="58585b"/>
              </a:solidFill>
              <a:latin typeface="Arial"/>
            </a:endParaRPr>
          </a:p>
        </p:txBody>
      </p:sp>
      <p:pic>
        <p:nvPicPr>
          <p:cNvPr id="397" name="Picture 3" descr=""/>
          <p:cNvPicPr/>
          <p:nvPr/>
        </p:nvPicPr>
        <p:blipFill>
          <a:blip r:embed="rId1"/>
          <a:stretch/>
        </p:blipFill>
        <p:spPr>
          <a:xfrm>
            <a:off x="1659960" y="2849760"/>
            <a:ext cx="5060880" cy="171648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8"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Dynamic Addressing for IPv6 GUAs</a:t>
            </a:r>
            <a:br/>
            <a:r>
              <a:rPr b="0" lang="en-US" sz="2400" spc="-1" strike="noStrike">
                <a:solidFill>
                  <a:srgbClr val="004c69"/>
                </a:solidFill>
                <a:latin typeface="Arial"/>
                <a:ea typeface="ＭＳ Ｐゴシック"/>
              </a:rPr>
              <a:t>Method 2: SLAAC and Stateless DHCP</a:t>
            </a:r>
            <a:endParaRPr b="0" lang="en-US" sz="2400" spc="-1" strike="noStrike">
              <a:solidFill>
                <a:srgbClr val="58585b"/>
              </a:solidFill>
              <a:latin typeface="Arial"/>
            </a:endParaRPr>
          </a:p>
        </p:txBody>
      </p:sp>
      <p:sp>
        <p:nvSpPr>
          <p:cNvPr id="399" name="PlaceHolder 2"/>
          <p:cNvSpPr>
            <a:spLocks noGrp="1"/>
          </p:cNvSpPr>
          <p:nvPr>
            <p:ph/>
          </p:nvPr>
        </p:nvSpPr>
        <p:spPr>
          <a:xfrm>
            <a:off x="431640" y="1035000"/>
            <a:ext cx="8134920" cy="2403000"/>
          </a:xfrm>
          <a:prstGeom prst="rect">
            <a:avLst/>
          </a:prstGeom>
          <a:noFill/>
          <a:ln w="0">
            <a:noFill/>
          </a:ln>
        </p:spPr>
        <p:txBody>
          <a:bodyPr anchor="t">
            <a:noAutofit/>
          </a:bodyPr>
          <a:p>
            <a:pPr>
              <a:lnSpc>
                <a:spcPct val="100000"/>
              </a:lnSpc>
              <a:spcBef>
                <a:spcPts val="601"/>
              </a:spcBef>
              <a:spcAft>
                <a:spcPts val="601"/>
              </a:spcAft>
              <a:buNone/>
              <a:tabLst>
                <a:tab algn="l" pos="0"/>
              </a:tabLst>
            </a:pPr>
            <a:r>
              <a:rPr b="0" lang="en-US" sz="1600" spc="-1" strike="noStrike">
                <a:solidFill>
                  <a:srgbClr val="000000"/>
                </a:solidFill>
                <a:latin typeface="Arial"/>
                <a:ea typeface="ＭＳ Ｐゴシック"/>
              </a:rPr>
              <a:t>An RA can instruct a device to use both SLAAC and stateless DHCPv6. </a:t>
            </a:r>
            <a:endParaRPr b="0" lang="en-US" sz="1600" spc="-1" strike="noStrike">
              <a:solidFill>
                <a:srgbClr val="58585b"/>
              </a:solidFill>
              <a:latin typeface="Arial"/>
            </a:endParaRPr>
          </a:p>
          <a:p>
            <a:pPr>
              <a:lnSpc>
                <a:spcPct val="100000"/>
              </a:lnSpc>
              <a:spcBef>
                <a:spcPts val="601"/>
              </a:spcBef>
              <a:spcAft>
                <a:spcPts val="601"/>
              </a:spcAft>
              <a:buNone/>
              <a:tabLst>
                <a:tab algn="l" pos="0"/>
              </a:tabLst>
            </a:pPr>
            <a:r>
              <a:rPr b="0" lang="en-US" sz="1600" spc="-1" strike="noStrike">
                <a:solidFill>
                  <a:srgbClr val="000000"/>
                </a:solidFill>
                <a:latin typeface="Arial"/>
                <a:ea typeface="ＭＳ Ｐゴシック"/>
              </a:rPr>
              <a:t>The RA message suggests devices use the following:</a:t>
            </a:r>
            <a:endParaRPr b="0" lang="en-US" sz="1600" spc="-1" strike="noStrike">
              <a:solidFill>
                <a:srgbClr val="58585b"/>
              </a:solidFill>
              <a:latin typeface="Arial"/>
            </a:endParaRPr>
          </a:p>
          <a:p>
            <a:pPr lvl="2" marL="316080" indent="-169920">
              <a:lnSpc>
                <a:spcPct val="95000"/>
              </a:lnSpc>
              <a:spcBef>
                <a:spcPts val="624"/>
              </a:spcBef>
              <a:spcAft>
                <a:spcPts val="601"/>
              </a:spcAft>
              <a:buClr>
                <a:srgbClr val="000000"/>
              </a:buClr>
              <a:buSzPct val="90000"/>
              <a:buFont typeface="Arial"/>
              <a:buChar char="•"/>
              <a:tabLst>
                <a:tab algn="l" pos="0"/>
              </a:tabLst>
            </a:pPr>
            <a:r>
              <a:rPr b="0" lang="en-US" sz="1600" spc="-1" strike="noStrike">
                <a:solidFill>
                  <a:srgbClr val="000000"/>
                </a:solidFill>
                <a:latin typeface="Arial"/>
                <a:ea typeface="ＭＳ Ｐゴシック"/>
              </a:rPr>
              <a:t>SLAAC to create its own IPv6 GUA</a:t>
            </a:r>
            <a:endParaRPr b="0" lang="en-US" sz="1600" spc="-1" strike="noStrike">
              <a:solidFill>
                <a:srgbClr val="58585b"/>
              </a:solidFill>
              <a:latin typeface="Arial"/>
            </a:endParaRPr>
          </a:p>
          <a:p>
            <a:pPr lvl="2" marL="316080" indent="-169920">
              <a:lnSpc>
                <a:spcPct val="95000"/>
              </a:lnSpc>
              <a:spcBef>
                <a:spcPts val="624"/>
              </a:spcBef>
              <a:spcAft>
                <a:spcPts val="601"/>
              </a:spcAft>
              <a:buClr>
                <a:srgbClr val="000000"/>
              </a:buClr>
              <a:buSzPct val="90000"/>
              <a:buFont typeface="Arial"/>
              <a:buChar char="•"/>
              <a:tabLst>
                <a:tab algn="l" pos="0"/>
              </a:tabLst>
            </a:pPr>
            <a:r>
              <a:rPr b="0" lang="en-US" sz="1600" spc="-1" strike="noStrike">
                <a:solidFill>
                  <a:srgbClr val="000000"/>
                </a:solidFill>
                <a:latin typeface="Arial"/>
                <a:ea typeface="ＭＳ Ｐゴシック"/>
              </a:rPr>
              <a:t>The router LLA, which is the RA source IPv6 address, as the default gateway address</a:t>
            </a:r>
            <a:endParaRPr b="0" lang="en-US" sz="1600" spc="-1" strike="noStrike">
              <a:solidFill>
                <a:srgbClr val="58585b"/>
              </a:solidFill>
              <a:latin typeface="Arial"/>
            </a:endParaRPr>
          </a:p>
          <a:p>
            <a:pPr lvl="2" marL="316080" indent="-169920">
              <a:lnSpc>
                <a:spcPct val="95000"/>
              </a:lnSpc>
              <a:spcBef>
                <a:spcPts val="624"/>
              </a:spcBef>
              <a:spcAft>
                <a:spcPts val="601"/>
              </a:spcAft>
              <a:buClr>
                <a:srgbClr val="000000"/>
              </a:buClr>
              <a:buSzPct val="90000"/>
              <a:buFont typeface="Arial"/>
              <a:buChar char="•"/>
              <a:tabLst>
                <a:tab algn="l" pos="0"/>
              </a:tabLst>
            </a:pPr>
            <a:r>
              <a:rPr b="0" lang="en-US" sz="1600" spc="-1" strike="noStrike">
                <a:solidFill>
                  <a:srgbClr val="000000"/>
                </a:solidFill>
                <a:latin typeface="Arial"/>
                <a:ea typeface="ＭＳ Ｐゴシック"/>
              </a:rPr>
              <a:t>A stateless DHCPv6 server to obtain other information such as a DNS server address and a domain name</a:t>
            </a:r>
            <a:endParaRPr b="0" lang="en-US" sz="1600" spc="-1" strike="noStrike">
              <a:solidFill>
                <a:srgbClr val="58585b"/>
              </a:solidFill>
              <a:latin typeface="Arial"/>
            </a:endParaRPr>
          </a:p>
          <a:p>
            <a:endParaRPr b="0" lang="en-US" sz="1600" spc="-1" strike="noStrike">
              <a:solidFill>
                <a:srgbClr val="58585b"/>
              </a:solidFill>
              <a:latin typeface="Arial"/>
            </a:endParaRPr>
          </a:p>
          <a:p>
            <a:pPr>
              <a:lnSpc>
                <a:spcPct val="100000"/>
              </a:lnSpc>
              <a:spcBef>
                <a:spcPts val="601"/>
              </a:spcBef>
              <a:spcAft>
                <a:spcPts val="601"/>
              </a:spcAft>
              <a:buNone/>
              <a:tabLst>
                <a:tab algn="l" pos="0"/>
              </a:tabLst>
            </a:pPr>
            <a:endParaRPr b="0" lang="en-US" sz="1600" spc="-1" strike="noStrike">
              <a:solidFill>
                <a:srgbClr val="58585b"/>
              </a:solidFill>
              <a:latin typeface="Arial"/>
            </a:endParaRPr>
          </a:p>
        </p:txBody>
      </p:sp>
      <p:pic>
        <p:nvPicPr>
          <p:cNvPr id="400" name="Picture 1" descr=""/>
          <p:cNvPicPr/>
          <p:nvPr/>
        </p:nvPicPr>
        <p:blipFill>
          <a:blip r:embed="rId1"/>
          <a:stretch/>
        </p:blipFill>
        <p:spPr>
          <a:xfrm>
            <a:off x="2426040" y="3438360"/>
            <a:ext cx="3612960" cy="155952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1"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Dynamic Addressing for IPv6 GUAs</a:t>
            </a:r>
            <a:br/>
            <a:r>
              <a:rPr b="0" lang="en-US" sz="2400" spc="-1" strike="noStrike">
                <a:solidFill>
                  <a:srgbClr val="004c69"/>
                </a:solidFill>
                <a:latin typeface="Arial"/>
                <a:ea typeface="ＭＳ Ｐゴシック"/>
              </a:rPr>
              <a:t>Method 3: Stateful DHCPv6</a:t>
            </a:r>
            <a:endParaRPr b="0" lang="en-US" sz="2400" spc="-1" strike="noStrike">
              <a:solidFill>
                <a:srgbClr val="58585b"/>
              </a:solidFill>
              <a:latin typeface="Arial"/>
            </a:endParaRPr>
          </a:p>
        </p:txBody>
      </p:sp>
      <p:sp>
        <p:nvSpPr>
          <p:cNvPr id="402" name="PlaceHolder 2"/>
          <p:cNvSpPr>
            <a:spLocks noGrp="1"/>
          </p:cNvSpPr>
          <p:nvPr>
            <p:ph/>
          </p:nvPr>
        </p:nvSpPr>
        <p:spPr>
          <a:xfrm>
            <a:off x="423360" y="620640"/>
            <a:ext cx="8134920" cy="2630160"/>
          </a:xfrm>
          <a:prstGeom prst="rect">
            <a:avLst/>
          </a:prstGeom>
          <a:noFill/>
          <a:ln w="0">
            <a:noFill/>
          </a:ln>
        </p:spPr>
        <p:txBody>
          <a:bodyPr anchor="t">
            <a:noAutofit/>
          </a:bodyPr>
          <a:p>
            <a:pPr>
              <a:lnSpc>
                <a:spcPct val="100000"/>
              </a:lnSpc>
              <a:spcBef>
                <a:spcPts val="601"/>
              </a:spcBef>
              <a:spcAft>
                <a:spcPts val="601"/>
              </a:spcAft>
              <a:buNone/>
              <a:tabLst>
                <a:tab algn="l" pos="0"/>
              </a:tabLst>
            </a:pPr>
            <a:r>
              <a:rPr b="0" lang="en-US" sz="1600" spc="-1" strike="noStrike">
                <a:solidFill>
                  <a:srgbClr val="000000"/>
                </a:solidFill>
                <a:latin typeface="Arial"/>
                <a:ea typeface="ＭＳ Ｐゴシック"/>
              </a:rPr>
              <a:t>An RA can instruct a device to use stateful DHCPv6 only.</a:t>
            </a:r>
            <a:endParaRPr b="0" lang="en-US" sz="1600" spc="-1" strike="noStrike">
              <a:solidFill>
                <a:srgbClr val="58585b"/>
              </a:solidFill>
              <a:latin typeface="Arial"/>
            </a:endParaRPr>
          </a:p>
          <a:p>
            <a:pPr>
              <a:lnSpc>
                <a:spcPct val="100000"/>
              </a:lnSpc>
              <a:spcBef>
                <a:spcPts val="601"/>
              </a:spcBef>
              <a:spcAft>
                <a:spcPts val="601"/>
              </a:spcAft>
              <a:buNone/>
              <a:tabLst>
                <a:tab algn="l" pos="0"/>
              </a:tabLst>
            </a:pPr>
            <a:r>
              <a:rPr b="0" lang="en-US" sz="1600" spc="-1" strike="noStrike">
                <a:solidFill>
                  <a:srgbClr val="000000"/>
                </a:solidFill>
                <a:latin typeface="Arial"/>
                <a:ea typeface="ＭＳ Ｐゴシック"/>
              </a:rPr>
              <a:t>Stateful DHCPv6 is similar to DHCP for IPv4. A device can automatically receive a GUA, prefix length, and the addresses of DNS servers from a stateful DHCPv6 server.</a:t>
            </a:r>
            <a:endParaRPr b="0" lang="en-US" sz="1600" spc="-1" strike="noStrike">
              <a:solidFill>
                <a:srgbClr val="58585b"/>
              </a:solidFill>
              <a:latin typeface="Arial"/>
            </a:endParaRPr>
          </a:p>
          <a:p>
            <a:pPr>
              <a:lnSpc>
                <a:spcPct val="100000"/>
              </a:lnSpc>
              <a:spcBef>
                <a:spcPts val="601"/>
              </a:spcBef>
              <a:spcAft>
                <a:spcPts val="601"/>
              </a:spcAft>
              <a:buNone/>
              <a:tabLst>
                <a:tab algn="l" pos="0"/>
              </a:tabLst>
            </a:pPr>
            <a:r>
              <a:rPr b="0" lang="en-US" sz="1600" spc="-1" strike="noStrike">
                <a:solidFill>
                  <a:srgbClr val="000000"/>
                </a:solidFill>
                <a:latin typeface="Arial"/>
                <a:ea typeface="ＭＳ Ｐゴシック"/>
              </a:rPr>
              <a:t>The RA message suggests devices use the following:</a:t>
            </a:r>
            <a:endParaRPr b="0" lang="en-US" sz="1600" spc="-1" strike="noStrike">
              <a:solidFill>
                <a:srgbClr val="58585b"/>
              </a:solidFill>
              <a:latin typeface="Arial"/>
            </a:endParaRPr>
          </a:p>
          <a:p>
            <a:pPr lvl="2" marL="316080" indent="-169920">
              <a:lnSpc>
                <a:spcPct val="95000"/>
              </a:lnSpc>
              <a:spcBef>
                <a:spcPts val="624"/>
              </a:spcBef>
              <a:spcAft>
                <a:spcPts val="601"/>
              </a:spcAft>
              <a:buClr>
                <a:srgbClr val="000000"/>
              </a:buClr>
              <a:buSzPct val="90000"/>
              <a:buFont typeface="Arial"/>
              <a:buChar char="•"/>
              <a:tabLst>
                <a:tab algn="l" pos="0"/>
              </a:tabLst>
            </a:pPr>
            <a:r>
              <a:rPr b="0" lang="en-US" sz="1600" spc="-1" strike="noStrike">
                <a:solidFill>
                  <a:srgbClr val="000000"/>
                </a:solidFill>
                <a:latin typeface="Arial"/>
                <a:ea typeface="ＭＳ Ｐゴシック"/>
              </a:rPr>
              <a:t>The router LLA, which is the RA source IPv6 address, for the default gateway address.</a:t>
            </a:r>
            <a:endParaRPr b="0" lang="en-US" sz="1600" spc="-1" strike="noStrike">
              <a:solidFill>
                <a:srgbClr val="58585b"/>
              </a:solidFill>
              <a:latin typeface="Arial"/>
            </a:endParaRPr>
          </a:p>
          <a:p>
            <a:pPr lvl="2" marL="316080" indent="-169920">
              <a:lnSpc>
                <a:spcPct val="95000"/>
              </a:lnSpc>
              <a:spcBef>
                <a:spcPts val="624"/>
              </a:spcBef>
              <a:spcAft>
                <a:spcPts val="601"/>
              </a:spcAft>
              <a:buClr>
                <a:srgbClr val="000000"/>
              </a:buClr>
              <a:buSzPct val="90000"/>
              <a:buFont typeface="Arial"/>
              <a:buChar char="•"/>
              <a:tabLst>
                <a:tab algn="l" pos="0"/>
              </a:tabLst>
            </a:pPr>
            <a:r>
              <a:rPr b="0" lang="en-US" sz="1600" spc="-1" strike="noStrike">
                <a:solidFill>
                  <a:srgbClr val="000000"/>
                </a:solidFill>
                <a:latin typeface="Arial"/>
                <a:ea typeface="ＭＳ Ｐゴシック"/>
              </a:rPr>
              <a:t>A stateful DHCPv6 server to obtain a GUA, DNS server address, domain name and other necessary information.</a:t>
            </a:r>
            <a:endParaRPr b="0" lang="en-US" sz="1600" spc="-1" strike="noStrike">
              <a:solidFill>
                <a:srgbClr val="58585b"/>
              </a:solidFill>
              <a:latin typeface="Arial"/>
            </a:endParaRPr>
          </a:p>
        </p:txBody>
      </p:sp>
      <p:pic>
        <p:nvPicPr>
          <p:cNvPr id="403" name="Picture 6" descr=""/>
          <p:cNvPicPr/>
          <p:nvPr/>
        </p:nvPicPr>
        <p:blipFill>
          <a:blip r:embed="rId1"/>
          <a:stretch/>
        </p:blipFill>
        <p:spPr>
          <a:xfrm>
            <a:off x="2154960" y="3404520"/>
            <a:ext cx="3612960" cy="155952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4"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Dynamic Addressing for IPv6 GUAs</a:t>
            </a:r>
            <a:br/>
            <a:r>
              <a:rPr b="0" lang="en-US" sz="2400" spc="-1" strike="noStrike">
                <a:solidFill>
                  <a:srgbClr val="004c69"/>
                </a:solidFill>
                <a:latin typeface="Arial"/>
                <a:ea typeface="ＭＳ Ｐゴシック"/>
              </a:rPr>
              <a:t>EUI-64 Process vs. Randomly Generated</a:t>
            </a:r>
            <a:endParaRPr b="0" lang="en-US" sz="2400" spc="-1" strike="noStrike">
              <a:solidFill>
                <a:srgbClr val="58585b"/>
              </a:solidFill>
              <a:latin typeface="Arial"/>
            </a:endParaRPr>
          </a:p>
        </p:txBody>
      </p:sp>
      <p:sp>
        <p:nvSpPr>
          <p:cNvPr id="405" name="PlaceHolder 2"/>
          <p:cNvSpPr>
            <a:spLocks noGrp="1"/>
          </p:cNvSpPr>
          <p:nvPr>
            <p:ph/>
          </p:nvPr>
        </p:nvSpPr>
        <p:spPr>
          <a:xfrm>
            <a:off x="431640" y="1035000"/>
            <a:ext cx="3465000" cy="3332520"/>
          </a:xfrm>
          <a:prstGeom prst="rect">
            <a:avLst/>
          </a:prstGeom>
          <a:noFill/>
          <a:ln w="0">
            <a:noFill/>
          </a:ln>
        </p:spPr>
        <p:txBody>
          <a:bodyPr anchor="t">
            <a:noAutofit/>
          </a:bodyPr>
          <a:p>
            <a:pPr marL="285840" indent="-285840">
              <a:lnSpc>
                <a:spcPct val="100000"/>
              </a:lnSpc>
              <a:spcBef>
                <a:spcPts val="601"/>
              </a:spcBef>
              <a:spcAft>
                <a:spcPts val="601"/>
              </a:spcAft>
              <a:buClr>
                <a:srgbClr val="000000"/>
              </a:buClr>
              <a:buSzPct val="90000"/>
              <a:buFont typeface="Arial"/>
              <a:buChar char="•"/>
            </a:pPr>
            <a:r>
              <a:rPr b="0" lang="en-US" sz="1600" spc="-1" strike="noStrike">
                <a:solidFill>
                  <a:srgbClr val="000000"/>
                </a:solidFill>
                <a:latin typeface="Arial"/>
                <a:ea typeface="ＭＳ Ｐゴシック"/>
              </a:rPr>
              <a:t>When the RA message is either SLAAC or SLAAC with stateless DHCPv6, the client must generate its own interface ID.</a:t>
            </a:r>
            <a:endParaRPr b="0" lang="en-US" sz="1600" spc="-1" strike="noStrike">
              <a:solidFill>
                <a:srgbClr val="58585b"/>
              </a:solidFill>
              <a:latin typeface="Arial"/>
            </a:endParaRPr>
          </a:p>
          <a:p>
            <a:pPr marL="285840" indent="-285840">
              <a:lnSpc>
                <a:spcPct val="100000"/>
              </a:lnSpc>
              <a:spcBef>
                <a:spcPts val="601"/>
              </a:spcBef>
              <a:spcAft>
                <a:spcPts val="601"/>
              </a:spcAft>
              <a:buClr>
                <a:srgbClr val="000000"/>
              </a:buClr>
              <a:buSzPct val="90000"/>
              <a:buFont typeface="Arial"/>
              <a:buChar char="•"/>
            </a:pPr>
            <a:r>
              <a:rPr b="0" lang="en-US" sz="1600" spc="-1" strike="noStrike">
                <a:solidFill>
                  <a:srgbClr val="000000"/>
                </a:solidFill>
                <a:latin typeface="Arial"/>
                <a:ea typeface="ＭＳ Ｐゴシック"/>
              </a:rPr>
              <a:t>The interface ID can be created using the EUI-64 process or a randomly generated 64-bit number.</a:t>
            </a:r>
            <a:endParaRPr b="0" lang="en-US" sz="1600" spc="-1" strike="noStrike">
              <a:solidFill>
                <a:srgbClr val="58585b"/>
              </a:solidFill>
              <a:latin typeface="Arial"/>
            </a:endParaRPr>
          </a:p>
        </p:txBody>
      </p:sp>
      <p:pic>
        <p:nvPicPr>
          <p:cNvPr id="406" name="Picture 1" descr=""/>
          <p:cNvPicPr/>
          <p:nvPr/>
        </p:nvPicPr>
        <p:blipFill>
          <a:blip r:embed="rId1"/>
          <a:stretch/>
        </p:blipFill>
        <p:spPr>
          <a:xfrm>
            <a:off x="4181400" y="950760"/>
            <a:ext cx="4429440" cy="341676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7"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Dynamic Addressing for IPv6 GUAs</a:t>
            </a:r>
            <a:br/>
            <a:r>
              <a:rPr b="0" lang="en-US" sz="2400" spc="-1" strike="noStrike">
                <a:solidFill>
                  <a:srgbClr val="004c69"/>
                </a:solidFill>
                <a:latin typeface="Arial"/>
                <a:ea typeface="ＭＳ Ｐゴシック"/>
              </a:rPr>
              <a:t>EUI-64 Process</a:t>
            </a:r>
            <a:endParaRPr b="0" lang="en-US" sz="2400" spc="-1" strike="noStrike">
              <a:solidFill>
                <a:srgbClr val="58585b"/>
              </a:solidFill>
              <a:latin typeface="Arial"/>
            </a:endParaRPr>
          </a:p>
        </p:txBody>
      </p:sp>
      <p:sp>
        <p:nvSpPr>
          <p:cNvPr id="408" name="PlaceHolder 2"/>
          <p:cNvSpPr>
            <a:spLocks noGrp="1"/>
          </p:cNvSpPr>
          <p:nvPr>
            <p:ph/>
          </p:nvPr>
        </p:nvSpPr>
        <p:spPr>
          <a:xfrm>
            <a:off x="431640" y="1035000"/>
            <a:ext cx="7913160" cy="2012760"/>
          </a:xfrm>
          <a:prstGeom prst="rect">
            <a:avLst/>
          </a:prstGeom>
          <a:noFill/>
          <a:ln w="0">
            <a:noFill/>
          </a:ln>
        </p:spPr>
        <p:txBody>
          <a:bodyPr anchor="t">
            <a:noAutofit/>
          </a:bodyPr>
          <a:p>
            <a:pPr>
              <a:lnSpc>
                <a:spcPct val="100000"/>
              </a:lnSpc>
              <a:spcBef>
                <a:spcPts val="601"/>
              </a:spcBef>
              <a:spcAft>
                <a:spcPts val="601"/>
              </a:spcAft>
              <a:buNone/>
              <a:tabLst>
                <a:tab algn="l" pos="0"/>
              </a:tabLst>
            </a:pPr>
            <a:r>
              <a:rPr b="0" lang="en-US" sz="1600" spc="-1" strike="noStrike">
                <a:solidFill>
                  <a:srgbClr val="000000"/>
                </a:solidFill>
                <a:latin typeface="Arial"/>
                <a:ea typeface="ＭＳ Ｐゴシック"/>
              </a:rPr>
              <a:t>The IEEE defined the Extended Unique Identifier (EUI) or modified EUI-64 process which performs the following:</a:t>
            </a:r>
            <a:endParaRPr b="0" lang="en-US" sz="1600" spc="-1" strike="noStrike">
              <a:solidFill>
                <a:srgbClr val="58585b"/>
              </a:solidFill>
              <a:latin typeface="Arial"/>
            </a:endParaRPr>
          </a:p>
          <a:p>
            <a:pPr marL="285840" indent="-285840">
              <a:lnSpc>
                <a:spcPct val="100000"/>
              </a:lnSpc>
              <a:spcBef>
                <a:spcPts val="601"/>
              </a:spcBef>
              <a:spcAft>
                <a:spcPts val="601"/>
              </a:spcAft>
              <a:buClr>
                <a:srgbClr val="000000"/>
              </a:buClr>
              <a:buSzPct val="90000"/>
              <a:buFont typeface="Arial"/>
              <a:buChar char="•"/>
              <a:tabLst>
                <a:tab algn="l" pos="0"/>
              </a:tabLst>
            </a:pPr>
            <a:r>
              <a:rPr b="0" lang="en-US" sz="1600" spc="-1" strike="noStrike">
                <a:solidFill>
                  <a:srgbClr val="000000"/>
                </a:solidFill>
                <a:latin typeface="Arial"/>
                <a:ea typeface="ＭＳ Ｐゴシック"/>
              </a:rPr>
              <a:t>A 16 bit value of fffe (in hexadecimal) is inserted into the middle of the 48-bit Ethernet MAC address of the client.</a:t>
            </a:r>
            <a:endParaRPr b="0" lang="en-US" sz="1600" spc="-1" strike="noStrike">
              <a:solidFill>
                <a:srgbClr val="58585b"/>
              </a:solidFill>
              <a:latin typeface="Arial"/>
            </a:endParaRPr>
          </a:p>
          <a:p>
            <a:pPr marL="285840" indent="-285840">
              <a:lnSpc>
                <a:spcPct val="100000"/>
              </a:lnSpc>
              <a:spcBef>
                <a:spcPts val="601"/>
              </a:spcBef>
              <a:spcAft>
                <a:spcPts val="601"/>
              </a:spcAft>
              <a:buClr>
                <a:srgbClr val="000000"/>
              </a:buClr>
              <a:buSzPct val="90000"/>
              <a:buFont typeface="Arial"/>
              <a:buChar char="•"/>
              <a:tabLst>
                <a:tab algn="l" pos="0"/>
              </a:tabLst>
            </a:pPr>
            <a:r>
              <a:rPr b="0" lang="en-US" sz="1600" spc="-1" strike="noStrike">
                <a:solidFill>
                  <a:srgbClr val="000000"/>
                </a:solidFill>
                <a:latin typeface="Arial"/>
                <a:ea typeface="ＭＳ Ｐゴシック"/>
              </a:rPr>
              <a:t>The 7</a:t>
            </a:r>
            <a:r>
              <a:rPr b="0" lang="en-US" sz="1600" spc="-1" strike="noStrike" baseline="30000">
                <a:solidFill>
                  <a:srgbClr val="000000"/>
                </a:solidFill>
                <a:latin typeface="Arial"/>
                <a:ea typeface="ＭＳ Ｐゴシック"/>
              </a:rPr>
              <a:t>th</a:t>
            </a:r>
            <a:r>
              <a:rPr b="0" lang="en-US" sz="1600" spc="-1" strike="noStrike">
                <a:solidFill>
                  <a:srgbClr val="000000"/>
                </a:solidFill>
                <a:latin typeface="Arial"/>
                <a:ea typeface="ＭＳ Ｐゴシック"/>
              </a:rPr>
              <a:t> bit of the client MAC address is reversed from binary 0 to 1.</a:t>
            </a:r>
            <a:endParaRPr b="0" lang="en-US" sz="1600" spc="-1" strike="noStrike">
              <a:solidFill>
                <a:srgbClr val="58585b"/>
              </a:solidFill>
              <a:latin typeface="Arial"/>
            </a:endParaRPr>
          </a:p>
          <a:p>
            <a:pPr marL="285840" indent="-285840">
              <a:lnSpc>
                <a:spcPct val="100000"/>
              </a:lnSpc>
              <a:spcBef>
                <a:spcPts val="601"/>
              </a:spcBef>
              <a:spcAft>
                <a:spcPts val="601"/>
              </a:spcAft>
              <a:buClr>
                <a:srgbClr val="000000"/>
              </a:buClr>
              <a:buSzPct val="90000"/>
              <a:buFont typeface="Arial"/>
              <a:buChar char="•"/>
              <a:tabLst>
                <a:tab algn="l" pos="0"/>
              </a:tabLst>
            </a:pPr>
            <a:r>
              <a:rPr b="0" lang="en-US" sz="1600" spc="-1" strike="noStrike">
                <a:solidFill>
                  <a:srgbClr val="000000"/>
                </a:solidFill>
                <a:latin typeface="Arial"/>
                <a:ea typeface="ＭＳ Ｐゴシック"/>
              </a:rPr>
              <a:t>Example:</a:t>
            </a:r>
            <a:endParaRPr b="0" lang="en-US" sz="1600" spc="-1" strike="noStrike">
              <a:solidFill>
                <a:srgbClr val="58585b"/>
              </a:solidFill>
              <a:latin typeface="Arial"/>
            </a:endParaRPr>
          </a:p>
          <a:p>
            <a:pPr>
              <a:lnSpc>
                <a:spcPct val="100000"/>
              </a:lnSpc>
              <a:spcBef>
                <a:spcPts val="601"/>
              </a:spcBef>
              <a:spcAft>
                <a:spcPts val="601"/>
              </a:spcAft>
              <a:buNone/>
              <a:tabLst>
                <a:tab algn="l" pos="0"/>
              </a:tabLst>
            </a:pPr>
            <a:endParaRPr b="0" lang="en-US" sz="1600" spc="-1" strike="noStrike">
              <a:solidFill>
                <a:srgbClr val="58585b"/>
              </a:solidFill>
              <a:latin typeface="Arial"/>
            </a:endParaRPr>
          </a:p>
        </p:txBody>
      </p:sp>
      <p:graphicFrame>
        <p:nvGraphicFramePr>
          <p:cNvPr id="409" name="Content Placeholder 6"/>
          <p:cNvGraphicFramePr/>
          <p:nvPr/>
        </p:nvGraphicFramePr>
        <p:xfrm>
          <a:off x="798480" y="3180240"/>
          <a:ext cx="3198600" cy="170640"/>
        </p:xfrm>
        <a:graphic>
          <a:graphicData uri="http://schemas.openxmlformats.org/drawingml/2006/table">
            <a:tbl>
              <a:tblPr/>
              <a:tblGrid>
                <a:gridCol w="1591920"/>
                <a:gridCol w="1606680"/>
              </a:tblGrid>
              <a:tr h="247320">
                <a:tc>
                  <a:txBody>
                    <a:bodyPr anchor="t">
                      <a:noAutofit/>
                    </a:bodyPr>
                    <a:p>
                      <a:pPr>
                        <a:lnSpc>
                          <a:spcPct val="100000"/>
                        </a:lnSpc>
                        <a:buNone/>
                      </a:pPr>
                      <a:r>
                        <a:rPr b="0" lang="en-US" sz="1100" spc="-1" strike="noStrike">
                          <a:solidFill>
                            <a:srgbClr val="000000"/>
                          </a:solidFill>
                          <a:latin typeface="Arial"/>
                        </a:rPr>
                        <a:t>48-bit MAC</a:t>
                      </a:r>
                      <a:endParaRPr b="0" lang="en-JM" sz="11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38160">
                      <a:solidFill>
                        <a:srgbClr val="ffffff"/>
                      </a:solidFill>
                    </a:lnB>
                    <a:solidFill>
                      <a:srgbClr val="e7e9eb"/>
                    </a:solidFill>
                  </a:tcPr>
                </a:tc>
                <a:tc>
                  <a:txBody>
                    <a:bodyPr anchor="t">
                      <a:noAutofit/>
                    </a:bodyPr>
                    <a:p>
                      <a:pPr>
                        <a:lnSpc>
                          <a:spcPct val="100000"/>
                        </a:lnSpc>
                        <a:buNone/>
                      </a:pPr>
                      <a:r>
                        <a:rPr b="0" lang="en-US" sz="1100" spc="-1" strike="noStrike">
                          <a:solidFill>
                            <a:srgbClr val="000000"/>
                          </a:solidFill>
                          <a:latin typeface="Arial"/>
                        </a:rPr>
                        <a:t>fc:99:47:75:ce:e0</a:t>
                      </a:r>
                      <a:endParaRPr b="0" lang="en-JM" sz="11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38160">
                      <a:solidFill>
                        <a:srgbClr val="ffffff"/>
                      </a:solidFill>
                    </a:lnB>
                    <a:solidFill>
                      <a:srgbClr val="e7e9eb"/>
                    </a:solidFill>
                  </a:tcPr>
                </a:tc>
              </a:tr>
              <a:tr h="247320">
                <a:tc>
                  <a:txBody>
                    <a:bodyPr anchor="t">
                      <a:noAutofit/>
                    </a:bodyPr>
                    <a:p>
                      <a:pPr>
                        <a:lnSpc>
                          <a:spcPct val="100000"/>
                        </a:lnSpc>
                        <a:buNone/>
                        <a:tabLst>
                          <a:tab algn="l" pos="0"/>
                        </a:tabLst>
                      </a:pPr>
                      <a:r>
                        <a:rPr b="0" lang="en-US" sz="1100" spc="-1" strike="noStrike">
                          <a:solidFill>
                            <a:srgbClr val="000000"/>
                          </a:solidFill>
                          <a:latin typeface="Arial"/>
                        </a:rPr>
                        <a:t>EUI-64 Interface ID</a:t>
                      </a:r>
                      <a:endParaRPr b="0" lang="en-JM" sz="11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anchor="t">
                      <a:noAutofit/>
                    </a:bodyPr>
                    <a:p>
                      <a:pPr>
                        <a:lnSpc>
                          <a:spcPct val="100000"/>
                        </a:lnSpc>
                        <a:buNone/>
                      </a:pPr>
                      <a:r>
                        <a:rPr b="0" lang="en-US" sz="1100" spc="-1" strike="noStrike">
                          <a:solidFill>
                            <a:srgbClr val="000000"/>
                          </a:solidFill>
                          <a:latin typeface="Arial"/>
                        </a:rPr>
                        <a:t>f</a:t>
                      </a:r>
                      <a:r>
                        <a:rPr b="0" lang="en-US" sz="1100" spc="-1" strike="noStrike">
                          <a:solidFill>
                            <a:srgbClr val="ff0000"/>
                          </a:solidFill>
                          <a:latin typeface="Arial"/>
                        </a:rPr>
                        <a:t>e</a:t>
                      </a:r>
                      <a:r>
                        <a:rPr b="0" lang="en-US" sz="1100" spc="-1" strike="noStrike">
                          <a:solidFill>
                            <a:srgbClr val="000000"/>
                          </a:solidFill>
                          <a:latin typeface="Arial"/>
                        </a:rPr>
                        <a:t>:99:47:</a:t>
                      </a:r>
                      <a:r>
                        <a:rPr b="0" lang="en-US" sz="1100" spc="-1" strike="noStrike">
                          <a:solidFill>
                            <a:srgbClr val="ff0000"/>
                          </a:solidFill>
                          <a:latin typeface="Arial"/>
                        </a:rPr>
                        <a:t>ff:fe</a:t>
                      </a:r>
                      <a:r>
                        <a:rPr b="0" lang="en-US" sz="1100" spc="-1" strike="noStrike">
                          <a:solidFill>
                            <a:srgbClr val="000000"/>
                          </a:solidFill>
                          <a:latin typeface="Arial"/>
                        </a:rPr>
                        <a:t>:75:ce:e0</a:t>
                      </a:r>
                      <a:endParaRPr b="0" lang="en-JM" sz="11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bl>
          </a:graphicData>
        </a:graphic>
      </p:graphicFrame>
    </p:spTree>
  </p:cSld>
  <mc:AlternateContent>
    <mc:Choice Requires="p14">
      <p:transition spd="med" p14:dur="700">
        <p:fade/>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0"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Dynamic Addressing for IPv6 GUAs</a:t>
            </a:r>
            <a:br/>
            <a:r>
              <a:rPr b="0" lang="en-US" sz="2400" spc="-1" strike="noStrike">
                <a:solidFill>
                  <a:srgbClr val="004c69"/>
                </a:solidFill>
                <a:latin typeface="Arial"/>
                <a:ea typeface="ＭＳ Ｐゴシック"/>
              </a:rPr>
              <a:t>Randomly Generated Interface IDs</a:t>
            </a:r>
            <a:endParaRPr b="0" lang="en-US" sz="2400" spc="-1" strike="noStrike">
              <a:solidFill>
                <a:srgbClr val="58585b"/>
              </a:solidFill>
              <a:latin typeface="Arial"/>
            </a:endParaRPr>
          </a:p>
        </p:txBody>
      </p:sp>
      <p:sp>
        <p:nvSpPr>
          <p:cNvPr id="411" name="PlaceHolder 2"/>
          <p:cNvSpPr>
            <a:spLocks noGrp="1"/>
          </p:cNvSpPr>
          <p:nvPr>
            <p:ph/>
          </p:nvPr>
        </p:nvSpPr>
        <p:spPr>
          <a:xfrm>
            <a:off x="431640" y="731880"/>
            <a:ext cx="7913160" cy="1141560"/>
          </a:xfrm>
          <a:prstGeom prst="rect">
            <a:avLst/>
          </a:prstGeom>
          <a:noFill/>
          <a:ln w="0">
            <a:noFill/>
          </a:ln>
        </p:spPr>
        <p:txBody>
          <a:bodyPr anchor="t">
            <a:noAutofit/>
          </a:bodyPr>
          <a:p>
            <a:pPr>
              <a:lnSpc>
                <a:spcPct val="100000"/>
              </a:lnSpc>
              <a:spcBef>
                <a:spcPts val="601"/>
              </a:spcBef>
              <a:spcAft>
                <a:spcPts val="601"/>
              </a:spcAft>
              <a:buNone/>
              <a:tabLst>
                <a:tab algn="l" pos="0"/>
              </a:tabLst>
            </a:pPr>
            <a:r>
              <a:rPr b="0" lang="en-US" sz="1600" spc="-1" strike="noStrike">
                <a:solidFill>
                  <a:srgbClr val="000000"/>
                </a:solidFill>
                <a:latin typeface="Arial"/>
                <a:ea typeface="ＭＳ Ｐゴシック"/>
              </a:rPr>
              <a:t>Depending upon the operating system, a device may use a randomly generated interface ID instead of using the MAC address and the EUI-64 process.</a:t>
            </a:r>
            <a:endParaRPr b="0" lang="en-US" sz="1600" spc="-1" strike="noStrike">
              <a:solidFill>
                <a:srgbClr val="58585b"/>
              </a:solidFill>
              <a:latin typeface="Arial"/>
            </a:endParaRPr>
          </a:p>
          <a:p>
            <a:pPr>
              <a:lnSpc>
                <a:spcPct val="100000"/>
              </a:lnSpc>
              <a:spcBef>
                <a:spcPts val="601"/>
              </a:spcBef>
              <a:spcAft>
                <a:spcPts val="601"/>
              </a:spcAft>
              <a:buNone/>
              <a:tabLst>
                <a:tab algn="l" pos="0"/>
              </a:tabLst>
            </a:pPr>
            <a:r>
              <a:rPr b="0" lang="en-US" sz="1600" spc="-1" strike="noStrike">
                <a:solidFill>
                  <a:srgbClr val="000000"/>
                </a:solidFill>
                <a:latin typeface="Arial"/>
                <a:ea typeface="ＭＳ Ｐゴシック"/>
              </a:rPr>
              <a:t>Beginning with Windows Vista, Windows uses a randomly generated interface ID instead of one created with EUI-64.</a:t>
            </a:r>
            <a:endParaRPr b="0" lang="en-US" sz="1600" spc="-1" strike="noStrike">
              <a:solidFill>
                <a:srgbClr val="58585b"/>
              </a:solidFill>
              <a:latin typeface="Arial"/>
            </a:endParaRPr>
          </a:p>
          <a:p>
            <a:pPr>
              <a:lnSpc>
                <a:spcPct val="100000"/>
              </a:lnSpc>
              <a:spcBef>
                <a:spcPts val="601"/>
              </a:spcBef>
              <a:spcAft>
                <a:spcPts val="601"/>
              </a:spcAft>
              <a:buNone/>
              <a:tabLst>
                <a:tab algn="l" pos="0"/>
              </a:tabLst>
            </a:pPr>
            <a:endParaRPr b="0" lang="en-US" sz="1600" spc="-1" strike="noStrike">
              <a:solidFill>
                <a:srgbClr val="58585b"/>
              </a:solidFill>
              <a:latin typeface="Arial"/>
            </a:endParaRPr>
          </a:p>
          <a:p>
            <a:pPr>
              <a:lnSpc>
                <a:spcPct val="100000"/>
              </a:lnSpc>
              <a:spcBef>
                <a:spcPts val="601"/>
              </a:spcBef>
              <a:spcAft>
                <a:spcPts val="601"/>
              </a:spcAft>
              <a:buNone/>
              <a:tabLst>
                <a:tab algn="l" pos="0"/>
              </a:tabLst>
            </a:pPr>
            <a:endParaRPr b="0" lang="en-US" sz="1600" spc="-1" strike="noStrike">
              <a:solidFill>
                <a:srgbClr val="58585b"/>
              </a:solidFill>
              <a:latin typeface="Arial"/>
            </a:endParaRPr>
          </a:p>
          <a:p>
            <a:pPr>
              <a:lnSpc>
                <a:spcPct val="100000"/>
              </a:lnSpc>
              <a:spcBef>
                <a:spcPts val="601"/>
              </a:spcBef>
              <a:spcAft>
                <a:spcPts val="601"/>
              </a:spcAft>
              <a:buNone/>
              <a:tabLst>
                <a:tab algn="l" pos="0"/>
              </a:tabLst>
            </a:pPr>
            <a:endParaRPr b="0" lang="en-US" sz="1600" spc="-1" strike="noStrike">
              <a:solidFill>
                <a:srgbClr val="58585b"/>
              </a:solidFill>
              <a:latin typeface="Arial"/>
            </a:endParaRPr>
          </a:p>
        </p:txBody>
      </p:sp>
      <p:sp>
        <p:nvSpPr>
          <p:cNvPr id="412" name="TextBox 1"/>
          <p:cNvSpPr/>
          <p:nvPr/>
        </p:nvSpPr>
        <p:spPr>
          <a:xfrm>
            <a:off x="1948320" y="5884200"/>
            <a:ext cx="184320" cy="369000"/>
          </a:xfrm>
          <a:prstGeom prst="rect">
            <a:avLst/>
          </a:prstGeom>
          <a:noFill/>
          <a:ln w="0">
            <a:noFill/>
          </a:ln>
        </p:spPr>
        <p:style>
          <a:lnRef idx="0"/>
          <a:fillRef idx="0"/>
          <a:effectRef idx="0"/>
          <a:fontRef idx="minor"/>
        </p:style>
      </p:sp>
      <p:sp>
        <p:nvSpPr>
          <p:cNvPr id="413" name="Rectangle 1"/>
          <p:cNvSpPr/>
          <p:nvPr/>
        </p:nvSpPr>
        <p:spPr>
          <a:xfrm>
            <a:off x="1337400" y="2093040"/>
            <a:ext cx="5670360" cy="1310400"/>
          </a:xfrm>
          <a:prstGeom prst="rect">
            <a:avLst/>
          </a:prstGeom>
          <a:solidFill>
            <a:srgbClr val="000000"/>
          </a:solidFill>
          <a:ln w="0">
            <a:noFill/>
          </a:ln>
        </p:spPr>
        <p:style>
          <a:lnRef idx="0"/>
          <a:fillRef idx="0"/>
          <a:effectRef idx="0"/>
          <a:fontRef idx="minor"/>
        </p:style>
        <p:txBody>
          <a:bodyPr numCol="1" spcCol="0" wrap="none" anchor="ctr">
            <a:spAutoFit/>
          </a:bodyPr>
          <a:p>
            <a:pPr>
              <a:lnSpc>
                <a:spcPct val="100000"/>
              </a:lnSpc>
              <a:buNone/>
              <a:tabLst>
                <a:tab algn="l" pos="0"/>
              </a:tabLst>
            </a:pPr>
            <a:r>
              <a:rPr b="0" lang="en-US" sz="1000" spc="-1" strike="noStrike">
                <a:solidFill>
                  <a:srgbClr val="ffffff"/>
                </a:solidFill>
                <a:latin typeface="Courier New"/>
                <a:ea typeface="ＭＳ Ｐゴシック"/>
              </a:rPr>
              <a:t>C:\&gt; </a:t>
            </a:r>
            <a:r>
              <a:rPr b="1" lang="en-US" sz="1000" spc="-1" strike="noStrike">
                <a:solidFill>
                  <a:srgbClr val="ffffff"/>
                </a:solidFill>
                <a:latin typeface="Courier New"/>
                <a:ea typeface="ＭＳ Ｐゴシック"/>
              </a:rPr>
              <a:t>ipconfig</a:t>
            </a:r>
            <a:r>
              <a:rPr b="0" lang="en-US" sz="1000" spc="-1" strike="noStrike">
                <a:solidFill>
                  <a:srgbClr val="ffffff"/>
                </a:solidFill>
                <a:latin typeface="Courier New"/>
                <a:ea typeface="ＭＳ Ｐゴシック"/>
              </a:rPr>
              <a:t> </a:t>
            </a:r>
            <a:endParaRPr b="0" lang="en-JM" sz="1000" spc="-1" strike="noStrike">
              <a:latin typeface="Arial"/>
            </a:endParaRPr>
          </a:p>
          <a:p>
            <a:pPr>
              <a:lnSpc>
                <a:spcPct val="100000"/>
              </a:lnSpc>
              <a:buNone/>
              <a:tabLst>
                <a:tab algn="l" pos="0"/>
              </a:tabLst>
            </a:pPr>
            <a:r>
              <a:rPr b="0" lang="en-US" sz="1000" spc="-1" strike="noStrike">
                <a:solidFill>
                  <a:srgbClr val="ffffff"/>
                </a:solidFill>
                <a:latin typeface="Courier New"/>
                <a:ea typeface="ＭＳ Ｐゴシック"/>
              </a:rPr>
              <a:t>Windows IP Configuration </a:t>
            </a:r>
            <a:endParaRPr b="0" lang="en-JM" sz="1000" spc="-1" strike="noStrike">
              <a:latin typeface="Arial"/>
            </a:endParaRPr>
          </a:p>
          <a:p>
            <a:pPr>
              <a:lnSpc>
                <a:spcPct val="100000"/>
              </a:lnSpc>
              <a:buNone/>
              <a:tabLst>
                <a:tab algn="l" pos="0"/>
              </a:tabLst>
            </a:pPr>
            <a:r>
              <a:rPr b="0" lang="en-US" sz="1000" spc="-1" strike="noStrike">
                <a:solidFill>
                  <a:srgbClr val="ffffff"/>
                </a:solidFill>
                <a:latin typeface="Courier New"/>
                <a:ea typeface="ＭＳ Ｐゴシック"/>
              </a:rPr>
              <a:t>Ethernet adapter Local Area Connection: </a:t>
            </a:r>
            <a:endParaRPr b="0" lang="en-JM" sz="1000" spc="-1" strike="noStrike">
              <a:latin typeface="Arial"/>
            </a:endParaRPr>
          </a:p>
          <a:p>
            <a:pPr>
              <a:lnSpc>
                <a:spcPct val="100000"/>
              </a:lnSpc>
              <a:buNone/>
              <a:tabLst>
                <a:tab algn="l" pos="0"/>
              </a:tabLst>
            </a:pPr>
            <a:r>
              <a:rPr b="0" lang="en-US" sz="1000" spc="-1" strike="noStrike">
                <a:solidFill>
                  <a:srgbClr val="ffffff"/>
                </a:solidFill>
                <a:latin typeface="Courier New"/>
                <a:ea typeface="ＭＳ Ｐゴシック"/>
              </a:rPr>
              <a:t>Connection-specific DNS Suffix . : </a:t>
            </a:r>
            <a:endParaRPr b="0" lang="en-JM" sz="1000" spc="-1" strike="noStrike">
              <a:latin typeface="Arial"/>
            </a:endParaRPr>
          </a:p>
          <a:p>
            <a:pPr>
              <a:lnSpc>
                <a:spcPct val="100000"/>
              </a:lnSpc>
              <a:buNone/>
              <a:tabLst>
                <a:tab algn="l" pos="0"/>
              </a:tabLst>
            </a:pPr>
            <a:r>
              <a:rPr b="0" lang="en-US" sz="1000" spc="-1" strike="noStrike">
                <a:solidFill>
                  <a:srgbClr val="ffffff"/>
                </a:solidFill>
                <a:latin typeface="Courier New"/>
                <a:ea typeface="ＭＳ Ｐゴシック"/>
              </a:rPr>
              <a:t>IPv6 Address. . . . . . . . . . . : </a:t>
            </a:r>
            <a:r>
              <a:rPr b="1" lang="en-US" sz="1000" spc="-1" strike="noStrike">
                <a:solidFill>
                  <a:srgbClr val="ffffff"/>
                </a:solidFill>
                <a:latin typeface="Courier New"/>
                <a:ea typeface="ＭＳ Ｐゴシック"/>
              </a:rPr>
              <a:t>2001:db8:acad:1:50a5:8a35:a5bb:66e1</a:t>
            </a:r>
            <a:r>
              <a:rPr b="0" lang="en-US" sz="1000" spc="-1" strike="noStrike">
                <a:solidFill>
                  <a:srgbClr val="ffffff"/>
                </a:solidFill>
                <a:latin typeface="Courier New"/>
                <a:ea typeface="ＭＳ Ｐゴシック"/>
              </a:rPr>
              <a:t> </a:t>
            </a:r>
            <a:endParaRPr b="0" lang="en-JM" sz="1000" spc="-1" strike="noStrike">
              <a:latin typeface="Arial"/>
            </a:endParaRPr>
          </a:p>
          <a:p>
            <a:pPr>
              <a:lnSpc>
                <a:spcPct val="100000"/>
              </a:lnSpc>
              <a:buNone/>
              <a:tabLst>
                <a:tab algn="l" pos="0"/>
              </a:tabLst>
            </a:pPr>
            <a:r>
              <a:rPr b="0" lang="en-US" sz="1000" spc="-1" strike="noStrike">
                <a:solidFill>
                  <a:srgbClr val="ffffff"/>
                </a:solidFill>
                <a:latin typeface="Courier New"/>
                <a:ea typeface="ＭＳ Ｐゴシック"/>
              </a:rPr>
              <a:t>Link-local IPv6 Address . . . . . : fe80::50a5:8a35:a5bb:66e1 </a:t>
            </a:r>
            <a:endParaRPr b="0" lang="en-JM" sz="1000" spc="-1" strike="noStrike">
              <a:latin typeface="Arial"/>
            </a:endParaRPr>
          </a:p>
          <a:p>
            <a:pPr>
              <a:lnSpc>
                <a:spcPct val="100000"/>
              </a:lnSpc>
              <a:buNone/>
              <a:tabLst>
                <a:tab algn="l" pos="0"/>
              </a:tabLst>
            </a:pPr>
            <a:r>
              <a:rPr b="0" lang="en-US" sz="1000" spc="-1" strike="noStrike">
                <a:solidFill>
                  <a:srgbClr val="ffffff"/>
                </a:solidFill>
                <a:latin typeface="Courier New"/>
                <a:ea typeface="ＭＳ Ｐゴシック"/>
              </a:rPr>
              <a:t>Default Gateway . . . . . . . . . : fe80::1 </a:t>
            </a:r>
            <a:endParaRPr b="0" lang="en-JM" sz="1000" spc="-1" strike="noStrike">
              <a:latin typeface="Arial"/>
            </a:endParaRPr>
          </a:p>
          <a:p>
            <a:pPr>
              <a:lnSpc>
                <a:spcPct val="100000"/>
              </a:lnSpc>
              <a:buNone/>
              <a:tabLst>
                <a:tab algn="l" pos="0"/>
              </a:tabLst>
            </a:pPr>
            <a:r>
              <a:rPr b="0" lang="en-US" sz="1000" spc="-1" strike="noStrike">
                <a:solidFill>
                  <a:srgbClr val="ffffff"/>
                </a:solidFill>
                <a:latin typeface="Courier New"/>
                <a:ea typeface="ＭＳ Ｐゴシック"/>
              </a:rPr>
              <a:t>C:\&gt; </a:t>
            </a:r>
            <a:endParaRPr b="0" lang="en-JM" sz="1000" spc="-1" strike="noStrike">
              <a:latin typeface="Arial"/>
            </a:endParaRPr>
          </a:p>
        </p:txBody>
      </p:sp>
      <p:sp>
        <p:nvSpPr>
          <p:cNvPr id="414" name="TextBox 4"/>
          <p:cNvSpPr/>
          <p:nvPr/>
        </p:nvSpPr>
        <p:spPr>
          <a:xfrm>
            <a:off x="524880" y="3623760"/>
            <a:ext cx="7913160" cy="8204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1600" spc="-1" strike="noStrike">
                <a:solidFill>
                  <a:srgbClr val="58585b"/>
                </a:solidFill>
                <a:latin typeface="Arial"/>
                <a:ea typeface="ＭＳ Ｐゴシック"/>
              </a:rPr>
              <a:t>Note</a:t>
            </a:r>
            <a:r>
              <a:rPr b="0" lang="en-US" sz="1600" spc="-1" strike="noStrike">
                <a:solidFill>
                  <a:srgbClr val="58585b"/>
                </a:solidFill>
                <a:latin typeface="Arial"/>
                <a:ea typeface="ＭＳ Ｐゴシック"/>
              </a:rPr>
              <a:t>: To ensure the uniqueness of any IPv6 unicast address, the client may use a process known as Duplicate Address Detection (DAD). This is similar to an ARP request for its own address. If there is no reply, then the address is unique.</a:t>
            </a:r>
            <a:endParaRPr b="0" lang="en-JM" sz="1600" spc="-1" strike="noStrike">
              <a:latin typeface="Arial"/>
            </a:endParaRPr>
          </a:p>
        </p:txBody>
      </p:sp>
    </p:spTree>
  </p:cSld>
  <mc:AlternateContent>
    <mc:Choice Requires="p14">
      <p:transition spd="med" p14:dur="700">
        <p:fade/>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5" name="PlaceHolder 1"/>
          <p:cNvSpPr>
            <a:spLocks noGrp="1"/>
          </p:cNvSpPr>
          <p:nvPr>
            <p:ph type="title"/>
          </p:nvPr>
        </p:nvSpPr>
        <p:spPr>
          <a:xfrm>
            <a:off x="416520" y="1747440"/>
            <a:ext cx="8280000" cy="969840"/>
          </a:xfrm>
          <a:prstGeom prst="rect">
            <a:avLst/>
          </a:prstGeom>
          <a:noFill/>
          <a:ln w="0">
            <a:noFill/>
          </a:ln>
        </p:spPr>
        <p:txBody>
          <a:bodyPr numCol="1" spcCol="0" anchor="b">
            <a:noAutofit/>
          </a:bodyPr>
          <a:p>
            <a:pPr>
              <a:lnSpc>
                <a:spcPct val="90000"/>
              </a:lnSpc>
              <a:buNone/>
              <a:tabLst>
                <a:tab algn="l" pos="0"/>
              </a:tabLst>
            </a:pPr>
            <a:r>
              <a:rPr b="0" lang="en-US" sz="4600" spc="-1" strike="noStrike">
                <a:solidFill>
                  <a:srgbClr val="afe8fb"/>
                </a:solidFill>
                <a:latin typeface="Arial"/>
                <a:ea typeface="ＭＳ Ｐゴシック"/>
              </a:rPr>
              <a:t>12.6 Dynamic Addressing for IPv6 LLAs</a:t>
            </a:r>
            <a:endParaRPr b="0" lang="en-US" sz="4600" spc="-1" strike="noStrike">
              <a:solidFill>
                <a:srgbClr val="58585b"/>
              </a:solidFill>
              <a:latin typeface="Arial"/>
            </a:endParaRPr>
          </a:p>
        </p:txBody>
      </p:sp>
    </p:spTree>
  </p:cSld>
  <p:transition spd="slow">
    <p:wipe dir="l"/>
  </p:transition>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6"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Dynamic Addressing for IPv6 LLAs</a:t>
            </a:r>
            <a:br/>
            <a:r>
              <a:rPr b="0" lang="en-US" sz="2400" spc="-1" strike="noStrike">
                <a:solidFill>
                  <a:srgbClr val="004c69"/>
                </a:solidFill>
                <a:latin typeface="Arial"/>
                <a:ea typeface="ＭＳ Ｐゴシック"/>
              </a:rPr>
              <a:t>Dynamic LLAs</a:t>
            </a:r>
            <a:endParaRPr b="0" lang="en-US" sz="2400" spc="-1" strike="noStrike">
              <a:solidFill>
                <a:srgbClr val="58585b"/>
              </a:solidFill>
              <a:latin typeface="Arial"/>
            </a:endParaRPr>
          </a:p>
        </p:txBody>
      </p:sp>
      <p:sp>
        <p:nvSpPr>
          <p:cNvPr id="417" name="PlaceHolder 2"/>
          <p:cNvSpPr>
            <a:spLocks noGrp="1"/>
          </p:cNvSpPr>
          <p:nvPr>
            <p:ph/>
          </p:nvPr>
        </p:nvSpPr>
        <p:spPr>
          <a:xfrm>
            <a:off x="431640" y="1035000"/>
            <a:ext cx="7913160" cy="1536480"/>
          </a:xfrm>
          <a:prstGeom prst="rect">
            <a:avLst/>
          </a:prstGeom>
          <a:noFill/>
          <a:ln w="0">
            <a:noFill/>
          </a:ln>
        </p:spPr>
        <p:txBody>
          <a:bodyPr anchor="t">
            <a:noAutofit/>
          </a:bodyPr>
          <a:p>
            <a:pPr marL="285840" indent="-285840">
              <a:lnSpc>
                <a:spcPct val="100000"/>
              </a:lnSpc>
              <a:spcBef>
                <a:spcPts val="601"/>
              </a:spcBef>
              <a:spcAft>
                <a:spcPts val="601"/>
              </a:spcAft>
              <a:buClr>
                <a:srgbClr val="000000"/>
              </a:buClr>
              <a:buSzPct val="90000"/>
              <a:buFont typeface="Arial"/>
              <a:buChar char="•"/>
            </a:pPr>
            <a:r>
              <a:rPr b="0" lang="en-US" sz="1600" spc="-1" strike="noStrike">
                <a:solidFill>
                  <a:srgbClr val="000000"/>
                </a:solidFill>
                <a:latin typeface="Arial"/>
                <a:ea typeface="ＭＳ Ｐゴシック"/>
              </a:rPr>
              <a:t>All IPv6 interfaces must have an IPv6 LLA.</a:t>
            </a:r>
            <a:endParaRPr b="0" lang="en-US" sz="1600" spc="-1" strike="noStrike">
              <a:solidFill>
                <a:srgbClr val="58585b"/>
              </a:solidFill>
              <a:latin typeface="Arial"/>
            </a:endParaRPr>
          </a:p>
          <a:p>
            <a:pPr marL="285840" indent="-285840">
              <a:lnSpc>
                <a:spcPct val="100000"/>
              </a:lnSpc>
              <a:spcBef>
                <a:spcPts val="601"/>
              </a:spcBef>
              <a:spcAft>
                <a:spcPts val="601"/>
              </a:spcAft>
              <a:buClr>
                <a:srgbClr val="000000"/>
              </a:buClr>
              <a:buSzPct val="90000"/>
              <a:buFont typeface="Arial"/>
              <a:buChar char="•"/>
            </a:pPr>
            <a:r>
              <a:rPr b="0" lang="en-US" sz="1600" spc="-1" strike="noStrike">
                <a:solidFill>
                  <a:srgbClr val="000000"/>
                </a:solidFill>
                <a:latin typeface="Arial"/>
                <a:ea typeface="ＭＳ Ｐゴシック"/>
              </a:rPr>
              <a:t>Like IPv6 GUAs, LLAs can be configured dynamically.</a:t>
            </a:r>
            <a:endParaRPr b="0" lang="en-US" sz="1600" spc="-1" strike="noStrike">
              <a:solidFill>
                <a:srgbClr val="58585b"/>
              </a:solidFill>
              <a:latin typeface="Arial"/>
            </a:endParaRPr>
          </a:p>
          <a:p>
            <a:pPr marL="285840" indent="-285840">
              <a:lnSpc>
                <a:spcPct val="100000"/>
              </a:lnSpc>
              <a:spcBef>
                <a:spcPts val="601"/>
              </a:spcBef>
              <a:spcAft>
                <a:spcPts val="601"/>
              </a:spcAft>
              <a:buClr>
                <a:srgbClr val="000000"/>
              </a:buClr>
              <a:buSzPct val="90000"/>
              <a:buFont typeface="Arial"/>
              <a:buChar char="•"/>
            </a:pPr>
            <a:r>
              <a:rPr b="0" lang="en-US" sz="1600" spc="-1" strike="noStrike">
                <a:solidFill>
                  <a:srgbClr val="000000"/>
                </a:solidFill>
                <a:latin typeface="Arial"/>
                <a:ea typeface="ＭＳ Ｐゴシック"/>
              </a:rPr>
              <a:t>The figure shows the LLA is dynamically created using the fe80::/10 prefix and the interface ID using the EUI-64 process, or a randomly generated 64-bit number.</a:t>
            </a:r>
            <a:endParaRPr b="0" lang="en-US" sz="1600" spc="-1" strike="noStrike">
              <a:solidFill>
                <a:srgbClr val="58585b"/>
              </a:solidFill>
              <a:latin typeface="Arial"/>
            </a:endParaRPr>
          </a:p>
          <a:p>
            <a:pPr>
              <a:lnSpc>
                <a:spcPct val="100000"/>
              </a:lnSpc>
              <a:spcBef>
                <a:spcPts val="601"/>
              </a:spcBef>
              <a:spcAft>
                <a:spcPts val="601"/>
              </a:spcAft>
              <a:buNone/>
              <a:tabLst>
                <a:tab algn="l" pos="0"/>
              </a:tabLst>
            </a:pPr>
            <a:endParaRPr b="0" lang="en-US" sz="1600" spc="-1" strike="noStrike">
              <a:solidFill>
                <a:srgbClr val="58585b"/>
              </a:solidFill>
              <a:latin typeface="Arial"/>
            </a:endParaRPr>
          </a:p>
          <a:p>
            <a:pPr>
              <a:lnSpc>
                <a:spcPct val="100000"/>
              </a:lnSpc>
              <a:spcBef>
                <a:spcPts val="601"/>
              </a:spcBef>
              <a:spcAft>
                <a:spcPts val="601"/>
              </a:spcAft>
              <a:buNone/>
              <a:tabLst>
                <a:tab algn="l" pos="0"/>
              </a:tabLst>
            </a:pPr>
            <a:endParaRPr b="0" lang="en-US" sz="1600" spc="-1" strike="noStrike">
              <a:solidFill>
                <a:srgbClr val="58585b"/>
              </a:solidFill>
              <a:latin typeface="Arial"/>
            </a:endParaRPr>
          </a:p>
          <a:p>
            <a:pPr>
              <a:lnSpc>
                <a:spcPct val="100000"/>
              </a:lnSpc>
              <a:spcBef>
                <a:spcPts val="601"/>
              </a:spcBef>
              <a:spcAft>
                <a:spcPts val="601"/>
              </a:spcAft>
              <a:buNone/>
              <a:tabLst>
                <a:tab algn="l" pos="0"/>
              </a:tabLst>
            </a:pPr>
            <a:endParaRPr b="0" lang="en-US" sz="1600" spc="-1" strike="noStrike">
              <a:solidFill>
                <a:srgbClr val="58585b"/>
              </a:solidFill>
              <a:latin typeface="Arial"/>
            </a:endParaRPr>
          </a:p>
        </p:txBody>
      </p:sp>
      <p:pic>
        <p:nvPicPr>
          <p:cNvPr id="418" name="Picture 6" descr=""/>
          <p:cNvPicPr/>
          <p:nvPr/>
        </p:nvPicPr>
        <p:blipFill>
          <a:blip r:embed="rId1"/>
          <a:stretch/>
        </p:blipFill>
        <p:spPr>
          <a:xfrm>
            <a:off x="1066680" y="2451600"/>
            <a:ext cx="6211800" cy="177588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9"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Dynamic Addressing for IPv6 LLAs</a:t>
            </a:r>
            <a:br/>
            <a:r>
              <a:rPr b="0" lang="en-US" sz="2400" spc="-1" strike="noStrike">
                <a:solidFill>
                  <a:srgbClr val="004c69"/>
                </a:solidFill>
                <a:latin typeface="Arial"/>
                <a:ea typeface="ＭＳ Ｐゴシック"/>
              </a:rPr>
              <a:t>Dynamic LLAs on Windows</a:t>
            </a:r>
            <a:endParaRPr b="0" lang="en-US" sz="2400" spc="-1" strike="noStrike">
              <a:solidFill>
                <a:srgbClr val="58585b"/>
              </a:solidFill>
              <a:latin typeface="Arial"/>
            </a:endParaRPr>
          </a:p>
        </p:txBody>
      </p:sp>
      <p:sp>
        <p:nvSpPr>
          <p:cNvPr id="420" name="PlaceHolder 2"/>
          <p:cNvSpPr>
            <a:spLocks noGrp="1"/>
          </p:cNvSpPr>
          <p:nvPr>
            <p:ph/>
          </p:nvPr>
        </p:nvSpPr>
        <p:spPr>
          <a:xfrm>
            <a:off x="431640" y="854280"/>
            <a:ext cx="7913160" cy="569880"/>
          </a:xfrm>
          <a:prstGeom prst="rect">
            <a:avLst/>
          </a:prstGeom>
          <a:noFill/>
          <a:ln w="0">
            <a:noFill/>
          </a:ln>
        </p:spPr>
        <p:txBody>
          <a:bodyPr anchor="t">
            <a:noAutofit/>
          </a:bodyPr>
          <a:p>
            <a:pPr>
              <a:lnSpc>
                <a:spcPct val="100000"/>
              </a:lnSpc>
              <a:spcBef>
                <a:spcPts val="601"/>
              </a:spcBef>
              <a:spcAft>
                <a:spcPts val="601"/>
              </a:spcAft>
              <a:buNone/>
              <a:tabLst>
                <a:tab algn="l" pos="0"/>
              </a:tabLst>
            </a:pPr>
            <a:r>
              <a:rPr b="0" lang="en-US" sz="1600" spc="-1" strike="noStrike">
                <a:solidFill>
                  <a:srgbClr val="000000"/>
                </a:solidFill>
                <a:latin typeface="Arial"/>
                <a:ea typeface="ＭＳ Ｐゴシック"/>
              </a:rPr>
              <a:t>Operating systems, such as Windows, will typically use the same method for both a SLAAC-created GUA and a dynamically assigned LLA.</a:t>
            </a:r>
            <a:endParaRPr b="0" lang="en-US" sz="1600" spc="-1" strike="noStrike">
              <a:solidFill>
                <a:srgbClr val="58585b"/>
              </a:solidFill>
              <a:latin typeface="Arial"/>
            </a:endParaRPr>
          </a:p>
          <a:p>
            <a:pPr>
              <a:lnSpc>
                <a:spcPct val="100000"/>
              </a:lnSpc>
              <a:spcBef>
                <a:spcPts val="601"/>
              </a:spcBef>
              <a:spcAft>
                <a:spcPts val="601"/>
              </a:spcAft>
              <a:buNone/>
              <a:tabLst>
                <a:tab algn="l" pos="0"/>
              </a:tabLst>
            </a:pPr>
            <a:endParaRPr b="0" lang="en-US" sz="1600" spc="-1" strike="noStrike">
              <a:solidFill>
                <a:srgbClr val="58585b"/>
              </a:solidFill>
              <a:latin typeface="Arial"/>
            </a:endParaRPr>
          </a:p>
          <a:p>
            <a:pPr>
              <a:lnSpc>
                <a:spcPct val="100000"/>
              </a:lnSpc>
              <a:spcBef>
                <a:spcPts val="601"/>
              </a:spcBef>
              <a:spcAft>
                <a:spcPts val="601"/>
              </a:spcAft>
              <a:buNone/>
              <a:tabLst>
                <a:tab algn="l" pos="0"/>
              </a:tabLst>
            </a:pPr>
            <a:endParaRPr b="0" lang="en-US" sz="1600" spc="-1" strike="noStrike">
              <a:solidFill>
                <a:srgbClr val="58585b"/>
              </a:solidFill>
              <a:latin typeface="Arial"/>
            </a:endParaRPr>
          </a:p>
        </p:txBody>
      </p:sp>
      <p:sp>
        <p:nvSpPr>
          <p:cNvPr id="421" name="TextBox 1"/>
          <p:cNvSpPr/>
          <p:nvPr/>
        </p:nvSpPr>
        <p:spPr>
          <a:xfrm>
            <a:off x="1948320" y="5884200"/>
            <a:ext cx="184320" cy="369000"/>
          </a:xfrm>
          <a:prstGeom prst="rect">
            <a:avLst/>
          </a:prstGeom>
          <a:noFill/>
          <a:ln w="0">
            <a:noFill/>
          </a:ln>
        </p:spPr>
        <p:style>
          <a:lnRef idx="0"/>
          <a:fillRef idx="0"/>
          <a:effectRef idx="0"/>
          <a:fontRef idx="minor"/>
        </p:style>
      </p:sp>
      <p:sp>
        <p:nvSpPr>
          <p:cNvPr id="422" name="TextBox 9"/>
          <p:cNvSpPr/>
          <p:nvPr/>
        </p:nvSpPr>
        <p:spPr>
          <a:xfrm>
            <a:off x="717480" y="1424520"/>
            <a:ext cx="2380320" cy="2728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1" lang="en-US" sz="1200" spc="-1" strike="noStrike">
                <a:solidFill>
                  <a:srgbClr val="000000"/>
                </a:solidFill>
                <a:latin typeface="Arial"/>
                <a:ea typeface="ＭＳ Ｐゴシック"/>
              </a:rPr>
              <a:t>EUI-64 Generated Interface ID:</a:t>
            </a:r>
            <a:endParaRPr b="0" lang="en-JM" sz="1200" spc="-1" strike="noStrike">
              <a:latin typeface="Arial"/>
            </a:endParaRPr>
          </a:p>
        </p:txBody>
      </p:sp>
      <p:sp>
        <p:nvSpPr>
          <p:cNvPr id="423" name="Rectangle 1"/>
          <p:cNvSpPr/>
          <p:nvPr/>
        </p:nvSpPr>
        <p:spPr>
          <a:xfrm>
            <a:off x="1276560" y="1720800"/>
            <a:ext cx="5878080" cy="1310400"/>
          </a:xfrm>
          <a:prstGeom prst="rect">
            <a:avLst/>
          </a:prstGeom>
          <a:solidFill>
            <a:srgbClr val="000000"/>
          </a:solidFill>
          <a:ln w="0">
            <a:noFill/>
          </a:ln>
        </p:spPr>
        <p:style>
          <a:lnRef idx="0"/>
          <a:fillRef idx="0"/>
          <a:effectRef idx="0"/>
          <a:fontRef idx="minor"/>
        </p:style>
        <p:txBody>
          <a:bodyPr numCol="1" spcCol="0" anchor="ctr">
            <a:spAutoFit/>
          </a:bodyPr>
          <a:p>
            <a:pPr>
              <a:lnSpc>
                <a:spcPct val="100000"/>
              </a:lnSpc>
              <a:buNone/>
            </a:pPr>
            <a:r>
              <a:rPr b="0" lang="en-US" sz="1000" spc="-1" strike="noStrike">
                <a:solidFill>
                  <a:srgbClr val="ffffff"/>
                </a:solidFill>
                <a:latin typeface="Courier New"/>
                <a:ea typeface="ＭＳ Ｐゴシック"/>
              </a:rPr>
              <a:t>C:\&gt; ipconfig</a:t>
            </a:r>
            <a:endParaRPr b="0" lang="en-JM" sz="1000" spc="-1" strike="noStrike">
              <a:latin typeface="Arial"/>
            </a:endParaRPr>
          </a:p>
          <a:p>
            <a:pPr>
              <a:lnSpc>
                <a:spcPct val="100000"/>
              </a:lnSpc>
              <a:buNone/>
            </a:pPr>
            <a:r>
              <a:rPr b="0" lang="en-US" sz="1000" spc="-1" strike="noStrike">
                <a:solidFill>
                  <a:srgbClr val="ffffff"/>
                </a:solidFill>
                <a:latin typeface="Courier New"/>
                <a:ea typeface="ＭＳ Ｐゴシック"/>
              </a:rPr>
              <a:t>Windows IP Configuration</a:t>
            </a:r>
            <a:endParaRPr b="0" lang="en-JM" sz="1000" spc="-1" strike="noStrike">
              <a:latin typeface="Arial"/>
            </a:endParaRPr>
          </a:p>
          <a:p>
            <a:pPr>
              <a:lnSpc>
                <a:spcPct val="100000"/>
              </a:lnSpc>
              <a:buNone/>
            </a:pPr>
            <a:r>
              <a:rPr b="0" lang="en-US" sz="1000" spc="-1" strike="noStrike">
                <a:solidFill>
                  <a:srgbClr val="ffffff"/>
                </a:solidFill>
                <a:latin typeface="Courier New"/>
                <a:ea typeface="ＭＳ Ｐゴシック"/>
              </a:rPr>
              <a:t>Ethernet adapter Local Area Connection:</a:t>
            </a:r>
            <a:endParaRPr b="0" lang="en-JM" sz="1000" spc="-1" strike="noStrike">
              <a:latin typeface="Arial"/>
            </a:endParaRPr>
          </a:p>
          <a:p>
            <a:pPr>
              <a:lnSpc>
                <a:spcPct val="100000"/>
              </a:lnSpc>
              <a:buNone/>
            </a:pPr>
            <a:r>
              <a:rPr b="0" lang="en-US" sz="1000" spc="-1" strike="noStrike">
                <a:solidFill>
                  <a:srgbClr val="ffffff"/>
                </a:solidFill>
                <a:latin typeface="Courier New"/>
                <a:ea typeface="ＭＳ Ｐゴシック"/>
              </a:rPr>
              <a:t>Connection-specific DNS Suffix . :</a:t>
            </a:r>
            <a:endParaRPr b="0" lang="en-JM" sz="1000" spc="-1" strike="noStrike">
              <a:latin typeface="Arial"/>
            </a:endParaRPr>
          </a:p>
          <a:p>
            <a:pPr>
              <a:lnSpc>
                <a:spcPct val="100000"/>
              </a:lnSpc>
              <a:buNone/>
            </a:pPr>
            <a:r>
              <a:rPr b="0" lang="en-US" sz="1000" spc="-1" strike="noStrike">
                <a:solidFill>
                  <a:srgbClr val="ffffff"/>
                </a:solidFill>
                <a:latin typeface="Courier New"/>
                <a:ea typeface="ＭＳ Ｐゴシック"/>
              </a:rPr>
              <a:t>IPv6 Address. . . . . . . . . . . : 2001:db8:acad:1:</a:t>
            </a:r>
            <a:r>
              <a:rPr b="0" lang="en-US" sz="1000" spc="-1" strike="noStrike">
                <a:solidFill>
                  <a:srgbClr val="ffc000"/>
                </a:solidFill>
                <a:latin typeface="Courier New"/>
                <a:ea typeface="ＭＳ Ｐゴシック"/>
              </a:rPr>
              <a:t>fc99:47</a:t>
            </a:r>
            <a:r>
              <a:rPr b="0" lang="en-US" sz="1000" spc="-1" strike="noStrike">
                <a:solidFill>
                  <a:srgbClr val="ffffff"/>
                </a:solidFill>
                <a:latin typeface="Courier New"/>
                <a:ea typeface="ＭＳ Ｐゴシック"/>
              </a:rPr>
              <a:t>ff:fe</a:t>
            </a:r>
            <a:r>
              <a:rPr b="0" lang="en-US" sz="1000" spc="-1" strike="noStrike">
                <a:solidFill>
                  <a:srgbClr val="ffc000"/>
                </a:solidFill>
                <a:latin typeface="Courier New"/>
                <a:ea typeface="ＭＳ Ｐゴシック"/>
              </a:rPr>
              <a:t>75:cee0</a:t>
            </a:r>
            <a:endParaRPr b="0" lang="en-JM" sz="1000" spc="-1" strike="noStrike">
              <a:latin typeface="Arial"/>
            </a:endParaRPr>
          </a:p>
          <a:p>
            <a:pPr>
              <a:lnSpc>
                <a:spcPct val="100000"/>
              </a:lnSpc>
              <a:buNone/>
            </a:pPr>
            <a:r>
              <a:rPr b="0" lang="en-US" sz="1000" spc="-1" strike="noStrike">
                <a:solidFill>
                  <a:srgbClr val="ffffff"/>
                </a:solidFill>
                <a:latin typeface="Courier New"/>
                <a:ea typeface="ＭＳ Ｐゴシック"/>
              </a:rPr>
              <a:t>Link-local IPv6 Address . . . . . : fe80::</a:t>
            </a:r>
            <a:r>
              <a:rPr b="0" lang="en-US" sz="1000" spc="-1" strike="noStrike">
                <a:solidFill>
                  <a:srgbClr val="ffc000"/>
                </a:solidFill>
                <a:latin typeface="Courier New"/>
                <a:ea typeface="ＭＳ Ｐゴシック"/>
              </a:rPr>
              <a:t>fc99:47</a:t>
            </a:r>
            <a:r>
              <a:rPr b="0" lang="en-US" sz="1000" spc="-1" strike="noStrike">
                <a:solidFill>
                  <a:srgbClr val="ffffff"/>
                </a:solidFill>
                <a:latin typeface="Courier New"/>
                <a:ea typeface="ＭＳ Ｐゴシック"/>
              </a:rPr>
              <a:t>ff:fe</a:t>
            </a:r>
            <a:r>
              <a:rPr b="0" lang="en-US" sz="1000" spc="-1" strike="noStrike">
                <a:solidFill>
                  <a:srgbClr val="ffc000"/>
                </a:solidFill>
                <a:latin typeface="Courier New"/>
                <a:ea typeface="ＭＳ Ｐゴシック"/>
              </a:rPr>
              <a:t>75:cee0</a:t>
            </a:r>
            <a:endParaRPr b="0" lang="en-JM" sz="1000" spc="-1" strike="noStrike">
              <a:latin typeface="Arial"/>
            </a:endParaRPr>
          </a:p>
          <a:p>
            <a:pPr>
              <a:lnSpc>
                <a:spcPct val="100000"/>
              </a:lnSpc>
              <a:buNone/>
            </a:pPr>
            <a:r>
              <a:rPr b="0" lang="en-US" sz="1000" spc="-1" strike="noStrike">
                <a:solidFill>
                  <a:srgbClr val="ffffff"/>
                </a:solidFill>
                <a:latin typeface="Courier New"/>
                <a:ea typeface="ＭＳ Ｐゴシック"/>
              </a:rPr>
              <a:t>Default Gateway . . . . . . . . . : fe80::1</a:t>
            </a:r>
            <a:endParaRPr b="0" lang="en-JM" sz="1000" spc="-1" strike="noStrike">
              <a:latin typeface="Arial"/>
            </a:endParaRPr>
          </a:p>
          <a:p>
            <a:pPr>
              <a:lnSpc>
                <a:spcPct val="100000"/>
              </a:lnSpc>
              <a:buNone/>
            </a:pPr>
            <a:r>
              <a:rPr b="0" lang="en-US" sz="1000" spc="-1" strike="noStrike">
                <a:solidFill>
                  <a:srgbClr val="ffffff"/>
                </a:solidFill>
                <a:latin typeface="Courier New"/>
                <a:ea typeface="ＭＳ Ｐゴシック"/>
              </a:rPr>
              <a:t>C:\&gt;</a:t>
            </a:r>
            <a:endParaRPr b="0" lang="en-JM" sz="1000" spc="-1" strike="noStrike">
              <a:latin typeface="Arial"/>
            </a:endParaRPr>
          </a:p>
        </p:txBody>
      </p:sp>
      <p:sp>
        <p:nvSpPr>
          <p:cNvPr id="424" name="TextBox 10"/>
          <p:cNvSpPr/>
          <p:nvPr/>
        </p:nvSpPr>
        <p:spPr>
          <a:xfrm>
            <a:off x="765360" y="3102480"/>
            <a:ext cx="2963880" cy="2728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1" lang="en-US" sz="1200" spc="-1" strike="noStrike">
                <a:solidFill>
                  <a:srgbClr val="000000"/>
                </a:solidFill>
                <a:latin typeface="Arial"/>
                <a:ea typeface="ＭＳ Ｐゴシック"/>
              </a:rPr>
              <a:t>Random 64-bit Generated Interface ID:</a:t>
            </a:r>
            <a:endParaRPr b="0" lang="en-JM" sz="1200" spc="-1" strike="noStrike">
              <a:latin typeface="Arial"/>
            </a:endParaRPr>
          </a:p>
        </p:txBody>
      </p:sp>
      <p:sp>
        <p:nvSpPr>
          <p:cNvPr id="425" name="Rectangle 1"/>
          <p:cNvSpPr/>
          <p:nvPr/>
        </p:nvSpPr>
        <p:spPr>
          <a:xfrm>
            <a:off x="1303920" y="3385440"/>
            <a:ext cx="5823000" cy="1310400"/>
          </a:xfrm>
          <a:prstGeom prst="rect">
            <a:avLst/>
          </a:prstGeom>
          <a:solidFill>
            <a:srgbClr val="000000"/>
          </a:solidFill>
          <a:ln w="0">
            <a:noFill/>
          </a:ln>
        </p:spPr>
        <p:style>
          <a:lnRef idx="0"/>
          <a:fillRef idx="0"/>
          <a:effectRef idx="0"/>
          <a:fontRef idx="minor"/>
        </p:style>
        <p:txBody>
          <a:bodyPr numCol="1" spcCol="0" wrap="none" anchor="ctr">
            <a:spAutoFit/>
          </a:bodyPr>
          <a:p>
            <a:pPr>
              <a:lnSpc>
                <a:spcPct val="100000"/>
              </a:lnSpc>
              <a:buNone/>
            </a:pPr>
            <a:r>
              <a:rPr b="0" lang="en-US" sz="1000" spc="-1" strike="noStrike">
                <a:solidFill>
                  <a:srgbClr val="ffffff"/>
                </a:solidFill>
                <a:latin typeface="Courier New"/>
                <a:ea typeface="ＭＳ Ｐゴシック"/>
              </a:rPr>
              <a:t>C:\&gt; ipconfig</a:t>
            </a:r>
            <a:endParaRPr b="0" lang="en-JM" sz="1000" spc="-1" strike="noStrike">
              <a:latin typeface="Arial"/>
            </a:endParaRPr>
          </a:p>
          <a:p>
            <a:pPr>
              <a:lnSpc>
                <a:spcPct val="100000"/>
              </a:lnSpc>
              <a:buNone/>
            </a:pPr>
            <a:r>
              <a:rPr b="0" lang="en-US" sz="1000" spc="-1" strike="noStrike">
                <a:solidFill>
                  <a:srgbClr val="ffffff"/>
                </a:solidFill>
                <a:latin typeface="Courier New"/>
                <a:ea typeface="ＭＳ Ｐゴシック"/>
              </a:rPr>
              <a:t>Windows IP Configuration</a:t>
            </a:r>
            <a:endParaRPr b="0" lang="en-JM" sz="1000" spc="-1" strike="noStrike">
              <a:latin typeface="Arial"/>
            </a:endParaRPr>
          </a:p>
          <a:p>
            <a:pPr>
              <a:lnSpc>
                <a:spcPct val="100000"/>
              </a:lnSpc>
              <a:buNone/>
            </a:pPr>
            <a:r>
              <a:rPr b="0" lang="en-US" sz="1000" spc="-1" strike="noStrike">
                <a:solidFill>
                  <a:srgbClr val="ffffff"/>
                </a:solidFill>
                <a:latin typeface="Courier New"/>
                <a:ea typeface="ＭＳ Ｐゴシック"/>
              </a:rPr>
              <a:t>Ethernet adapter Local Area Connection:</a:t>
            </a:r>
            <a:endParaRPr b="0" lang="en-JM" sz="1000" spc="-1" strike="noStrike">
              <a:latin typeface="Arial"/>
            </a:endParaRPr>
          </a:p>
          <a:p>
            <a:pPr>
              <a:lnSpc>
                <a:spcPct val="100000"/>
              </a:lnSpc>
              <a:buNone/>
            </a:pPr>
            <a:r>
              <a:rPr b="0" lang="en-US" sz="1000" spc="-1" strike="noStrike">
                <a:solidFill>
                  <a:srgbClr val="ffffff"/>
                </a:solidFill>
                <a:latin typeface="Courier New"/>
                <a:ea typeface="ＭＳ Ｐゴシック"/>
              </a:rPr>
              <a:t>   </a:t>
            </a:r>
            <a:r>
              <a:rPr b="0" lang="en-US" sz="1000" spc="-1" strike="noStrike">
                <a:solidFill>
                  <a:srgbClr val="ffffff"/>
                </a:solidFill>
                <a:latin typeface="Courier New"/>
                <a:ea typeface="ＭＳ Ｐゴシック"/>
              </a:rPr>
              <a:t>Connection-specific DNS Suffix  . :</a:t>
            </a:r>
            <a:endParaRPr b="0" lang="en-JM" sz="1000" spc="-1" strike="noStrike">
              <a:latin typeface="Arial"/>
            </a:endParaRPr>
          </a:p>
          <a:p>
            <a:pPr>
              <a:lnSpc>
                <a:spcPct val="100000"/>
              </a:lnSpc>
              <a:buNone/>
            </a:pPr>
            <a:r>
              <a:rPr b="0" lang="en-US" sz="1000" spc="-1" strike="noStrike">
                <a:solidFill>
                  <a:srgbClr val="ffffff"/>
                </a:solidFill>
                <a:latin typeface="Courier New"/>
                <a:ea typeface="ＭＳ Ｐゴシック"/>
              </a:rPr>
              <a:t>   </a:t>
            </a:r>
            <a:r>
              <a:rPr b="0" lang="en-US" sz="1000" spc="-1" strike="noStrike">
                <a:solidFill>
                  <a:srgbClr val="ffffff"/>
                </a:solidFill>
                <a:latin typeface="Courier New"/>
                <a:ea typeface="ＭＳ Ｐゴシック"/>
              </a:rPr>
              <a:t>IPv6 Address. . . . . . . . . . . : 2001:db8:acad:1:</a:t>
            </a:r>
            <a:r>
              <a:rPr b="0" lang="en-US" sz="1000" spc="-1" strike="noStrike">
                <a:solidFill>
                  <a:srgbClr val="ffc000"/>
                </a:solidFill>
                <a:latin typeface="Courier New"/>
                <a:ea typeface="ＭＳ Ｐゴシック"/>
              </a:rPr>
              <a:t>50a5:8a35:a5bb:66e1</a:t>
            </a:r>
            <a:endParaRPr b="0" lang="en-JM" sz="1000" spc="-1" strike="noStrike">
              <a:latin typeface="Arial"/>
            </a:endParaRPr>
          </a:p>
          <a:p>
            <a:pPr>
              <a:lnSpc>
                <a:spcPct val="100000"/>
              </a:lnSpc>
              <a:buNone/>
            </a:pPr>
            <a:r>
              <a:rPr b="0" lang="en-US" sz="1000" spc="-1" strike="noStrike">
                <a:solidFill>
                  <a:srgbClr val="ffffff"/>
                </a:solidFill>
                <a:latin typeface="Courier New"/>
                <a:ea typeface="ＭＳ Ｐゴシック"/>
              </a:rPr>
              <a:t>   </a:t>
            </a:r>
            <a:r>
              <a:rPr b="0" lang="en-US" sz="1000" spc="-1" strike="noStrike">
                <a:solidFill>
                  <a:srgbClr val="ffffff"/>
                </a:solidFill>
                <a:latin typeface="Courier New"/>
                <a:ea typeface="ＭＳ Ｐゴシック"/>
              </a:rPr>
              <a:t>Link-local IPv6 Address . . . . . : fe80::</a:t>
            </a:r>
            <a:r>
              <a:rPr b="0" lang="en-US" sz="1000" spc="-1" strike="noStrike">
                <a:solidFill>
                  <a:srgbClr val="ffc000"/>
                </a:solidFill>
                <a:latin typeface="Courier New"/>
                <a:ea typeface="ＭＳ Ｐゴシック"/>
              </a:rPr>
              <a:t>50a5:8a35:a5bb:66e1</a:t>
            </a:r>
            <a:endParaRPr b="0" lang="en-JM" sz="1000" spc="-1" strike="noStrike">
              <a:latin typeface="Arial"/>
            </a:endParaRPr>
          </a:p>
          <a:p>
            <a:pPr>
              <a:lnSpc>
                <a:spcPct val="100000"/>
              </a:lnSpc>
              <a:buNone/>
            </a:pPr>
            <a:r>
              <a:rPr b="0" lang="en-US" sz="1000" spc="-1" strike="noStrike">
                <a:solidFill>
                  <a:srgbClr val="ffffff"/>
                </a:solidFill>
                <a:latin typeface="Courier New"/>
                <a:ea typeface="ＭＳ Ｐゴシック"/>
              </a:rPr>
              <a:t>   </a:t>
            </a:r>
            <a:r>
              <a:rPr b="0" lang="en-US" sz="1000" spc="-1" strike="noStrike">
                <a:solidFill>
                  <a:srgbClr val="ffffff"/>
                </a:solidFill>
                <a:latin typeface="Courier New"/>
                <a:ea typeface="ＭＳ Ｐゴシック"/>
              </a:rPr>
              <a:t>Default Gateway . . . . . . . . . : fe80::1</a:t>
            </a:r>
            <a:endParaRPr b="0" lang="en-JM" sz="1000" spc="-1" strike="noStrike">
              <a:latin typeface="Arial"/>
            </a:endParaRPr>
          </a:p>
          <a:p>
            <a:pPr>
              <a:lnSpc>
                <a:spcPct val="100000"/>
              </a:lnSpc>
              <a:buNone/>
            </a:pPr>
            <a:r>
              <a:rPr b="0" lang="en-US" sz="1000" spc="-1" strike="noStrike">
                <a:solidFill>
                  <a:srgbClr val="ffffff"/>
                </a:solidFill>
                <a:latin typeface="Courier New"/>
                <a:ea typeface="ＭＳ Ｐゴシック"/>
              </a:rPr>
              <a:t>C:\&gt;</a:t>
            </a:r>
            <a:endParaRPr b="0" lang="en-JM" sz="1000" spc="-1" strike="noStrike">
              <a:latin typeface="Arial"/>
            </a:endParaRPr>
          </a:p>
        </p:txBody>
      </p:sp>
    </p:spTree>
  </p:cSld>
  <mc:AlternateContent>
    <mc:Choice Requires="p14">
      <p:transition spd="med" p14:dur="700">
        <p:fade/>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6"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Dynamic Addressing for IPv6 LLAs</a:t>
            </a:r>
            <a:br/>
            <a:r>
              <a:rPr b="0" lang="en-US" sz="2400" spc="-1" strike="noStrike">
                <a:solidFill>
                  <a:srgbClr val="004c69"/>
                </a:solidFill>
                <a:latin typeface="Arial"/>
                <a:ea typeface="ＭＳ Ｐゴシック"/>
              </a:rPr>
              <a:t>Dynamic LLAs on Cisco Routers</a:t>
            </a:r>
            <a:endParaRPr b="0" lang="en-US" sz="2400" spc="-1" strike="noStrike">
              <a:solidFill>
                <a:srgbClr val="58585b"/>
              </a:solidFill>
              <a:latin typeface="Arial"/>
            </a:endParaRPr>
          </a:p>
        </p:txBody>
      </p:sp>
      <p:sp>
        <p:nvSpPr>
          <p:cNvPr id="427" name="PlaceHolder 2"/>
          <p:cNvSpPr>
            <a:spLocks noGrp="1"/>
          </p:cNvSpPr>
          <p:nvPr>
            <p:ph/>
          </p:nvPr>
        </p:nvSpPr>
        <p:spPr>
          <a:xfrm>
            <a:off x="431640" y="1035000"/>
            <a:ext cx="7913160" cy="1536480"/>
          </a:xfrm>
          <a:prstGeom prst="rect">
            <a:avLst/>
          </a:prstGeom>
          <a:noFill/>
          <a:ln w="0">
            <a:noFill/>
          </a:ln>
        </p:spPr>
        <p:txBody>
          <a:bodyPr anchor="t">
            <a:noAutofit/>
          </a:bodyPr>
          <a:p>
            <a:pPr>
              <a:lnSpc>
                <a:spcPct val="100000"/>
              </a:lnSpc>
              <a:spcBef>
                <a:spcPts val="601"/>
              </a:spcBef>
              <a:spcAft>
                <a:spcPts val="601"/>
              </a:spcAft>
              <a:buNone/>
              <a:tabLst>
                <a:tab algn="l" pos="0"/>
              </a:tabLst>
            </a:pPr>
            <a:r>
              <a:rPr b="0" lang="en-US" sz="1600" spc="-1" strike="noStrike">
                <a:solidFill>
                  <a:srgbClr val="000000"/>
                </a:solidFill>
                <a:latin typeface="Arial"/>
                <a:ea typeface="ＭＳ Ｐゴシック"/>
              </a:rPr>
              <a:t>Cisco routers automatically create an IPv6 LLA whenever a GUA is assigned to the interface. By default, Cisco IOS routers use EUI-64 to generate the interface ID for all LLAs on IPv6 interfaces.</a:t>
            </a:r>
            <a:endParaRPr b="0" lang="en-US" sz="1600" spc="-1" strike="noStrike">
              <a:solidFill>
                <a:srgbClr val="58585b"/>
              </a:solidFill>
              <a:latin typeface="Arial"/>
            </a:endParaRPr>
          </a:p>
          <a:p>
            <a:pPr>
              <a:lnSpc>
                <a:spcPct val="100000"/>
              </a:lnSpc>
              <a:spcBef>
                <a:spcPts val="601"/>
              </a:spcBef>
              <a:spcAft>
                <a:spcPts val="601"/>
              </a:spcAft>
              <a:buNone/>
              <a:tabLst>
                <a:tab algn="l" pos="0"/>
              </a:tabLst>
            </a:pPr>
            <a:r>
              <a:rPr b="0" lang="en-US" sz="1600" spc="-1" strike="noStrike">
                <a:solidFill>
                  <a:srgbClr val="000000"/>
                </a:solidFill>
                <a:latin typeface="Arial"/>
                <a:ea typeface="ＭＳ Ｐゴシック"/>
              </a:rPr>
              <a:t>Here is an example of a LLA dynamically configured on the G0/0/0 interface of R1:</a:t>
            </a:r>
            <a:endParaRPr b="0" lang="en-US" sz="1600" spc="-1" strike="noStrike">
              <a:solidFill>
                <a:srgbClr val="58585b"/>
              </a:solidFill>
              <a:latin typeface="Arial"/>
            </a:endParaRPr>
          </a:p>
          <a:p>
            <a:pPr>
              <a:lnSpc>
                <a:spcPct val="100000"/>
              </a:lnSpc>
              <a:spcBef>
                <a:spcPts val="601"/>
              </a:spcBef>
              <a:spcAft>
                <a:spcPts val="601"/>
              </a:spcAft>
              <a:buNone/>
              <a:tabLst>
                <a:tab algn="l" pos="0"/>
              </a:tabLst>
            </a:pPr>
            <a:endParaRPr b="0" lang="en-US" sz="1600" spc="-1" strike="noStrike">
              <a:solidFill>
                <a:srgbClr val="58585b"/>
              </a:solidFill>
              <a:latin typeface="Arial"/>
            </a:endParaRPr>
          </a:p>
          <a:p>
            <a:pPr>
              <a:lnSpc>
                <a:spcPct val="100000"/>
              </a:lnSpc>
              <a:spcBef>
                <a:spcPts val="601"/>
              </a:spcBef>
              <a:spcAft>
                <a:spcPts val="601"/>
              </a:spcAft>
              <a:buNone/>
              <a:tabLst>
                <a:tab algn="l" pos="0"/>
              </a:tabLst>
            </a:pPr>
            <a:endParaRPr b="0" lang="en-US" sz="1600" spc="-1" strike="noStrike">
              <a:solidFill>
                <a:srgbClr val="58585b"/>
              </a:solidFill>
              <a:latin typeface="Arial"/>
            </a:endParaRPr>
          </a:p>
        </p:txBody>
      </p:sp>
      <p:sp>
        <p:nvSpPr>
          <p:cNvPr id="428" name="Rectangle 1"/>
          <p:cNvSpPr/>
          <p:nvPr/>
        </p:nvSpPr>
        <p:spPr>
          <a:xfrm>
            <a:off x="1660320" y="2577960"/>
            <a:ext cx="5822640" cy="1310400"/>
          </a:xfrm>
          <a:prstGeom prst="rect">
            <a:avLst/>
          </a:prstGeom>
          <a:solidFill>
            <a:srgbClr val="000000"/>
          </a:solidFill>
          <a:ln w="0">
            <a:noFill/>
          </a:ln>
        </p:spPr>
        <p:style>
          <a:lnRef idx="0"/>
          <a:fillRef idx="0"/>
          <a:effectRef idx="0"/>
          <a:fontRef idx="minor"/>
        </p:style>
        <p:txBody>
          <a:bodyPr numCol="1" spcCol="0" wrap="none" anchor="ctr">
            <a:spAutoFit/>
          </a:bodyPr>
          <a:p>
            <a:pPr>
              <a:lnSpc>
                <a:spcPct val="100000"/>
              </a:lnSpc>
              <a:buNone/>
              <a:tabLst>
                <a:tab algn="l" pos="0"/>
              </a:tabLst>
            </a:pPr>
            <a:r>
              <a:rPr b="0" lang="en-US" sz="1000" spc="-1" strike="noStrike">
                <a:solidFill>
                  <a:srgbClr val="ffffff"/>
                </a:solidFill>
                <a:latin typeface="Courier New"/>
                <a:ea typeface="ＭＳ Ｐゴシック"/>
              </a:rPr>
              <a:t>R1# </a:t>
            </a:r>
            <a:r>
              <a:rPr b="1" lang="en-US" sz="1000" spc="-1" strike="noStrike">
                <a:solidFill>
                  <a:srgbClr val="ffffff"/>
                </a:solidFill>
                <a:latin typeface="Courier New"/>
                <a:ea typeface="ＭＳ Ｐゴシック"/>
              </a:rPr>
              <a:t>show interface gigabitEthernet 0/0/0</a:t>
            </a:r>
            <a:r>
              <a:rPr b="0" lang="en-US" sz="1000" spc="-1" strike="noStrike">
                <a:solidFill>
                  <a:srgbClr val="ffffff"/>
                </a:solidFill>
                <a:latin typeface="Courier New"/>
                <a:ea typeface="ＭＳ Ｐゴシック"/>
              </a:rPr>
              <a:t> </a:t>
            </a:r>
            <a:endParaRPr b="0" lang="en-JM" sz="1000" spc="-1" strike="noStrike">
              <a:latin typeface="Arial"/>
            </a:endParaRPr>
          </a:p>
          <a:p>
            <a:pPr>
              <a:lnSpc>
                <a:spcPct val="100000"/>
              </a:lnSpc>
              <a:buNone/>
              <a:tabLst>
                <a:tab algn="l" pos="0"/>
              </a:tabLst>
            </a:pPr>
            <a:r>
              <a:rPr b="0" lang="en-US" sz="1000" spc="-1" strike="noStrike">
                <a:solidFill>
                  <a:srgbClr val="ffffff"/>
                </a:solidFill>
                <a:latin typeface="Courier New"/>
                <a:ea typeface="ＭＳ Ｐゴシック"/>
              </a:rPr>
              <a:t>GigabitEthernet0/0/0 is up, line protocol is up </a:t>
            </a:r>
            <a:endParaRPr b="0" lang="en-JM" sz="1000" spc="-1" strike="noStrike">
              <a:latin typeface="Arial"/>
            </a:endParaRPr>
          </a:p>
          <a:p>
            <a:pPr>
              <a:lnSpc>
                <a:spcPct val="100000"/>
              </a:lnSpc>
              <a:buNone/>
              <a:tabLst>
                <a:tab algn="l" pos="0"/>
              </a:tabLst>
            </a:pPr>
            <a:r>
              <a:rPr b="0" lang="en-US" sz="1000" spc="-1" strike="noStrike">
                <a:solidFill>
                  <a:srgbClr val="ffffff"/>
                </a:solidFill>
                <a:latin typeface="Courier New"/>
                <a:ea typeface="ＭＳ Ｐゴシック"/>
              </a:rPr>
              <a:t>Hardware is ISR4221-2x1GE, address is </a:t>
            </a:r>
            <a:r>
              <a:rPr b="1" lang="en-US" sz="1000" spc="-1" strike="noStrike">
                <a:solidFill>
                  <a:srgbClr val="fbab18"/>
                </a:solidFill>
                <a:latin typeface="Courier New"/>
                <a:ea typeface="ＭＳ Ｐゴシック"/>
              </a:rPr>
              <a:t>7079.b392.3640</a:t>
            </a:r>
            <a:r>
              <a:rPr b="0" lang="en-US" sz="1000" spc="-1" strike="noStrike">
                <a:solidFill>
                  <a:srgbClr val="fbab18"/>
                </a:solidFill>
                <a:latin typeface="Courier New"/>
                <a:ea typeface="ＭＳ Ｐゴシック"/>
              </a:rPr>
              <a:t> </a:t>
            </a:r>
            <a:r>
              <a:rPr b="0" lang="en-US" sz="1000" spc="-1" strike="noStrike">
                <a:solidFill>
                  <a:srgbClr val="ffffff"/>
                </a:solidFill>
                <a:latin typeface="Courier New"/>
                <a:ea typeface="ＭＳ Ｐゴシック"/>
              </a:rPr>
              <a:t>(bia 7079.b392.3640) </a:t>
            </a:r>
            <a:endParaRPr b="0" lang="en-JM" sz="1000" spc="-1" strike="noStrike">
              <a:latin typeface="Arial"/>
            </a:endParaRPr>
          </a:p>
          <a:p>
            <a:pPr>
              <a:lnSpc>
                <a:spcPct val="100000"/>
              </a:lnSpc>
              <a:buNone/>
              <a:tabLst>
                <a:tab algn="l" pos="0"/>
              </a:tabLst>
            </a:pPr>
            <a:r>
              <a:rPr b="0" lang="en-US" sz="1000" spc="-1" strike="noStrike">
                <a:solidFill>
                  <a:srgbClr val="ffffff"/>
                </a:solidFill>
                <a:latin typeface="Courier New"/>
                <a:ea typeface="ＭＳ Ｐゴシック"/>
              </a:rPr>
              <a:t>(Output omitted) </a:t>
            </a:r>
            <a:endParaRPr b="0" lang="en-JM" sz="1000" spc="-1" strike="noStrike">
              <a:latin typeface="Arial"/>
            </a:endParaRPr>
          </a:p>
          <a:p>
            <a:pPr>
              <a:lnSpc>
                <a:spcPct val="100000"/>
              </a:lnSpc>
              <a:buNone/>
              <a:tabLst>
                <a:tab algn="l" pos="0"/>
              </a:tabLst>
            </a:pPr>
            <a:r>
              <a:rPr b="0" lang="en-US" sz="1000" spc="-1" strike="noStrike">
                <a:solidFill>
                  <a:srgbClr val="ffffff"/>
                </a:solidFill>
                <a:latin typeface="Courier New"/>
                <a:ea typeface="ＭＳ Ｐゴシック"/>
              </a:rPr>
              <a:t>R1# </a:t>
            </a:r>
            <a:r>
              <a:rPr b="1" lang="en-US" sz="1000" spc="-1" strike="noStrike">
                <a:solidFill>
                  <a:srgbClr val="ffffff"/>
                </a:solidFill>
                <a:latin typeface="Courier New"/>
                <a:ea typeface="ＭＳ Ｐゴシック"/>
              </a:rPr>
              <a:t>show ipv6 interface brief</a:t>
            </a:r>
            <a:r>
              <a:rPr b="0" lang="en-US" sz="1000" spc="-1" strike="noStrike">
                <a:solidFill>
                  <a:srgbClr val="ffffff"/>
                </a:solidFill>
                <a:latin typeface="Courier New"/>
                <a:ea typeface="ＭＳ Ｐゴシック"/>
              </a:rPr>
              <a:t> </a:t>
            </a:r>
            <a:endParaRPr b="0" lang="en-JM" sz="1000" spc="-1" strike="noStrike">
              <a:latin typeface="Arial"/>
            </a:endParaRPr>
          </a:p>
          <a:p>
            <a:pPr>
              <a:lnSpc>
                <a:spcPct val="100000"/>
              </a:lnSpc>
              <a:buNone/>
              <a:tabLst>
                <a:tab algn="l" pos="0"/>
              </a:tabLst>
            </a:pPr>
            <a:r>
              <a:rPr b="0" lang="en-US" sz="1000" spc="-1" strike="noStrike">
                <a:solidFill>
                  <a:srgbClr val="ffffff"/>
                </a:solidFill>
                <a:latin typeface="Courier New"/>
                <a:ea typeface="ＭＳ Ｐゴシック"/>
              </a:rPr>
              <a:t>GigabitEthernet0/0/0 [up/up] </a:t>
            </a:r>
            <a:endParaRPr b="0" lang="en-JM" sz="1000" spc="-1" strike="noStrike">
              <a:latin typeface="Arial"/>
            </a:endParaRPr>
          </a:p>
          <a:p>
            <a:pPr>
              <a:lnSpc>
                <a:spcPct val="100000"/>
              </a:lnSpc>
              <a:buNone/>
              <a:tabLst>
                <a:tab algn="l" pos="0"/>
              </a:tabLst>
            </a:pPr>
            <a:r>
              <a:rPr b="0" lang="en-US" sz="1000" spc="-1" strike="noStrike">
                <a:solidFill>
                  <a:srgbClr val="ffffff"/>
                </a:solidFill>
                <a:latin typeface="Courier New"/>
                <a:ea typeface="ＭＳ Ｐゴシック"/>
              </a:rPr>
              <a:t>FE80::</a:t>
            </a:r>
            <a:r>
              <a:rPr b="1" lang="en-US" sz="1000" spc="-1" strike="noStrike">
                <a:solidFill>
                  <a:srgbClr val="fbab18"/>
                </a:solidFill>
                <a:latin typeface="Courier New"/>
                <a:ea typeface="ＭＳ Ｐゴシック"/>
              </a:rPr>
              <a:t>7279:B3</a:t>
            </a:r>
            <a:r>
              <a:rPr b="1" lang="en-US" sz="1000" spc="-1" strike="noStrike">
                <a:solidFill>
                  <a:srgbClr val="ffffff"/>
                </a:solidFill>
                <a:latin typeface="Courier New"/>
                <a:ea typeface="ＭＳ Ｐゴシック"/>
              </a:rPr>
              <a:t>FF:FE</a:t>
            </a:r>
            <a:r>
              <a:rPr b="1" lang="en-US" sz="1000" spc="-1" strike="noStrike">
                <a:solidFill>
                  <a:srgbClr val="fbab18"/>
                </a:solidFill>
                <a:latin typeface="Courier New"/>
                <a:ea typeface="ＭＳ Ｐゴシック"/>
              </a:rPr>
              <a:t>92:3640</a:t>
            </a:r>
            <a:r>
              <a:rPr b="0" lang="en-US" sz="1000" spc="-1" strike="noStrike">
                <a:solidFill>
                  <a:srgbClr val="ffffff"/>
                </a:solidFill>
                <a:latin typeface="Courier New"/>
                <a:ea typeface="ＭＳ Ｐゴシック"/>
              </a:rPr>
              <a:t> </a:t>
            </a:r>
            <a:endParaRPr b="0" lang="en-JM" sz="1000" spc="-1" strike="noStrike">
              <a:latin typeface="Arial"/>
            </a:endParaRPr>
          </a:p>
          <a:p>
            <a:pPr>
              <a:lnSpc>
                <a:spcPct val="100000"/>
              </a:lnSpc>
              <a:buNone/>
              <a:tabLst>
                <a:tab algn="l" pos="0"/>
              </a:tabLst>
            </a:pPr>
            <a:r>
              <a:rPr b="0" lang="en-US" sz="1000" spc="-1" strike="noStrike">
                <a:solidFill>
                  <a:srgbClr val="ffffff"/>
                </a:solidFill>
                <a:latin typeface="Courier New"/>
                <a:ea typeface="ＭＳ Ｐゴシック"/>
              </a:rPr>
              <a:t>2001:DB8:ACAD:1::1 </a:t>
            </a:r>
            <a:endParaRPr b="0" lang="en-JM" sz="1000" spc="-1" strike="noStrike">
              <a:latin typeface="Arial"/>
            </a:endParaRPr>
          </a:p>
        </p:txBody>
      </p:sp>
    </p:spTree>
  </p:cSld>
  <mc:AlternateContent>
    <mc:Choice Requires="p14">
      <p:transition spd="med" p14:dur="700">
        <p:fade/>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9"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Dynamic Addressing for IPv6 LLAs</a:t>
            </a:r>
            <a:br/>
            <a:r>
              <a:rPr b="0" lang="en-US" sz="2400" spc="-1" strike="noStrike">
                <a:solidFill>
                  <a:srgbClr val="004c69"/>
                </a:solidFill>
                <a:latin typeface="Arial"/>
                <a:ea typeface="ＭＳ Ｐゴシック"/>
              </a:rPr>
              <a:t>Verify IPv6 Address Configuration</a:t>
            </a:r>
            <a:endParaRPr b="0" lang="en-US" sz="2400" spc="-1" strike="noStrike">
              <a:solidFill>
                <a:srgbClr val="58585b"/>
              </a:solidFill>
              <a:latin typeface="Arial"/>
            </a:endParaRPr>
          </a:p>
        </p:txBody>
      </p:sp>
      <p:sp>
        <p:nvSpPr>
          <p:cNvPr id="430" name="PlaceHolder 2"/>
          <p:cNvSpPr>
            <a:spLocks noGrp="1"/>
          </p:cNvSpPr>
          <p:nvPr>
            <p:ph/>
          </p:nvPr>
        </p:nvSpPr>
        <p:spPr>
          <a:xfrm>
            <a:off x="431640" y="866160"/>
            <a:ext cx="7913160" cy="1536480"/>
          </a:xfrm>
          <a:prstGeom prst="rect">
            <a:avLst/>
          </a:prstGeom>
          <a:noFill/>
          <a:ln w="0">
            <a:noFill/>
          </a:ln>
        </p:spPr>
        <p:txBody>
          <a:bodyPr anchor="t">
            <a:noAutofit/>
          </a:bodyPr>
          <a:p>
            <a:pPr>
              <a:lnSpc>
                <a:spcPct val="100000"/>
              </a:lnSpc>
              <a:spcBef>
                <a:spcPts val="601"/>
              </a:spcBef>
              <a:spcAft>
                <a:spcPts val="601"/>
              </a:spcAft>
              <a:buNone/>
              <a:tabLst>
                <a:tab algn="l" pos="0"/>
              </a:tabLst>
            </a:pPr>
            <a:r>
              <a:rPr b="0" lang="en-US" sz="1600" spc="-1" strike="noStrike">
                <a:solidFill>
                  <a:srgbClr val="000000"/>
                </a:solidFill>
                <a:latin typeface="Arial"/>
                <a:ea typeface="ＭＳ Ｐゴシック"/>
              </a:rPr>
              <a:t>Cisco routers automatically create an IPv6 LLA whenever a GUA is assigned to the interface. By default, Cisco IOS routers use EUI-64 to generate the interface ID for all LLAs on IPv6 interfaces.</a:t>
            </a:r>
            <a:endParaRPr b="0" lang="en-US" sz="1600" spc="-1" strike="noStrike">
              <a:solidFill>
                <a:srgbClr val="58585b"/>
              </a:solidFill>
              <a:latin typeface="Arial"/>
            </a:endParaRPr>
          </a:p>
          <a:p>
            <a:pPr>
              <a:lnSpc>
                <a:spcPct val="100000"/>
              </a:lnSpc>
              <a:spcBef>
                <a:spcPts val="601"/>
              </a:spcBef>
              <a:spcAft>
                <a:spcPts val="601"/>
              </a:spcAft>
              <a:buNone/>
              <a:tabLst>
                <a:tab algn="l" pos="0"/>
              </a:tabLst>
            </a:pPr>
            <a:r>
              <a:rPr b="0" lang="en-US" sz="1600" spc="-1" strike="noStrike">
                <a:solidFill>
                  <a:srgbClr val="000000"/>
                </a:solidFill>
                <a:latin typeface="Arial"/>
                <a:ea typeface="ＭＳ Ｐゴシック"/>
              </a:rPr>
              <a:t>Here is an example of a LLA dynamically configured on the G0/0/0 interface of R1:</a:t>
            </a:r>
            <a:endParaRPr b="0" lang="en-US" sz="1600" spc="-1" strike="noStrike">
              <a:solidFill>
                <a:srgbClr val="58585b"/>
              </a:solidFill>
              <a:latin typeface="Arial"/>
            </a:endParaRPr>
          </a:p>
          <a:p>
            <a:pPr>
              <a:lnSpc>
                <a:spcPct val="100000"/>
              </a:lnSpc>
              <a:spcBef>
                <a:spcPts val="601"/>
              </a:spcBef>
              <a:spcAft>
                <a:spcPts val="601"/>
              </a:spcAft>
              <a:buNone/>
              <a:tabLst>
                <a:tab algn="l" pos="0"/>
              </a:tabLst>
            </a:pPr>
            <a:endParaRPr b="0" lang="en-US" sz="1600" spc="-1" strike="noStrike">
              <a:solidFill>
                <a:srgbClr val="58585b"/>
              </a:solidFill>
              <a:latin typeface="Arial"/>
            </a:endParaRPr>
          </a:p>
          <a:p>
            <a:pPr>
              <a:lnSpc>
                <a:spcPct val="100000"/>
              </a:lnSpc>
              <a:spcBef>
                <a:spcPts val="601"/>
              </a:spcBef>
              <a:spcAft>
                <a:spcPts val="601"/>
              </a:spcAft>
              <a:buNone/>
              <a:tabLst>
                <a:tab algn="l" pos="0"/>
              </a:tabLst>
            </a:pPr>
            <a:endParaRPr b="0" lang="en-US" sz="1600" spc="-1" strike="noStrike">
              <a:solidFill>
                <a:srgbClr val="58585b"/>
              </a:solidFill>
              <a:latin typeface="Arial"/>
            </a:endParaRPr>
          </a:p>
        </p:txBody>
      </p:sp>
      <p:sp>
        <p:nvSpPr>
          <p:cNvPr id="431" name="Rectangle 1"/>
          <p:cNvSpPr/>
          <p:nvPr/>
        </p:nvSpPr>
        <p:spPr>
          <a:xfrm>
            <a:off x="1477080" y="2577960"/>
            <a:ext cx="5822640" cy="1310400"/>
          </a:xfrm>
          <a:prstGeom prst="rect">
            <a:avLst/>
          </a:prstGeom>
          <a:solidFill>
            <a:srgbClr val="000000"/>
          </a:solidFill>
          <a:ln w="0">
            <a:noFill/>
          </a:ln>
        </p:spPr>
        <p:style>
          <a:lnRef idx="0"/>
          <a:fillRef idx="0"/>
          <a:effectRef idx="0"/>
          <a:fontRef idx="minor"/>
        </p:style>
        <p:txBody>
          <a:bodyPr numCol="1" spcCol="0" wrap="none" anchor="ctr">
            <a:spAutoFit/>
          </a:bodyPr>
          <a:p>
            <a:pPr>
              <a:lnSpc>
                <a:spcPct val="100000"/>
              </a:lnSpc>
              <a:buNone/>
              <a:tabLst>
                <a:tab algn="l" pos="0"/>
              </a:tabLst>
            </a:pPr>
            <a:r>
              <a:rPr b="0" lang="en-US" sz="1000" spc="-1" strike="noStrike">
                <a:solidFill>
                  <a:srgbClr val="ffffff"/>
                </a:solidFill>
                <a:latin typeface="Courier New"/>
                <a:ea typeface="ＭＳ Ｐゴシック"/>
              </a:rPr>
              <a:t>R1# </a:t>
            </a:r>
            <a:r>
              <a:rPr b="1" lang="en-US" sz="1000" spc="-1" strike="noStrike">
                <a:solidFill>
                  <a:srgbClr val="ffffff"/>
                </a:solidFill>
                <a:latin typeface="Courier New"/>
                <a:ea typeface="ＭＳ Ｐゴシック"/>
              </a:rPr>
              <a:t>show interface gigabitEthernet 0/0/0</a:t>
            </a:r>
            <a:r>
              <a:rPr b="0" lang="en-US" sz="1000" spc="-1" strike="noStrike">
                <a:solidFill>
                  <a:srgbClr val="ffffff"/>
                </a:solidFill>
                <a:latin typeface="Courier New"/>
                <a:ea typeface="ＭＳ Ｐゴシック"/>
              </a:rPr>
              <a:t> </a:t>
            </a:r>
            <a:endParaRPr b="0" lang="en-JM" sz="1000" spc="-1" strike="noStrike">
              <a:latin typeface="Arial"/>
            </a:endParaRPr>
          </a:p>
          <a:p>
            <a:pPr>
              <a:lnSpc>
                <a:spcPct val="100000"/>
              </a:lnSpc>
              <a:buNone/>
              <a:tabLst>
                <a:tab algn="l" pos="0"/>
              </a:tabLst>
            </a:pPr>
            <a:r>
              <a:rPr b="0" lang="en-US" sz="1000" spc="-1" strike="noStrike">
                <a:solidFill>
                  <a:srgbClr val="ffffff"/>
                </a:solidFill>
                <a:latin typeface="Courier New"/>
                <a:ea typeface="ＭＳ Ｐゴシック"/>
              </a:rPr>
              <a:t>GigabitEthernet0/0/0 is up, line protocol is up </a:t>
            </a:r>
            <a:endParaRPr b="0" lang="en-JM" sz="1000" spc="-1" strike="noStrike">
              <a:latin typeface="Arial"/>
            </a:endParaRPr>
          </a:p>
          <a:p>
            <a:pPr>
              <a:lnSpc>
                <a:spcPct val="100000"/>
              </a:lnSpc>
              <a:buNone/>
              <a:tabLst>
                <a:tab algn="l" pos="0"/>
              </a:tabLst>
            </a:pPr>
            <a:r>
              <a:rPr b="0" lang="en-US" sz="1000" spc="-1" strike="noStrike">
                <a:solidFill>
                  <a:srgbClr val="ffffff"/>
                </a:solidFill>
                <a:latin typeface="Courier New"/>
                <a:ea typeface="ＭＳ Ｐゴシック"/>
              </a:rPr>
              <a:t>Hardware is ISR4221-2x1GE, address is </a:t>
            </a:r>
            <a:r>
              <a:rPr b="1" lang="en-US" sz="1000" spc="-1" strike="noStrike">
                <a:solidFill>
                  <a:srgbClr val="fbab18"/>
                </a:solidFill>
                <a:latin typeface="Courier New"/>
                <a:ea typeface="ＭＳ Ｐゴシック"/>
              </a:rPr>
              <a:t>7079.b392.3640</a:t>
            </a:r>
            <a:r>
              <a:rPr b="0" lang="en-US" sz="1000" spc="-1" strike="noStrike">
                <a:solidFill>
                  <a:srgbClr val="fbab18"/>
                </a:solidFill>
                <a:latin typeface="Courier New"/>
                <a:ea typeface="ＭＳ Ｐゴシック"/>
              </a:rPr>
              <a:t> </a:t>
            </a:r>
            <a:r>
              <a:rPr b="0" lang="en-US" sz="1000" spc="-1" strike="noStrike">
                <a:solidFill>
                  <a:srgbClr val="ffffff"/>
                </a:solidFill>
                <a:latin typeface="Courier New"/>
                <a:ea typeface="ＭＳ Ｐゴシック"/>
              </a:rPr>
              <a:t>(bia 7079.b392.3640) </a:t>
            </a:r>
            <a:endParaRPr b="0" lang="en-JM" sz="1000" spc="-1" strike="noStrike">
              <a:latin typeface="Arial"/>
            </a:endParaRPr>
          </a:p>
          <a:p>
            <a:pPr>
              <a:lnSpc>
                <a:spcPct val="100000"/>
              </a:lnSpc>
              <a:buNone/>
              <a:tabLst>
                <a:tab algn="l" pos="0"/>
              </a:tabLst>
            </a:pPr>
            <a:r>
              <a:rPr b="0" lang="en-US" sz="1000" spc="-1" strike="noStrike">
                <a:solidFill>
                  <a:srgbClr val="ffffff"/>
                </a:solidFill>
                <a:latin typeface="Courier New"/>
                <a:ea typeface="ＭＳ Ｐゴシック"/>
              </a:rPr>
              <a:t>(Output omitted) </a:t>
            </a:r>
            <a:endParaRPr b="0" lang="en-JM" sz="1000" spc="-1" strike="noStrike">
              <a:latin typeface="Arial"/>
            </a:endParaRPr>
          </a:p>
          <a:p>
            <a:pPr>
              <a:lnSpc>
                <a:spcPct val="100000"/>
              </a:lnSpc>
              <a:buNone/>
              <a:tabLst>
                <a:tab algn="l" pos="0"/>
              </a:tabLst>
            </a:pPr>
            <a:r>
              <a:rPr b="0" lang="en-US" sz="1000" spc="-1" strike="noStrike">
                <a:solidFill>
                  <a:srgbClr val="ffffff"/>
                </a:solidFill>
                <a:latin typeface="Courier New"/>
                <a:ea typeface="ＭＳ Ｐゴシック"/>
              </a:rPr>
              <a:t>R1# </a:t>
            </a:r>
            <a:r>
              <a:rPr b="1" lang="en-US" sz="1000" spc="-1" strike="noStrike">
                <a:solidFill>
                  <a:srgbClr val="ffffff"/>
                </a:solidFill>
                <a:latin typeface="Courier New"/>
                <a:ea typeface="ＭＳ Ｐゴシック"/>
              </a:rPr>
              <a:t>show ipv6 interface brief</a:t>
            </a:r>
            <a:r>
              <a:rPr b="0" lang="en-US" sz="1000" spc="-1" strike="noStrike">
                <a:solidFill>
                  <a:srgbClr val="ffffff"/>
                </a:solidFill>
                <a:latin typeface="Courier New"/>
                <a:ea typeface="ＭＳ Ｐゴシック"/>
              </a:rPr>
              <a:t> </a:t>
            </a:r>
            <a:endParaRPr b="0" lang="en-JM" sz="1000" spc="-1" strike="noStrike">
              <a:latin typeface="Arial"/>
            </a:endParaRPr>
          </a:p>
          <a:p>
            <a:pPr>
              <a:lnSpc>
                <a:spcPct val="100000"/>
              </a:lnSpc>
              <a:buNone/>
              <a:tabLst>
                <a:tab algn="l" pos="0"/>
              </a:tabLst>
            </a:pPr>
            <a:r>
              <a:rPr b="0" lang="en-US" sz="1000" spc="-1" strike="noStrike">
                <a:solidFill>
                  <a:srgbClr val="ffffff"/>
                </a:solidFill>
                <a:latin typeface="Courier New"/>
                <a:ea typeface="ＭＳ Ｐゴシック"/>
              </a:rPr>
              <a:t>GigabitEthernet0/0/0 [up/up] </a:t>
            </a:r>
            <a:endParaRPr b="0" lang="en-JM" sz="1000" spc="-1" strike="noStrike">
              <a:latin typeface="Arial"/>
            </a:endParaRPr>
          </a:p>
          <a:p>
            <a:pPr>
              <a:lnSpc>
                <a:spcPct val="100000"/>
              </a:lnSpc>
              <a:buNone/>
              <a:tabLst>
                <a:tab algn="l" pos="0"/>
              </a:tabLst>
            </a:pPr>
            <a:r>
              <a:rPr b="0" lang="en-US" sz="1000" spc="-1" strike="noStrike">
                <a:solidFill>
                  <a:srgbClr val="ffffff"/>
                </a:solidFill>
                <a:latin typeface="Courier New"/>
                <a:ea typeface="ＭＳ Ｐゴシック"/>
              </a:rPr>
              <a:t>FE80::</a:t>
            </a:r>
            <a:r>
              <a:rPr b="1" lang="en-US" sz="1000" spc="-1" strike="noStrike">
                <a:solidFill>
                  <a:srgbClr val="fbab18"/>
                </a:solidFill>
                <a:latin typeface="Courier New"/>
                <a:ea typeface="ＭＳ Ｐゴシック"/>
              </a:rPr>
              <a:t>7279:B3</a:t>
            </a:r>
            <a:r>
              <a:rPr b="1" lang="en-US" sz="1000" spc="-1" strike="noStrike">
                <a:solidFill>
                  <a:srgbClr val="ffffff"/>
                </a:solidFill>
                <a:latin typeface="Courier New"/>
                <a:ea typeface="ＭＳ Ｐゴシック"/>
              </a:rPr>
              <a:t>FF:FE</a:t>
            </a:r>
            <a:r>
              <a:rPr b="1" lang="en-US" sz="1000" spc="-1" strike="noStrike">
                <a:solidFill>
                  <a:srgbClr val="fbab18"/>
                </a:solidFill>
                <a:latin typeface="Courier New"/>
                <a:ea typeface="ＭＳ Ｐゴシック"/>
              </a:rPr>
              <a:t>92:3640</a:t>
            </a:r>
            <a:r>
              <a:rPr b="0" lang="en-US" sz="1000" spc="-1" strike="noStrike">
                <a:solidFill>
                  <a:srgbClr val="ffffff"/>
                </a:solidFill>
                <a:latin typeface="Courier New"/>
                <a:ea typeface="ＭＳ Ｐゴシック"/>
              </a:rPr>
              <a:t> </a:t>
            </a:r>
            <a:endParaRPr b="0" lang="en-JM" sz="1000" spc="-1" strike="noStrike">
              <a:latin typeface="Arial"/>
            </a:endParaRPr>
          </a:p>
          <a:p>
            <a:pPr>
              <a:lnSpc>
                <a:spcPct val="100000"/>
              </a:lnSpc>
              <a:buNone/>
              <a:tabLst>
                <a:tab algn="l" pos="0"/>
              </a:tabLst>
            </a:pPr>
            <a:r>
              <a:rPr b="0" lang="en-US" sz="1000" spc="-1" strike="noStrike">
                <a:solidFill>
                  <a:srgbClr val="ffffff"/>
                </a:solidFill>
                <a:latin typeface="Courier New"/>
                <a:ea typeface="ＭＳ Ｐゴシック"/>
              </a:rPr>
              <a:t>2001:DB8:ACAD:1::1 </a:t>
            </a:r>
            <a:endParaRPr b="0" lang="en-JM" sz="1000" spc="-1" strike="noStrike">
              <a:latin typeface="Arial"/>
            </a:endParaRPr>
          </a:p>
        </p:txBody>
      </p:sp>
    </p:spTree>
  </p:cSld>
  <mc:AlternateContent>
    <mc:Choice Requires="p14">
      <p:transition spd="med" p14:dur="700">
        <p:fade/>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2" name="PlaceHolder 1"/>
          <p:cNvSpPr>
            <a:spLocks noGrp="1"/>
          </p:cNvSpPr>
          <p:nvPr>
            <p:ph type="title"/>
          </p:nvPr>
        </p:nvSpPr>
        <p:spPr>
          <a:xfrm>
            <a:off x="0" y="133920"/>
            <a:ext cx="9143640" cy="592560"/>
          </a:xfrm>
          <a:prstGeom prst="rect">
            <a:avLst/>
          </a:prstGeom>
          <a:noFill/>
          <a:ln w="0">
            <a:noFill/>
          </a:ln>
        </p:spPr>
        <p:txBody>
          <a:bodyPr numCol="1" spcCol="0" anchor="ctr">
            <a:noAutofit/>
          </a:bodyPr>
          <a:p>
            <a:pPr>
              <a:lnSpc>
                <a:spcPct val="100000"/>
              </a:lnSpc>
              <a:buNone/>
            </a:pPr>
            <a:r>
              <a:rPr b="0" lang="en-US" sz="1600" spc="-1" strike="noStrike">
                <a:solidFill>
                  <a:srgbClr val="367187"/>
                </a:solidFill>
                <a:latin typeface="Arial"/>
                <a:ea typeface="ＭＳ Ｐゴシック"/>
              </a:rPr>
              <a:t>Module Practice and Quiz</a:t>
            </a:r>
            <a:br/>
            <a:r>
              <a:rPr b="0" lang="en-US" sz="2400" spc="-1" strike="noStrike">
                <a:solidFill>
                  <a:srgbClr val="367187"/>
                </a:solidFill>
                <a:latin typeface="Arial"/>
                <a:ea typeface="ＭＳ Ｐゴシック"/>
              </a:rPr>
              <a:t>Packet Tracer – Configure IPv6 Addressing</a:t>
            </a:r>
            <a:endParaRPr b="0" lang="en-US" sz="2400" spc="-1" strike="noStrike">
              <a:solidFill>
                <a:srgbClr val="58585b"/>
              </a:solidFill>
              <a:latin typeface="Arial"/>
            </a:endParaRPr>
          </a:p>
        </p:txBody>
      </p:sp>
      <p:sp>
        <p:nvSpPr>
          <p:cNvPr id="433" name="PlaceHolder 2"/>
          <p:cNvSpPr>
            <a:spLocks noGrp="1"/>
          </p:cNvSpPr>
          <p:nvPr>
            <p:ph/>
          </p:nvPr>
        </p:nvSpPr>
        <p:spPr>
          <a:xfrm>
            <a:off x="180000" y="1034280"/>
            <a:ext cx="8649000" cy="3522240"/>
          </a:xfrm>
          <a:prstGeom prst="rect">
            <a:avLst/>
          </a:prstGeom>
          <a:noFill/>
          <a:ln w="0">
            <a:noFill/>
          </a:ln>
        </p:spPr>
        <p:txBody>
          <a:bodyPr numCol="1" spcCol="0" rIns="182880" anchor="t">
            <a:noAutofit/>
          </a:bodyPr>
          <a:p>
            <a:pPr>
              <a:lnSpc>
                <a:spcPct val="100000"/>
              </a:lnSpc>
              <a:spcBef>
                <a:spcPts val="601"/>
              </a:spcBef>
              <a:spcAft>
                <a:spcPts val="601"/>
              </a:spcAft>
              <a:buNone/>
              <a:tabLst>
                <a:tab algn="l" pos="0"/>
              </a:tabLst>
            </a:pPr>
            <a:r>
              <a:rPr b="0" lang="en-US" sz="1800" spc="-1" strike="noStrike">
                <a:solidFill>
                  <a:srgbClr val="000000"/>
                </a:solidFill>
                <a:latin typeface="Arial"/>
                <a:ea typeface="ＭＳ Ｐゴシック"/>
              </a:rPr>
              <a:t>In this Packet Tracer, you will do the following:</a:t>
            </a:r>
            <a:endParaRPr b="0" lang="en-US" sz="18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Wingdings" charset="2"/>
              <a:buChar char=""/>
              <a:tabLst>
                <a:tab algn="l" pos="0"/>
              </a:tabLst>
            </a:pPr>
            <a:r>
              <a:rPr b="0" lang="en-US" sz="1800" spc="-1" strike="noStrike">
                <a:solidFill>
                  <a:srgbClr val="000000"/>
                </a:solidFill>
                <a:latin typeface="Arial"/>
                <a:ea typeface="ＭＳ Ｐゴシック"/>
              </a:rPr>
              <a:t>Configure IPv6 Addressing on the router</a:t>
            </a:r>
            <a:endParaRPr b="0" lang="en-US" sz="18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Wingdings" charset="2"/>
              <a:buChar char=""/>
              <a:tabLst>
                <a:tab algn="l" pos="0"/>
              </a:tabLst>
            </a:pPr>
            <a:r>
              <a:rPr b="0" lang="en-US" sz="1800" spc="-1" strike="noStrike">
                <a:solidFill>
                  <a:srgbClr val="000000"/>
                </a:solidFill>
                <a:latin typeface="Arial"/>
                <a:ea typeface="ＭＳ Ｐゴシック"/>
              </a:rPr>
              <a:t>Configure IPv6 Addressing on the servers</a:t>
            </a:r>
            <a:endParaRPr b="0" lang="en-US" sz="18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Wingdings" charset="2"/>
              <a:buChar char=""/>
              <a:tabLst>
                <a:tab algn="l" pos="0"/>
              </a:tabLst>
            </a:pPr>
            <a:r>
              <a:rPr b="0" lang="en-US" sz="1800" spc="-1" strike="noStrike">
                <a:solidFill>
                  <a:srgbClr val="000000"/>
                </a:solidFill>
                <a:latin typeface="Arial"/>
                <a:ea typeface="ＭＳ Ｐゴシック"/>
              </a:rPr>
              <a:t>Configure IPv6 Addressing on the clients</a:t>
            </a:r>
            <a:endParaRPr b="0" lang="en-US" sz="18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Wingdings" charset="2"/>
              <a:buChar char=""/>
              <a:tabLst>
                <a:tab algn="l" pos="0"/>
              </a:tabLst>
            </a:pPr>
            <a:r>
              <a:rPr b="0" lang="en-US" sz="1800" spc="-1" strike="noStrike">
                <a:solidFill>
                  <a:srgbClr val="000000"/>
                </a:solidFill>
                <a:latin typeface="Arial"/>
                <a:ea typeface="ＭＳ Ｐゴシック"/>
              </a:rPr>
              <a:t>Test and verify network connectivity</a:t>
            </a:r>
            <a:endParaRPr b="0" lang="en-US" sz="1800" spc="-1" strike="noStrike">
              <a:solidFill>
                <a:srgbClr val="58585b"/>
              </a:solidFill>
              <a:latin typeface="Arial"/>
            </a:endParaRPr>
          </a:p>
          <a:p>
            <a:pPr>
              <a:lnSpc>
                <a:spcPct val="100000"/>
              </a:lnSpc>
              <a:spcBef>
                <a:spcPts val="601"/>
              </a:spcBef>
              <a:spcAft>
                <a:spcPts val="601"/>
              </a:spcAft>
              <a:buNone/>
              <a:tabLst>
                <a:tab algn="l" pos="0"/>
              </a:tabLst>
            </a:pPr>
            <a:endParaRPr b="0" lang="en-US" sz="1800" spc="-1" strike="noStrike">
              <a:solidFill>
                <a:srgbClr val="58585b"/>
              </a:solidFill>
              <a:latin typeface="Arial"/>
            </a:endParaRPr>
          </a:p>
          <a:p>
            <a:pPr>
              <a:lnSpc>
                <a:spcPct val="100000"/>
              </a:lnSpc>
              <a:spcBef>
                <a:spcPts val="601"/>
              </a:spcBef>
              <a:spcAft>
                <a:spcPts val="601"/>
              </a:spcAft>
              <a:buNone/>
              <a:tabLst>
                <a:tab algn="l" pos="0"/>
              </a:tabLst>
            </a:pPr>
            <a:endParaRPr b="0" lang="en-US" sz="1800" spc="-1" strike="noStrike">
              <a:solidFill>
                <a:srgbClr val="58585b"/>
              </a:solidFill>
              <a:latin typeface="Arial"/>
            </a:endParaRPr>
          </a:p>
        </p:txBody>
      </p:sp>
    </p:spTree>
  </p:cSld>
  <p:transition spd="slow">
    <p:wipe dir="l"/>
  </p:transition>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4" name="PlaceHolder 1"/>
          <p:cNvSpPr>
            <a:spLocks noGrp="1"/>
          </p:cNvSpPr>
          <p:nvPr>
            <p:ph type="title"/>
          </p:nvPr>
        </p:nvSpPr>
        <p:spPr>
          <a:xfrm>
            <a:off x="416520" y="1747440"/>
            <a:ext cx="8280000" cy="969840"/>
          </a:xfrm>
          <a:prstGeom prst="rect">
            <a:avLst/>
          </a:prstGeom>
          <a:noFill/>
          <a:ln w="0">
            <a:noFill/>
          </a:ln>
        </p:spPr>
        <p:txBody>
          <a:bodyPr numCol="1" spcCol="0" anchor="b">
            <a:noAutofit/>
          </a:bodyPr>
          <a:p>
            <a:pPr>
              <a:lnSpc>
                <a:spcPct val="90000"/>
              </a:lnSpc>
              <a:buNone/>
              <a:tabLst>
                <a:tab algn="l" pos="0"/>
              </a:tabLst>
            </a:pPr>
            <a:r>
              <a:rPr b="0" lang="en-US" sz="4600" spc="-1" strike="noStrike">
                <a:solidFill>
                  <a:srgbClr val="afe8fb"/>
                </a:solidFill>
                <a:latin typeface="Arial"/>
                <a:ea typeface="ＭＳ Ｐゴシック"/>
              </a:rPr>
              <a:t>12.7 IPv6 Multicast Addresses</a:t>
            </a:r>
            <a:endParaRPr b="0" lang="en-US" sz="4600" spc="-1" strike="noStrike">
              <a:solidFill>
                <a:srgbClr val="58585b"/>
              </a:solidFill>
              <a:latin typeface="Arial"/>
            </a:endParaRPr>
          </a:p>
        </p:txBody>
      </p:sp>
    </p:spTree>
  </p:cSld>
  <p:transition spd="slow">
    <p:wipe dir="l"/>
  </p:transition>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5"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IPv6 Multicast Addresses</a:t>
            </a:r>
            <a:br/>
            <a:r>
              <a:rPr b="0" lang="en-US" sz="2400" spc="-1" strike="noStrike">
                <a:solidFill>
                  <a:srgbClr val="004c69"/>
                </a:solidFill>
                <a:latin typeface="Arial"/>
                <a:ea typeface="ＭＳ Ｐゴシック"/>
              </a:rPr>
              <a:t>Assigned IPv6 Multicast Addresses</a:t>
            </a:r>
            <a:endParaRPr b="0" lang="en-US" sz="2400" spc="-1" strike="noStrike">
              <a:solidFill>
                <a:srgbClr val="58585b"/>
              </a:solidFill>
              <a:latin typeface="Arial"/>
            </a:endParaRPr>
          </a:p>
        </p:txBody>
      </p:sp>
      <p:sp>
        <p:nvSpPr>
          <p:cNvPr id="436" name="PlaceHolder 2"/>
          <p:cNvSpPr>
            <a:spLocks noGrp="1"/>
          </p:cNvSpPr>
          <p:nvPr>
            <p:ph/>
          </p:nvPr>
        </p:nvSpPr>
        <p:spPr>
          <a:xfrm>
            <a:off x="431640" y="1035000"/>
            <a:ext cx="7913160" cy="1536480"/>
          </a:xfrm>
          <a:prstGeom prst="rect">
            <a:avLst/>
          </a:prstGeom>
          <a:noFill/>
          <a:ln w="0">
            <a:noFill/>
          </a:ln>
        </p:spPr>
        <p:txBody>
          <a:bodyPr anchor="t">
            <a:noAutofit/>
          </a:bodyPr>
          <a:p>
            <a:pPr>
              <a:lnSpc>
                <a:spcPct val="100000"/>
              </a:lnSpc>
              <a:spcBef>
                <a:spcPts val="601"/>
              </a:spcBef>
              <a:spcAft>
                <a:spcPts val="601"/>
              </a:spcAft>
              <a:buNone/>
              <a:tabLst>
                <a:tab algn="l" pos="0"/>
              </a:tabLst>
            </a:pPr>
            <a:r>
              <a:rPr b="0" lang="en-US" sz="1600" spc="-1" strike="noStrike">
                <a:solidFill>
                  <a:srgbClr val="000000"/>
                </a:solidFill>
                <a:latin typeface="Arial"/>
                <a:ea typeface="ＭＳ Ｐゴシック"/>
              </a:rPr>
              <a:t>IPv6 multicast addresses have the prefix ff00::/8. There are two types of IPv6 multicast addresses:</a:t>
            </a:r>
            <a:endParaRPr b="0" lang="en-US" sz="1600" spc="-1" strike="noStrike">
              <a:solidFill>
                <a:srgbClr val="58585b"/>
              </a:solidFill>
              <a:latin typeface="Arial"/>
            </a:endParaRPr>
          </a:p>
          <a:p>
            <a:pPr lvl="1" marL="358920" indent="-285840">
              <a:lnSpc>
                <a:spcPct val="95000"/>
              </a:lnSpc>
              <a:spcBef>
                <a:spcPts val="601"/>
              </a:spcBef>
              <a:spcAft>
                <a:spcPts val="601"/>
              </a:spcAft>
              <a:buClr>
                <a:srgbClr val="58585b"/>
              </a:buClr>
              <a:buSzPct val="90000"/>
              <a:buFont typeface="Arial"/>
              <a:buChar char="•"/>
              <a:tabLst>
                <a:tab algn="l" pos="0"/>
              </a:tabLst>
            </a:pPr>
            <a:r>
              <a:rPr b="0" lang="en-US" sz="1600" spc="-1" strike="noStrike">
                <a:solidFill>
                  <a:srgbClr val="000000"/>
                </a:solidFill>
                <a:latin typeface="Arial"/>
                <a:ea typeface="ＭＳ Ｐゴシック"/>
              </a:rPr>
              <a:t>Well-Known multicast addresses</a:t>
            </a:r>
            <a:endParaRPr b="0" lang="en-US" sz="1600" spc="-1" strike="noStrike">
              <a:solidFill>
                <a:srgbClr val="58585b"/>
              </a:solidFill>
              <a:latin typeface="Arial"/>
            </a:endParaRPr>
          </a:p>
          <a:p>
            <a:pPr lvl="1" marL="358920" indent="-285840">
              <a:lnSpc>
                <a:spcPct val="95000"/>
              </a:lnSpc>
              <a:spcBef>
                <a:spcPts val="601"/>
              </a:spcBef>
              <a:spcAft>
                <a:spcPts val="601"/>
              </a:spcAft>
              <a:buClr>
                <a:srgbClr val="58585b"/>
              </a:buClr>
              <a:buSzPct val="90000"/>
              <a:buFont typeface="Arial"/>
              <a:buChar char="•"/>
              <a:tabLst>
                <a:tab algn="l" pos="0"/>
              </a:tabLst>
            </a:pPr>
            <a:r>
              <a:rPr b="0" lang="en-US" sz="1600" spc="-1" strike="noStrike">
                <a:solidFill>
                  <a:srgbClr val="000000"/>
                </a:solidFill>
                <a:latin typeface="Arial"/>
                <a:ea typeface="ＭＳ Ｐゴシック"/>
              </a:rPr>
              <a:t>Solicited node multicast addresses</a:t>
            </a:r>
            <a:endParaRPr b="0" lang="en-US" sz="1600" spc="-1" strike="noStrike">
              <a:solidFill>
                <a:srgbClr val="58585b"/>
              </a:solidFill>
              <a:latin typeface="Arial"/>
            </a:endParaRPr>
          </a:p>
          <a:p>
            <a:pPr>
              <a:lnSpc>
                <a:spcPct val="100000"/>
              </a:lnSpc>
              <a:spcBef>
                <a:spcPts val="601"/>
              </a:spcBef>
              <a:spcAft>
                <a:spcPts val="601"/>
              </a:spcAft>
              <a:buNone/>
              <a:tabLst>
                <a:tab algn="l" pos="0"/>
              </a:tabLst>
            </a:pPr>
            <a:endParaRPr b="0" lang="en-US" sz="1600" spc="-1" strike="noStrike">
              <a:solidFill>
                <a:srgbClr val="58585b"/>
              </a:solidFill>
              <a:latin typeface="Arial"/>
            </a:endParaRPr>
          </a:p>
          <a:p>
            <a:pPr>
              <a:lnSpc>
                <a:spcPct val="100000"/>
              </a:lnSpc>
              <a:spcBef>
                <a:spcPts val="601"/>
              </a:spcBef>
              <a:spcAft>
                <a:spcPts val="601"/>
              </a:spcAft>
              <a:buNone/>
              <a:tabLst>
                <a:tab algn="l" pos="0"/>
              </a:tabLst>
            </a:pPr>
            <a:endParaRPr b="0" lang="en-US" sz="1600" spc="-1" strike="noStrike">
              <a:solidFill>
                <a:srgbClr val="58585b"/>
              </a:solidFill>
              <a:latin typeface="Arial"/>
            </a:endParaRPr>
          </a:p>
        </p:txBody>
      </p:sp>
      <p:sp>
        <p:nvSpPr>
          <p:cNvPr id="437" name="TextBox 3"/>
          <p:cNvSpPr/>
          <p:nvPr/>
        </p:nvSpPr>
        <p:spPr>
          <a:xfrm>
            <a:off x="347400" y="2874960"/>
            <a:ext cx="8345160" cy="5468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1600" spc="-1" strike="noStrike">
                <a:solidFill>
                  <a:srgbClr val="000000"/>
                </a:solidFill>
                <a:latin typeface="Arial"/>
                <a:ea typeface="ＭＳ Ｐゴシック"/>
              </a:rPr>
              <a:t>Note</a:t>
            </a:r>
            <a:r>
              <a:rPr b="0" lang="en-US" sz="1600" spc="-1" strike="noStrike">
                <a:solidFill>
                  <a:srgbClr val="000000"/>
                </a:solidFill>
                <a:latin typeface="Arial"/>
                <a:ea typeface="ＭＳ Ｐゴシック"/>
              </a:rPr>
              <a:t>: Multicast addresses can only be destination addresses and not source addresses</a:t>
            </a:r>
            <a:r>
              <a:rPr b="0" lang="en-US" sz="1400" spc="-1" strike="noStrike">
                <a:solidFill>
                  <a:srgbClr val="000000"/>
                </a:solidFill>
                <a:latin typeface="Arial"/>
                <a:ea typeface="ＭＳ Ｐゴシック"/>
              </a:rPr>
              <a:t>.</a:t>
            </a:r>
            <a:endParaRPr b="0" lang="en-JM" sz="1400" spc="-1" strike="noStrike">
              <a:latin typeface="Arial"/>
            </a:endParaRPr>
          </a:p>
          <a:p>
            <a:pPr>
              <a:lnSpc>
                <a:spcPct val="100000"/>
              </a:lnSpc>
              <a:buNone/>
            </a:pPr>
            <a:endParaRPr b="0" lang="en-JM" sz="1400" spc="-1" strike="noStrike">
              <a:latin typeface="Arial"/>
            </a:endParaRPr>
          </a:p>
        </p:txBody>
      </p:sp>
    </p:spTree>
  </p:cSld>
  <mc:AlternateContent>
    <mc:Choice Requires="p14">
      <p:transition spd="med" p14:dur="700">
        <p:fade/>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8"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IPv6 Multicast Addresses</a:t>
            </a:r>
            <a:br/>
            <a:r>
              <a:rPr b="0" lang="en-US" sz="2400" spc="-1" strike="noStrike">
                <a:solidFill>
                  <a:srgbClr val="004c69"/>
                </a:solidFill>
                <a:latin typeface="Arial"/>
                <a:ea typeface="ＭＳ Ｐゴシック"/>
              </a:rPr>
              <a:t>Well-Known IPv6 Multicast Addresses</a:t>
            </a:r>
            <a:endParaRPr b="0" lang="en-US" sz="2400" spc="-1" strike="noStrike">
              <a:solidFill>
                <a:srgbClr val="58585b"/>
              </a:solidFill>
              <a:latin typeface="Arial"/>
            </a:endParaRPr>
          </a:p>
        </p:txBody>
      </p:sp>
      <p:sp>
        <p:nvSpPr>
          <p:cNvPr id="439" name="PlaceHolder 2"/>
          <p:cNvSpPr>
            <a:spLocks noGrp="1"/>
          </p:cNvSpPr>
          <p:nvPr>
            <p:ph/>
          </p:nvPr>
        </p:nvSpPr>
        <p:spPr>
          <a:xfrm>
            <a:off x="431640" y="1035000"/>
            <a:ext cx="7913160" cy="2329200"/>
          </a:xfrm>
          <a:prstGeom prst="rect">
            <a:avLst/>
          </a:prstGeom>
          <a:noFill/>
          <a:ln w="0">
            <a:noFill/>
          </a:ln>
        </p:spPr>
        <p:txBody>
          <a:bodyPr anchor="t">
            <a:noAutofit/>
          </a:bodyPr>
          <a:p>
            <a:pPr>
              <a:lnSpc>
                <a:spcPct val="100000"/>
              </a:lnSpc>
              <a:spcBef>
                <a:spcPts val="601"/>
              </a:spcBef>
              <a:spcAft>
                <a:spcPts val="601"/>
              </a:spcAft>
              <a:buNone/>
              <a:tabLst>
                <a:tab algn="l" pos="0"/>
              </a:tabLst>
            </a:pPr>
            <a:r>
              <a:rPr b="0" lang="en-US" sz="1600" spc="-1" strike="noStrike">
                <a:solidFill>
                  <a:srgbClr val="000000"/>
                </a:solidFill>
                <a:latin typeface="Arial"/>
                <a:ea typeface="ＭＳ Ｐゴシック"/>
              </a:rPr>
              <a:t>Well-known IPv6 multicast addresses are assigned and are reserved for predefined groups of devices.</a:t>
            </a:r>
            <a:endParaRPr b="0" lang="en-US" sz="1600" spc="-1" strike="noStrike">
              <a:solidFill>
                <a:srgbClr val="58585b"/>
              </a:solidFill>
              <a:latin typeface="Arial"/>
            </a:endParaRPr>
          </a:p>
          <a:p>
            <a:pPr>
              <a:lnSpc>
                <a:spcPct val="100000"/>
              </a:lnSpc>
              <a:spcBef>
                <a:spcPts val="601"/>
              </a:spcBef>
              <a:spcAft>
                <a:spcPts val="601"/>
              </a:spcAft>
              <a:buNone/>
              <a:tabLst>
                <a:tab algn="l" pos="0"/>
              </a:tabLst>
            </a:pPr>
            <a:r>
              <a:rPr b="0" lang="en-US" sz="1600" spc="-1" strike="noStrike">
                <a:solidFill>
                  <a:srgbClr val="000000"/>
                </a:solidFill>
                <a:latin typeface="Arial"/>
                <a:ea typeface="ＭＳ Ｐゴシック"/>
              </a:rPr>
              <a:t>There are two common IPv6 Assigned multicast groups:</a:t>
            </a:r>
            <a:endParaRPr b="0" lang="en-US" sz="1600" spc="-1" strike="noStrike">
              <a:solidFill>
                <a:srgbClr val="58585b"/>
              </a:solidFill>
              <a:latin typeface="Arial"/>
            </a:endParaRPr>
          </a:p>
          <a:p>
            <a:pPr lvl="1" marL="358920" indent="-285840">
              <a:lnSpc>
                <a:spcPct val="95000"/>
              </a:lnSpc>
              <a:spcBef>
                <a:spcPts val="601"/>
              </a:spcBef>
              <a:spcAft>
                <a:spcPts val="601"/>
              </a:spcAft>
              <a:buClr>
                <a:srgbClr val="58585b"/>
              </a:buClr>
              <a:buSzPct val="90000"/>
              <a:buFont typeface="Arial"/>
              <a:buChar char="•"/>
              <a:tabLst>
                <a:tab algn="l" pos="0"/>
              </a:tabLst>
            </a:pPr>
            <a:r>
              <a:rPr b="1" lang="en-US" sz="1400" spc="-1" strike="noStrike">
                <a:solidFill>
                  <a:srgbClr val="000000"/>
                </a:solidFill>
                <a:latin typeface="Arial"/>
                <a:ea typeface="ＭＳ Ｐゴシック"/>
              </a:rPr>
              <a:t>ff02::1 All-nodes multicast group</a:t>
            </a:r>
            <a:r>
              <a:rPr b="0" lang="en-US" sz="1400" spc="-1" strike="noStrike">
                <a:solidFill>
                  <a:srgbClr val="000000"/>
                </a:solidFill>
                <a:latin typeface="Arial"/>
                <a:ea typeface="ＭＳ Ｐゴシック"/>
              </a:rPr>
              <a:t> - This is a multicast group that all IPv6-enabled devices join. A packet sent to this group is received and processed by all IPv6 interfaces on the link or network. </a:t>
            </a:r>
            <a:endParaRPr b="0" lang="en-US" sz="1400" spc="-1" strike="noStrike">
              <a:solidFill>
                <a:srgbClr val="58585b"/>
              </a:solidFill>
              <a:latin typeface="Arial"/>
            </a:endParaRPr>
          </a:p>
          <a:p>
            <a:pPr lvl="1" marL="358920" indent="-285840">
              <a:lnSpc>
                <a:spcPct val="95000"/>
              </a:lnSpc>
              <a:spcBef>
                <a:spcPts val="601"/>
              </a:spcBef>
              <a:spcAft>
                <a:spcPts val="601"/>
              </a:spcAft>
              <a:buClr>
                <a:srgbClr val="58585b"/>
              </a:buClr>
              <a:buSzPct val="90000"/>
              <a:buFont typeface="Arial"/>
              <a:buChar char="•"/>
              <a:tabLst>
                <a:tab algn="l" pos="0"/>
              </a:tabLst>
            </a:pPr>
            <a:r>
              <a:rPr b="1" lang="en-US" sz="1400" spc="-1" strike="noStrike">
                <a:solidFill>
                  <a:srgbClr val="000000"/>
                </a:solidFill>
                <a:latin typeface="Arial"/>
                <a:ea typeface="ＭＳ Ｐゴシック"/>
              </a:rPr>
              <a:t>ff02::2 All-routers multicast group</a:t>
            </a:r>
            <a:r>
              <a:rPr b="0" lang="en-US" sz="1400" spc="-1" strike="noStrike">
                <a:solidFill>
                  <a:srgbClr val="000000"/>
                </a:solidFill>
                <a:latin typeface="Arial"/>
                <a:ea typeface="ＭＳ Ｐゴシック"/>
              </a:rPr>
              <a:t> - This is a multicast group that all IPv6 routers join. A router becomes a member of this group when it is enabled as an IPv6 router with the </a:t>
            </a:r>
            <a:r>
              <a:rPr b="1" lang="en-US" sz="1400" spc="-1" strike="noStrike">
                <a:solidFill>
                  <a:srgbClr val="000000"/>
                </a:solidFill>
                <a:latin typeface="Arial"/>
                <a:ea typeface="ＭＳ Ｐゴシック"/>
              </a:rPr>
              <a:t>ipv6 unicast-routing</a:t>
            </a:r>
            <a:r>
              <a:rPr b="0" lang="en-US" sz="1400" spc="-1" strike="noStrike">
                <a:solidFill>
                  <a:srgbClr val="000000"/>
                </a:solidFill>
                <a:latin typeface="Arial"/>
                <a:ea typeface="ＭＳ Ｐゴシック"/>
              </a:rPr>
              <a:t> global configuration command. </a:t>
            </a:r>
            <a:endParaRPr b="0" lang="en-US" sz="1400" spc="-1" strike="noStrike">
              <a:solidFill>
                <a:srgbClr val="58585b"/>
              </a:solidFill>
              <a:latin typeface="Arial"/>
            </a:endParaRPr>
          </a:p>
          <a:p>
            <a:endParaRPr b="0" lang="en-US" sz="1400" spc="-1" strike="noStrike">
              <a:solidFill>
                <a:srgbClr val="58585b"/>
              </a:solidFill>
              <a:latin typeface="Arial"/>
            </a:endParaRPr>
          </a:p>
          <a:p>
            <a:pPr>
              <a:lnSpc>
                <a:spcPct val="100000"/>
              </a:lnSpc>
              <a:spcBef>
                <a:spcPts val="601"/>
              </a:spcBef>
              <a:spcAft>
                <a:spcPts val="601"/>
              </a:spcAft>
              <a:buNone/>
              <a:tabLst>
                <a:tab algn="l" pos="0"/>
              </a:tabLst>
            </a:pPr>
            <a:endParaRPr b="0" lang="en-US" sz="1400" spc="-1" strike="noStrike">
              <a:solidFill>
                <a:srgbClr val="58585b"/>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0"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IPv6 Multicast Addresses</a:t>
            </a:r>
            <a:br/>
            <a:r>
              <a:rPr b="0" lang="en-US" sz="2400" spc="-1" strike="noStrike">
                <a:solidFill>
                  <a:srgbClr val="004c69"/>
                </a:solidFill>
                <a:latin typeface="Arial"/>
                <a:ea typeface="ＭＳ Ｐゴシック"/>
              </a:rPr>
              <a:t>Solicited-Node IPv6 Multicast</a:t>
            </a:r>
            <a:endParaRPr b="0" lang="en-US" sz="2400" spc="-1" strike="noStrike">
              <a:solidFill>
                <a:srgbClr val="58585b"/>
              </a:solidFill>
              <a:latin typeface="Arial"/>
            </a:endParaRPr>
          </a:p>
        </p:txBody>
      </p:sp>
      <p:sp>
        <p:nvSpPr>
          <p:cNvPr id="441" name="PlaceHolder 2"/>
          <p:cNvSpPr>
            <a:spLocks noGrp="1"/>
          </p:cNvSpPr>
          <p:nvPr>
            <p:ph/>
          </p:nvPr>
        </p:nvSpPr>
        <p:spPr>
          <a:xfrm>
            <a:off x="431640" y="1035000"/>
            <a:ext cx="3651480" cy="3350160"/>
          </a:xfrm>
          <a:prstGeom prst="rect">
            <a:avLst/>
          </a:prstGeom>
          <a:noFill/>
          <a:ln w="0">
            <a:noFill/>
          </a:ln>
        </p:spPr>
        <p:txBody>
          <a:bodyPr anchor="t">
            <a:noAutofit/>
          </a:bodyPr>
          <a:p>
            <a:pPr marL="285840" indent="-285840">
              <a:lnSpc>
                <a:spcPct val="100000"/>
              </a:lnSpc>
              <a:spcBef>
                <a:spcPts val="601"/>
              </a:spcBef>
              <a:spcAft>
                <a:spcPts val="601"/>
              </a:spcAft>
              <a:buClr>
                <a:srgbClr val="000000"/>
              </a:buClr>
              <a:buSzPct val="90000"/>
              <a:buFont typeface="Arial"/>
              <a:buChar char="•"/>
            </a:pPr>
            <a:r>
              <a:rPr b="0" lang="en-US" sz="1600" spc="-1" strike="noStrike">
                <a:solidFill>
                  <a:srgbClr val="000000"/>
                </a:solidFill>
                <a:latin typeface="Arial"/>
                <a:ea typeface="ＭＳ Ｐゴシック"/>
              </a:rPr>
              <a:t>A solicited-node multicast address is similar to the all-nodes multicast address.</a:t>
            </a:r>
            <a:endParaRPr b="0" lang="en-US" sz="1600" spc="-1" strike="noStrike">
              <a:solidFill>
                <a:srgbClr val="58585b"/>
              </a:solidFill>
              <a:latin typeface="Arial"/>
            </a:endParaRPr>
          </a:p>
          <a:p>
            <a:pPr marL="285840" indent="-285840">
              <a:lnSpc>
                <a:spcPct val="100000"/>
              </a:lnSpc>
              <a:spcBef>
                <a:spcPts val="601"/>
              </a:spcBef>
              <a:spcAft>
                <a:spcPts val="601"/>
              </a:spcAft>
              <a:buClr>
                <a:srgbClr val="000000"/>
              </a:buClr>
              <a:buSzPct val="90000"/>
              <a:buFont typeface="Arial"/>
              <a:buChar char="•"/>
            </a:pPr>
            <a:r>
              <a:rPr b="0" lang="en-US" sz="1600" spc="-1" strike="noStrike">
                <a:solidFill>
                  <a:srgbClr val="000000"/>
                </a:solidFill>
                <a:latin typeface="Arial"/>
                <a:ea typeface="ＭＳ Ｐゴシック"/>
              </a:rPr>
              <a:t>A solicited-node multicast address is mapped to a special Ethernet multicast address.</a:t>
            </a:r>
            <a:endParaRPr b="0" lang="en-US" sz="1600" spc="-1" strike="noStrike">
              <a:solidFill>
                <a:srgbClr val="58585b"/>
              </a:solidFill>
              <a:latin typeface="Arial"/>
            </a:endParaRPr>
          </a:p>
          <a:p>
            <a:pPr marL="285840" indent="-285840">
              <a:lnSpc>
                <a:spcPct val="100000"/>
              </a:lnSpc>
              <a:spcBef>
                <a:spcPts val="601"/>
              </a:spcBef>
              <a:spcAft>
                <a:spcPts val="601"/>
              </a:spcAft>
              <a:buClr>
                <a:srgbClr val="000000"/>
              </a:buClr>
              <a:buSzPct val="90000"/>
              <a:buFont typeface="Arial"/>
              <a:buChar char="•"/>
            </a:pPr>
            <a:r>
              <a:rPr b="0" lang="en-US" sz="1600" spc="-1" strike="noStrike">
                <a:solidFill>
                  <a:srgbClr val="000000"/>
                </a:solidFill>
                <a:latin typeface="Arial"/>
                <a:ea typeface="ＭＳ Ｐゴシック"/>
              </a:rPr>
              <a:t>The Ethernet NIC can filter the frame by examining the destination MAC address without sending it to the IPv6 process to see if the device is the intended target of the IPv6 packet.</a:t>
            </a:r>
            <a:endParaRPr b="0" lang="en-US" sz="1600" spc="-1" strike="noStrike">
              <a:solidFill>
                <a:srgbClr val="58585b"/>
              </a:solidFill>
              <a:latin typeface="Arial"/>
            </a:endParaRPr>
          </a:p>
        </p:txBody>
      </p:sp>
      <p:pic>
        <p:nvPicPr>
          <p:cNvPr id="442" name="Picture 3" descr=""/>
          <p:cNvPicPr/>
          <p:nvPr/>
        </p:nvPicPr>
        <p:blipFill>
          <a:blip r:embed="rId1"/>
          <a:stretch/>
        </p:blipFill>
        <p:spPr>
          <a:xfrm>
            <a:off x="4410360" y="967680"/>
            <a:ext cx="4301640" cy="308016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3" name="PlaceHolder 1"/>
          <p:cNvSpPr>
            <a:spLocks noGrp="1"/>
          </p:cNvSpPr>
          <p:nvPr>
            <p:ph type="title"/>
          </p:nvPr>
        </p:nvSpPr>
        <p:spPr>
          <a:xfrm>
            <a:off x="0" y="0"/>
            <a:ext cx="9143640" cy="810000"/>
          </a:xfrm>
          <a:prstGeom prst="rect">
            <a:avLst/>
          </a:prstGeom>
          <a:noFill/>
          <a:ln w="0">
            <a:noFill/>
          </a:ln>
        </p:spPr>
        <p:txBody>
          <a:bodyPr numCol="1" spcCol="0" anchor="ctr">
            <a:noAutofit/>
          </a:bodyPr>
          <a:p>
            <a:pPr>
              <a:lnSpc>
                <a:spcPct val="100000"/>
              </a:lnSpc>
              <a:buNone/>
            </a:pPr>
            <a:r>
              <a:rPr b="0" lang="en-US" sz="1600" spc="-1" strike="noStrike">
                <a:solidFill>
                  <a:srgbClr val="367187"/>
                </a:solidFill>
                <a:latin typeface="Arial"/>
                <a:ea typeface="ＭＳ Ｐゴシック"/>
              </a:rPr>
              <a:t>Module Practice and Quiz</a:t>
            </a:r>
            <a:br/>
            <a:r>
              <a:rPr b="0" lang="en-US" sz="2400" spc="-1" strike="noStrike">
                <a:solidFill>
                  <a:srgbClr val="367187"/>
                </a:solidFill>
                <a:latin typeface="Arial"/>
                <a:ea typeface="ＭＳ Ｐゴシック"/>
              </a:rPr>
              <a:t>Lab – Identify IPv6 Addresses</a:t>
            </a:r>
            <a:endParaRPr b="0" lang="en-US" sz="2400" spc="-1" strike="noStrike">
              <a:solidFill>
                <a:srgbClr val="58585b"/>
              </a:solidFill>
              <a:latin typeface="Arial"/>
            </a:endParaRPr>
          </a:p>
        </p:txBody>
      </p:sp>
      <p:sp>
        <p:nvSpPr>
          <p:cNvPr id="444" name="PlaceHolder 2"/>
          <p:cNvSpPr>
            <a:spLocks noGrp="1"/>
          </p:cNvSpPr>
          <p:nvPr>
            <p:ph/>
          </p:nvPr>
        </p:nvSpPr>
        <p:spPr>
          <a:xfrm>
            <a:off x="180000" y="1034280"/>
            <a:ext cx="8649000" cy="3522240"/>
          </a:xfrm>
          <a:prstGeom prst="rect">
            <a:avLst/>
          </a:prstGeom>
          <a:noFill/>
          <a:ln w="0">
            <a:noFill/>
          </a:ln>
        </p:spPr>
        <p:txBody>
          <a:bodyPr numCol="1" spcCol="0" rIns="182880" anchor="t">
            <a:noAutofit/>
          </a:bodyPr>
          <a:p>
            <a:pPr>
              <a:lnSpc>
                <a:spcPct val="100000"/>
              </a:lnSpc>
              <a:spcBef>
                <a:spcPts val="601"/>
              </a:spcBef>
              <a:spcAft>
                <a:spcPts val="601"/>
              </a:spcAft>
              <a:buNone/>
              <a:tabLst>
                <a:tab algn="l" pos="0"/>
              </a:tabLst>
            </a:pPr>
            <a:r>
              <a:rPr b="0" lang="en-US" sz="1800" spc="-1" strike="noStrike">
                <a:solidFill>
                  <a:srgbClr val="000000"/>
                </a:solidFill>
                <a:latin typeface="Arial"/>
                <a:ea typeface="ＭＳ Ｐゴシック"/>
              </a:rPr>
              <a:t>In this lab, you complete the following objectives: </a:t>
            </a:r>
            <a:endParaRPr b="0" lang="en-US" sz="18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Arial"/>
              <a:buChar char="•"/>
              <a:tabLst>
                <a:tab algn="l" pos="0"/>
              </a:tabLst>
            </a:pPr>
            <a:r>
              <a:rPr b="0" lang="en-US" sz="1800" spc="-1" strike="noStrike">
                <a:solidFill>
                  <a:srgbClr val="000000"/>
                </a:solidFill>
                <a:latin typeface="Arial"/>
                <a:ea typeface="ＭＳ Ｐゴシック"/>
              </a:rPr>
              <a:t>Identify the Different Types of IPv6 Addresses</a:t>
            </a:r>
            <a:endParaRPr b="0" lang="en-US" sz="18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Arial"/>
              <a:buChar char="•"/>
              <a:tabLst>
                <a:tab algn="l" pos="0"/>
              </a:tabLst>
            </a:pPr>
            <a:r>
              <a:rPr b="0" lang="en-US" sz="1800" spc="-1" strike="noStrike">
                <a:solidFill>
                  <a:srgbClr val="000000"/>
                </a:solidFill>
                <a:latin typeface="Arial"/>
                <a:ea typeface="ＭＳ Ｐゴシック"/>
              </a:rPr>
              <a:t>Examine a Host IPv6 Network Interface and Address</a:t>
            </a:r>
            <a:endParaRPr b="0" lang="en-US" sz="18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Arial"/>
              <a:buChar char="•"/>
              <a:tabLst>
                <a:tab algn="l" pos="0"/>
              </a:tabLst>
            </a:pPr>
            <a:r>
              <a:rPr b="0" lang="en-US" sz="1800" spc="-1" strike="noStrike">
                <a:solidFill>
                  <a:srgbClr val="000000"/>
                </a:solidFill>
                <a:latin typeface="Arial"/>
                <a:ea typeface="ＭＳ Ｐゴシック"/>
              </a:rPr>
              <a:t>Practice IPv6 Address Abbreviation</a:t>
            </a:r>
            <a:endParaRPr b="0" lang="en-US" sz="1800" spc="-1" strike="noStrike">
              <a:solidFill>
                <a:srgbClr val="58585b"/>
              </a:solidFill>
              <a:latin typeface="Arial"/>
            </a:endParaRPr>
          </a:p>
          <a:p>
            <a:pPr>
              <a:lnSpc>
                <a:spcPct val="100000"/>
              </a:lnSpc>
              <a:spcBef>
                <a:spcPts val="601"/>
              </a:spcBef>
              <a:spcAft>
                <a:spcPts val="601"/>
              </a:spcAft>
              <a:buNone/>
              <a:tabLst>
                <a:tab algn="l" pos="0"/>
              </a:tabLst>
            </a:pPr>
            <a:endParaRPr b="0" lang="en-US" sz="1800" spc="-1" strike="noStrike">
              <a:solidFill>
                <a:srgbClr val="58585b"/>
              </a:solidFill>
              <a:latin typeface="Arial"/>
            </a:endParaRPr>
          </a:p>
        </p:txBody>
      </p:sp>
    </p:spTree>
  </p:cSld>
  <p:transition spd="slow">
    <p:wipe dir="l"/>
  </p:transition>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5" name="PlaceHolder 1"/>
          <p:cNvSpPr>
            <a:spLocks noGrp="1"/>
          </p:cNvSpPr>
          <p:nvPr>
            <p:ph type="title"/>
          </p:nvPr>
        </p:nvSpPr>
        <p:spPr>
          <a:xfrm>
            <a:off x="416520" y="1747440"/>
            <a:ext cx="8280000" cy="969840"/>
          </a:xfrm>
          <a:prstGeom prst="rect">
            <a:avLst/>
          </a:prstGeom>
          <a:noFill/>
          <a:ln w="0">
            <a:noFill/>
          </a:ln>
        </p:spPr>
        <p:txBody>
          <a:bodyPr numCol="1" spcCol="0" anchor="b">
            <a:noAutofit/>
          </a:bodyPr>
          <a:p>
            <a:pPr>
              <a:lnSpc>
                <a:spcPct val="90000"/>
              </a:lnSpc>
              <a:buNone/>
              <a:tabLst>
                <a:tab algn="l" pos="0"/>
              </a:tabLst>
            </a:pPr>
            <a:r>
              <a:rPr b="0" lang="en-US" sz="4600" spc="-1" strike="noStrike">
                <a:solidFill>
                  <a:srgbClr val="afe8fb"/>
                </a:solidFill>
                <a:latin typeface="Arial"/>
                <a:ea typeface="ＭＳ Ｐゴシック"/>
              </a:rPr>
              <a:t>12.8 Subnet an IPv6 Network</a:t>
            </a:r>
            <a:endParaRPr b="0" lang="en-US" sz="4600" spc="-1" strike="noStrike">
              <a:solidFill>
                <a:srgbClr val="58585b"/>
              </a:solidFill>
              <a:latin typeface="Arial"/>
            </a:endParaRPr>
          </a:p>
        </p:txBody>
      </p:sp>
    </p:spTree>
  </p:cSld>
  <p:transition spd="slow">
    <p:wipe dir="l"/>
  </p:transition>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6"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Subnet an IPv6 Network</a:t>
            </a:r>
            <a:br/>
            <a:r>
              <a:rPr b="0" lang="en-US" sz="2400" spc="-1" strike="noStrike">
                <a:solidFill>
                  <a:srgbClr val="004c69"/>
                </a:solidFill>
                <a:latin typeface="Arial"/>
                <a:ea typeface="ＭＳ Ｐゴシック"/>
              </a:rPr>
              <a:t>Subnet Using the Subnet ID</a:t>
            </a:r>
            <a:endParaRPr b="0" lang="en-US" sz="2400" spc="-1" strike="noStrike">
              <a:solidFill>
                <a:srgbClr val="58585b"/>
              </a:solidFill>
              <a:latin typeface="Arial"/>
            </a:endParaRPr>
          </a:p>
        </p:txBody>
      </p:sp>
      <p:sp>
        <p:nvSpPr>
          <p:cNvPr id="447" name="PlaceHolder 2"/>
          <p:cNvSpPr>
            <a:spLocks noGrp="1"/>
          </p:cNvSpPr>
          <p:nvPr>
            <p:ph/>
          </p:nvPr>
        </p:nvSpPr>
        <p:spPr>
          <a:xfrm>
            <a:off x="431640" y="1035000"/>
            <a:ext cx="7983720" cy="1597680"/>
          </a:xfrm>
          <a:prstGeom prst="rect">
            <a:avLst/>
          </a:prstGeom>
          <a:noFill/>
          <a:ln w="0">
            <a:noFill/>
          </a:ln>
        </p:spPr>
        <p:txBody>
          <a:bodyPr anchor="t">
            <a:noAutofit/>
          </a:bodyPr>
          <a:p>
            <a:pPr>
              <a:lnSpc>
                <a:spcPct val="100000"/>
              </a:lnSpc>
              <a:spcBef>
                <a:spcPts val="601"/>
              </a:spcBef>
              <a:spcAft>
                <a:spcPts val="601"/>
              </a:spcAft>
              <a:buNone/>
              <a:tabLst>
                <a:tab algn="l" pos="0"/>
              </a:tabLst>
            </a:pPr>
            <a:r>
              <a:rPr b="0" lang="en-US" sz="1800" spc="-1" strike="noStrike">
                <a:solidFill>
                  <a:srgbClr val="000000"/>
                </a:solidFill>
                <a:latin typeface="Arial"/>
                <a:ea typeface="ＭＳ Ｐゴシック"/>
              </a:rPr>
              <a:t>IPv6 was designed with subnetting in mind. </a:t>
            </a:r>
            <a:endParaRPr b="0" lang="en-US" sz="1800" spc="-1" strike="noStrike">
              <a:solidFill>
                <a:srgbClr val="58585b"/>
              </a:solidFill>
              <a:latin typeface="Arial"/>
            </a:endParaRPr>
          </a:p>
          <a:p>
            <a:pPr marL="285840" indent="-285840">
              <a:lnSpc>
                <a:spcPct val="100000"/>
              </a:lnSpc>
              <a:spcBef>
                <a:spcPts val="601"/>
              </a:spcBef>
              <a:spcAft>
                <a:spcPts val="601"/>
              </a:spcAft>
              <a:buClr>
                <a:srgbClr val="000000"/>
              </a:buClr>
              <a:buSzPct val="90000"/>
              <a:buFont typeface="Arial"/>
              <a:buChar char="•"/>
              <a:tabLst>
                <a:tab algn="l" pos="0"/>
              </a:tabLst>
            </a:pPr>
            <a:r>
              <a:rPr b="0" lang="en-US" sz="1600" spc="-1" strike="noStrike">
                <a:solidFill>
                  <a:srgbClr val="000000"/>
                </a:solidFill>
                <a:latin typeface="Arial"/>
                <a:ea typeface="ＭＳ Ｐゴシック"/>
              </a:rPr>
              <a:t>A separate subnet ID field in the IPv6 GUA is used to create subnets. </a:t>
            </a:r>
            <a:endParaRPr b="0" lang="en-US" sz="1600" spc="-1" strike="noStrike">
              <a:solidFill>
                <a:srgbClr val="58585b"/>
              </a:solidFill>
              <a:latin typeface="Arial"/>
            </a:endParaRPr>
          </a:p>
          <a:p>
            <a:pPr marL="285840" indent="-285840">
              <a:lnSpc>
                <a:spcPct val="100000"/>
              </a:lnSpc>
              <a:spcBef>
                <a:spcPts val="601"/>
              </a:spcBef>
              <a:spcAft>
                <a:spcPts val="601"/>
              </a:spcAft>
              <a:buClr>
                <a:srgbClr val="000000"/>
              </a:buClr>
              <a:buSzPct val="90000"/>
              <a:buFont typeface="Arial"/>
              <a:buChar char="•"/>
              <a:tabLst>
                <a:tab algn="l" pos="0"/>
              </a:tabLst>
            </a:pPr>
            <a:r>
              <a:rPr b="0" lang="en-US" sz="1600" spc="-1" strike="noStrike">
                <a:solidFill>
                  <a:srgbClr val="000000"/>
                </a:solidFill>
                <a:latin typeface="Arial"/>
                <a:ea typeface="ＭＳ Ｐゴシック"/>
              </a:rPr>
              <a:t>The subnet ID field is the area between the Global Routing Prefix and the interface ID.</a:t>
            </a:r>
            <a:endParaRPr b="0" lang="en-US" sz="1600" spc="-1" strike="noStrike">
              <a:solidFill>
                <a:srgbClr val="58585b"/>
              </a:solidFill>
              <a:latin typeface="Arial"/>
            </a:endParaRPr>
          </a:p>
        </p:txBody>
      </p:sp>
      <p:pic>
        <p:nvPicPr>
          <p:cNvPr id="448" name="Picture 4" descr=""/>
          <p:cNvPicPr/>
          <p:nvPr/>
        </p:nvPicPr>
        <p:blipFill>
          <a:blip r:embed="rId1"/>
          <a:stretch/>
        </p:blipFill>
        <p:spPr>
          <a:xfrm>
            <a:off x="1020960" y="2571840"/>
            <a:ext cx="6805080" cy="150624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9"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Subnet an IPv6 Network</a:t>
            </a:r>
            <a:br/>
            <a:r>
              <a:rPr b="0" lang="en-US" sz="2400" spc="-1" strike="noStrike">
                <a:solidFill>
                  <a:srgbClr val="004c69"/>
                </a:solidFill>
                <a:latin typeface="Arial"/>
                <a:ea typeface="ＭＳ Ｐゴシック"/>
              </a:rPr>
              <a:t>IPv6 Subnetting Example</a:t>
            </a:r>
            <a:endParaRPr b="0" lang="en-US" sz="2400" spc="-1" strike="noStrike">
              <a:solidFill>
                <a:srgbClr val="58585b"/>
              </a:solidFill>
              <a:latin typeface="Arial"/>
            </a:endParaRPr>
          </a:p>
        </p:txBody>
      </p:sp>
      <p:sp>
        <p:nvSpPr>
          <p:cNvPr id="450" name="PlaceHolder 2"/>
          <p:cNvSpPr>
            <a:spLocks noGrp="1"/>
          </p:cNvSpPr>
          <p:nvPr>
            <p:ph/>
          </p:nvPr>
        </p:nvSpPr>
        <p:spPr>
          <a:xfrm>
            <a:off x="431640" y="1035000"/>
            <a:ext cx="3731400" cy="2863080"/>
          </a:xfrm>
          <a:prstGeom prst="rect">
            <a:avLst/>
          </a:prstGeom>
          <a:noFill/>
          <a:ln w="0">
            <a:noFill/>
          </a:ln>
        </p:spPr>
        <p:txBody>
          <a:bodyPr anchor="t">
            <a:noAutofit/>
          </a:bodyPr>
          <a:p>
            <a:pPr>
              <a:lnSpc>
                <a:spcPct val="100000"/>
              </a:lnSpc>
              <a:spcBef>
                <a:spcPts val="601"/>
              </a:spcBef>
              <a:spcAft>
                <a:spcPts val="601"/>
              </a:spcAft>
              <a:buNone/>
              <a:tabLst>
                <a:tab algn="l" pos="0"/>
              </a:tabLst>
            </a:pPr>
            <a:r>
              <a:rPr b="0" lang="en-US" sz="1600" spc="-1" strike="noStrike">
                <a:solidFill>
                  <a:srgbClr val="000000"/>
                </a:solidFill>
                <a:latin typeface="Arial"/>
                <a:ea typeface="ＭＳ Ｐゴシック"/>
              </a:rPr>
              <a:t>Given the 2001:db8:acad::/48 global routing prefix with a 16 bit subnet ID.</a:t>
            </a:r>
            <a:endParaRPr b="0" lang="en-US" sz="1600" spc="-1" strike="noStrike">
              <a:solidFill>
                <a:srgbClr val="58585b"/>
              </a:solidFill>
              <a:latin typeface="Arial"/>
            </a:endParaRPr>
          </a:p>
          <a:p>
            <a:pPr marL="285840" indent="-285840">
              <a:lnSpc>
                <a:spcPct val="100000"/>
              </a:lnSpc>
              <a:spcBef>
                <a:spcPts val="601"/>
              </a:spcBef>
              <a:spcAft>
                <a:spcPts val="601"/>
              </a:spcAft>
              <a:buClr>
                <a:srgbClr val="000000"/>
              </a:buClr>
              <a:buSzPct val="90000"/>
              <a:buFont typeface="Arial"/>
              <a:buChar char="•"/>
              <a:tabLst>
                <a:tab algn="l" pos="0"/>
              </a:tabLst>
            </a:pPr>
            <a:r>
              <a:rPr b="0" lang="en-US" sz="1600" spc="-1" strike="noStrike">
                <a:solidFill>
                  <a:srgbClr val="000000"/>
                </a:solidFill>
                <a:latin typeface="Arial"/>
                <a:ea typeface="ＭＳ Ｐゴシック"/>
              </a:rPr>
              <a:t>Allows 65,536 /64 subnets</a:t>
            </a:r>
            <a:endParaRPr b="0" lang="en-US" sz="1600" spc="-1" strike="noStrike">
              <a:solidFill>
                <a:srgbClr val="58585b"/>
              </a:solidFill>
              <a:latin typeface="Arial"/>
            </a:endParaRPr>
          </a:p>
          <a:p>
            <a:pPr marL="285840" indent="-285840">
              <a:lnSpc>
                <a:spcPct val="100000"/>
              </a:lnSpc>
              <a:spcBef>
                <a:spcPts val="601"/>
              </a:spcBef>
              <a:spcAft>
                <a:spcPts val="601"/>
              </a:spcAft>
              <a:buClr>
                <a:srgbClr val="000000"/>
              </a:buClr>
              <a:buSzPct val="90000"/>
              <a:buFont typeface="Arial"/>
              <a:buChar char="•"/>
              <a:tabLst>
                <a:tab algn="l" pos="0"/>
              </a:tabLst>
            </a:pPr>
            <a:r>
              <a:rPr b="0" lang="en-US" sz="1600" spc="-1" strike="noStrike">
                <a:solidFill>
                  <a:srgbClr val="000000"/>
                </a:solidFill>
                <a:latin typeface="Arial"/>
                <a:ea typeface="ＭＳ Ｐゴシック"/>
              </a:rPr>
              <a:t>The global routing prefix is the same for all subnets.</a:t>
            </a:r>
            <a:endParaRPr b="0" lang="en-US" sz="1600" spc="-1" strike="noStrike">
              <a:solidFill>
                <a:srgbClr val="58585b"/>
              </a:solidFill>
              <a:latin typeface="Arial"/>
            </a:endParaRPr>
          </a:p>
          <a:p>
            <a:pPr marL="285840" indent="-285840">
              <a:lnSpc>
                <a:spcPct val="100000"/>
              </a:lnSpc>
              <a:spcBef>
                <a:spcPts val="601"/>
              </a:spcBef>
              <a:spcAft>
                <a:spcPts val="601"/>
              </a:spcAft>
              <a:buClr>
                <a:srgbClr val="000000"/>
              </a:buClr>
              <a:buSzPct val="90000"/>
              <a:buFont typeface="Arial"/>
              <a:buChar char="•"/>
              <a:tabLst>
                <a:tab algn="l" pos="0"/>
              </a:tabLst>
            </a:pPr>
            <a:r>
              <a:rPr b="0" lang="en-US" sz="1600" spc="-1" strike="noStrike">
                <a:solidFill>
                  <a:srgbClr val="000000"/>
                </a:solidFill>
                <a:latin typeface="Arial"/>
                <a:ea typeface="ＭＳ Ｐゴシック"/>
              </a:rPr>
              <a:t>Only </a:t>
            </a:r>
            <a:r>
              <a:rPr b="0" lang="en-US" sz="1400" spc="-1" strike="noStrike">
                <a:solidFill>
                  <a:srgbClr val="000000"/>
                </a:solidFill>
                <a:latin typeface="Arial"/>
                <a:ea typeface="ＭＳ Ｐゴシック"/>
              </a:rPr>
              <a:t>the subnet ID hextet is incremented in hexadecimal for each subnet.</a:t>
            </a:r>
            <a:endParaRPr b="0" lang="en-US" sz="1400" spc="-1" strike="noStrike">
              <a:solidFill>
                <a:srgbClr val="58585b"/>
              </a:solidFill>
              <a:latin typeface="Arial"/>
            </a:endParaRPr>
          </a:p>
        </p:txBody>
      </p:sp>
      <p:pic>
        <p:nvPicPr>
          <p:cNvPr id="451" name="Picture 3" descr=""/>
          <p:cNvPicPr/>
          <p:nvPr/>
        </p:nvPicPr>
        <p:blipFill>
          <a:blip r:embed="rId1"/>
          <a:stretch/>
        </p:blipFill>
        <p:spPr>
          <a:xfrm>
            <a:off x="3899160" y="1035000"/>
            <a:ext cx="4446000" cy="307260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2"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Subnet an IPv6 Network</a:t>
            </a:r>
            <a:br/>
            <a:r>
              <a:rPr b="0" lang="en-US" sz="2400" spc="-1" strike="noStrike">
                <a:solidFill>
                  <a:srgbClr val="004c69"/>
                </a:solidFill>
                <a:latin typeface="Arial"/>
                <a:ea typeface="ＭＳ Ｐゴシック"/>
              </a:rPr>
              <a:t>IPv6 Subnet Allocation</a:t>
            </a:r>
            <a:endParaRPr b="0" lang="en-US" sz="2400" spc="-1" strike="noStrike">
              <a:solidFill>
                <a:srgbClr val="58585b"/>
              </a:solidFill>
              <a:latin typeface="Arial"/>
            </a:endParaRPr>
          </a:p>
        </p:txBody>
      </p:sp>
      <p:sp>
        <p:nvSpPr>
          <p:cNvPr id="453" name="PlaceHolder 2"/>
          <p:cNvSpPr>
            <a:spLocks noGrp="1"/>
          </p:cNvSpPr>
          <p:nvPr>
            <p:ph/>
          </p:nvPr>
        </p:nvSpPr>
        <p:spPr>
          <a:xfrm>
            <a:off x="431640" y="986760"/>
            <a:ext cx="7380360" cy="1392120"/>
          </a:xfrm>
          <a:prstGeom prst="rect">
            <a:avLst/>
          </a:prstGeom>
          <a:noFill/>
          <a:ln w="0">
            <a:noFill/>
          </a:ln>
        </p:spPr>
        <p:txBody>
          <a:bodyPr anchor="t">
            <a:noAutofit/>
          </a:bodyPr>
          <a:p>
            <a:pPr>
              <a:lnSpc>
                <a:spcPct val="100000"/>
              </a:lnSpc>
              <a:spcBef>
                <a:spcPts val="601"/>
              </a:spcBef>
              <a:spcAft>
                <a:spcPts val="601"/>
              </a:spcAft>
              <a:buNone/>
              <a:tabLst>
                <a:tab algn="l" pos="0"/>
              </a:tabLst>
            </a:pPr>
            <a:r>
              <a:rPr b="0" lang="en-US" sz="1400" spc="-1" strike="noStrike">
                <a:solidFill>
                  <a:srgbClr val="000000"/>
                </a:solidFill>
                <a:latin typeface="Arial"/>
                <a:ea typeface="ＭＳ Ｐゴシック"/>
              </a:rPr>
              <a:t>The example topology requires five subnets, one for each LAN as well as for the serial link between R1 and R2.</a:t>
            </a:r>
            <a:endParaRPr b="0" lang="en-US" sz="1400" spc="-1" strike="noStrike">
              <a:solidFill>
                <a:srgbClr val="58585b"/>
              </a:solidFill>
              <a:latin typeface="Arial"/>
            </a:endParaRPr>
          </a:p>
          <a:p>
            <a:pPr>
              <a:lnSpc>
                <a:spcPct val="100000"/>
              </a:lnSpc>
              <a:spcBef>
                <a:spcPts val="601"/>
              </a:spcBef>
              <a:spcAft>
                <a:spcPts val="601"/>
              </a:spcAft>
              <a:buNone/>
              <a:tabLst>
                <a:tab algn="l" pos="0"/>
              </a:tabLst>
            </a:pPr>
            <a:r>
              <a:rPr b="0" lang="en-US" sz="1400" spc="-1" strike="noStrike">
                <a:solidFill>
                  <a:srgbClr val="000000"/>
                </a:solidFill>
                <a:latin typeface="Arial"/>
                <a:ea typeface="ＭＳ Ｐゴシック"/>
              </a:rPr>
              <a:t>The five IPv6 subnets were allocated, with the subnet ID field 0001 through 0005. Each /64 subnet will provide more addresses than will ever be needed.</a:t>
            </a:r>
            <a:endParaRPr b="0" lang="en-US" sz="1400" spc="-1" strike="noStrike">
              <a:solidFill>
                <a:srgbClr val="58585b"/>
              </a:solidFill>
              <a:latin typeface="Arial"/>
            </a:endParaRPr>
          </a:p>
        </p:txBody>
      </p:sp>
      <p:pic>
        <p:nvPicPr>
          <p:cNvPr id="454" name="Picture 4" descr=""/>
          <p:cNvPicPr/>
          <p:nvPr/>
        </p:nvPicPr>
        <p:blipFill>
          <a:blip r:embed="rId1"/>
          <a:stretch/>
        </p:blipFill>
        <p:spPr>
          <a:xfrm>
            <a:off x="994320" y="2295000"/>
            <a:ext cx="3127320" cy="2099520"/>
          </a:xfrm>
          <a:prstGeom prst="rect">
            <a:avLst/>
          </a:prstGeom>
          <a:ln w="0">
            <a:noFill/>
          </a:ln>
        </p:spPr>
      </p:pic>
      <p:pic>
        <p:nvPicPr>
          <p:cNvPr id="455" name="Picture 6" descr=""/>
          <p:cNvPicPr/>
          <p:nvPr/>
        </p:nvPicPr>
        <p:blipFill>
          <a:blip r:embed="rId2"/>
          <a:stretch/>
        </p:blipFill>
        <p:spPr>
          <a:xfrm>
            <a:off x="4419360" y="2427480"/>
            <a:ext cx="3392640" cy="196704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6"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Subnet an IPv6 Network</a:t>
            </a:r>
            <a:br/>
            <a:r>
              <a:rPr b="0" lang="en-US" sz="2400" spc="-1" strike="noStrike">
                <a:solidFill>
                  <a:srgbClr val="004c69"/>
                </a:solidFill>
                <a:latin typeface="Arial"/>
                <a:ea typeface="ＭＳ Ｐゴシック"/>
              </a:rPr>
              <a:t>Router Configured with IPv6 Subnets</a:t>
            </a:r>
            <a:endParaRPr b="0" lang="en-US" sz="2400" spc="-1" strike="noStrike">
              <a:solidFill>
                <a:srgbClr val="58585b"/>
              </a:solidFill>
              <a:latin typeface="Arial"/>
            </a:endParaRPr>
          </a:p>
        </p:txBody>
      </p:sp>
      <p:sp>
        <p:nvSpPr>
          <p:cNvPr id="457" name="PlaceHolder 2"/>
          <p:cNvSpPr>
            <a:spLocks noGrp="1"/>
          </p:cNvSpPr>
          <p:nvPr>
            <p:ph/>
          </p:nvPr>
        </p:nvSpPr>
        <p:spPr>
          <a:xfrm>
            <a:off x="431640" y="986760"/>
            <a:ext cx="7380360" cy="731520"/>
          </a:xfrm>
          <a:prstGeom prst="rect">
            <a:avLst/>
          </a:prstGeom>
          <a:noFill/>
          <a:ln w="0">
            <a:noFill/>
          </a:ln>
        </p:spPr>
        <p:txBody>
          <a:bodyPr anchor="t">
            <a:noAutofit/>
          </a:bodyPr>
          <a:p>
            <a:pPr>
              <a:lnSpc>
                <a:spcPct val="100000"/>
              </a:lnSpc>
              <a:spcBef>
                <a:spcPts val="601"/>
              </a:spcBef>
              <a:spcAft>
                <a:spcPts val="601"/>
              </a:spcAft>
              <a:buNone/>
              <a:tabLst>
                <a:tab algn="l" pos="0"/>
              </a:tabLst>
            </a:pPr>
            <a:r>
              <a:rPr b="0" lang="en-US" sz="1600" spc="-1" strike="noStrike">
                <a:solidFill>
                  <a:srgbClr val="000000"/>
                </a:solidFill>
                <a:latin typeface="Arial"/>
                <a:ea typeface="ＭＳ Ｐゴシック"/>
              </a:rPr>
              <a:t>The example shows that each of the router interfaces on R1 has been configured to be on a different IPv6 subnet.</a:t>
            </a:r>
            <a:endParaRPr b="0" lang="en-US" sz="1600" spc="-1" strike="noStrike">
              <a:solidFill>
                <a:srgbClr val="58585b"/>
              </a:solidFill>
              <a:latin typeface="Arial"/>
            </a:endParaRPr>
          </a:p>
        </p:txBody>
      </p:sp>
      <p:sp>
        <p:nvSpPr>
          <p:cNvPr id="458" name="Rectangle 1"/>
          <p:cNvSpPr/>
          <p:nvPr/>
        </p:nvSpPr>
        <p:spPr>
          <a:xfrm>
            <a:off x="523440" y="1880280"/>
            <a:ext cx="5397840" cy="1767240"/>
          </a:xfrm>
          <a:prstGeom prst="rect">
            <a:avLst/>
          </a:prstGeom>
          <a:solidFill>
            <a:srgbClr val="000000"/>
          </a:solidFill>
          <a:ln w="0">
            <a:noFill/>
          </a:ln>
        </p:spPr>
        <p:style>
          <a:lnRef idx="0"/>
          <a:fillRef idx="0"/>
          <a:effectRef idx="0"/>
          <a:fontRef idx="minor"/>
        </p:style>
        <p:txBody>
          <a:bodyPr numCol="1" spcCol="0" anchor="ctr">
            <a:spAutoFit/>
          </a:bodyPr>
          <a:p>
            <a:pPr>
              <a:lnSpc>
                <a:spcPct val="100000"/>
              </a:lnSpc>
              <a:buNone/>
            </a:pPr>
            <a:r>
              <a:rPr b="0" lang="en-US" sz="1000" spc="-1" strike="noStrike">
                <a:solidFill>
                  <a:srgbClr val="ffffff"/>
                </a:solidFill>
                <a:latin typeface="Courier New"/>
                <a:ea typeface="ＭＳ Ｐゴシック"/>
              </a:rPr>
              <a:t>R1(config)# interface gigabitethernet 0/0/0</a:t>
            </a:r>
            <a:endParaRPr b="0" lang="en-JM" sz="1000" spc="-1" strike="noStrike">
              <a:latin typeface="Arial"/>
            </a:endParaRPr>
          </a:p>
          <a:p>
            <a:pPr>
              <a:lnSpc>
                <a:spcPct val="100000"/>
              </a:lnSpc>
              <a:buNone/>
            </a:pPr>
            <a:r>
              <a:rPr b="0" lang="en-US" sz="1000" spc="-1" strike="noStrike">
                <a:solidFill>
                  <a:srgbClr val="ffffff"/>
                </a:solidFill>
                <a:latin typeface="Courier New"/>
                <a:ea typeface="ＭＳ Ｐゴシック"/>
              </a:rPr>
              <a:t>R1(config-if)# ipv6 address 2001:db8:acad:1::1/64</a:t>
            </a:r>
            <a:endParaRPr b="0" lang="en-JM" sz="1000" spc="-1" strike="noStrike">
              <a:latin typeface="Arial"/>
            </a:endParaRPr>
          </a:p>
          <a:p>
            <a:pPr>
              <a:lnSpc>
                <a:spcPct val="100000"/>
              </a:lnSpc>
              <a:buNone/>
            </a:pPr>
            <a:r>
              <a:rPr b="0" lang="en-US" sz="1000" spc="-1" strike="noStrike">
                <a:solidFill>
                  <a:srgbClr val="ffffff"/>
                </a:solidFill>
                <a:latin typeface="Courier New"/>
                <a:ea typeface="ＭＳ Ｐゴシック"/>
              </a:rPr>
              <a:t>R1(config-if)# no shutdown</a:t>
            </a:r>
            <a:endParaRPr b="0" lang="en-JM" sz="1000" spc="-1" strike="noStrike">
              <a:latin typeface="Arial"/>
            </a:endParaRPr>
          </a:p>
          <a:p>
            <a:pPr>
              <a:lnSpc>
                <a:spcPct val="100000"/>
              </a:lnSpc>
              <a:buNone/>
            </a:pPr>
            <a:r>
              <a:rPr b="0" lang="en-US" sz="1000" spc="-1" strike="noStrike">
                <a:solidFill>
                  <a:srgbClr val="ffffff"/>
                </a:solidFill>
                <a:latin typeface="Courier New"/>
                <a:ea typeface="ＭＳ Ｐゴシック"/>
              </a:rPr>
              <a:t>R1(config-if)# exit</a:t>
            </a:r>
            <a:endParaRPr b="0" lang="en-JM" sz="1000" spc="-1" strike="noStrike">
              <a:latin typeface="Arial"/>
            </a:endParaRPr>
          </a:p>
          <a:p>
            <a:pPr>
              <a:lnSpc>
                <a:spcPct val="100000"/>
              </a:lnSpc>
              <a:buNone/>
            </a:pPr>
            <a:r>
              <a:rPr b="0" lang="en-US" sz="1000" spc="-1" strike="noStrike">
                <a:solidFill>
                  <a:srgbClr val="ffffff"/>
                </a:solidFill>
                <a:latin typeface="Courier New"/>
                <a:ea typeface="ＭＳ Ｐゴシック"/>
              </a:rPr>
              <a:t>R1(config)# interface gigabitethernet 0/0/1</a:t>
            </a:r>
            <a:endParaRPr b="0" lang="en-JM" sz="1000" spc="-1" strike="noStrike">
              <a:latin typeface="Arial"/>
            </a:endParaRPr>
          </a:p>
          <a:p>
            <a:pPr>
              <a:lnSpc>
                <a:spcPct val="100000"/>
              </a:lnSpc>
              <a:buNone/>
            </a:pPr>
            <a:r>
              <a:rPr b="0" lang="en-US" sz="1000" spc="-1" strike="noStrike">
                <a:solidFill>
                  <a:srgbClr val="ffffff"/>
                </a:solidFill>
                <a:latin typeface="Courier New"/>
                <a:ea typeface="ＭＳ Ｐゴシック"/>
              </a:rPr>
              <a:t>R1(config-if)# ipv6 address 2001:db8:acad:2::1/64</a:t>
            </a:r>
            <a:endParaRPr b="0" lang="en-JM" sz="1000" spc="-1" strike="noStrike">
              <a:latin typeface="Arial"/>
            </a:endParaRPr>
          </a:p>
          <a:p>
            <a:pPr>
              <a:lnSpc>
                <a:spcPct val="100000"/>
              </a:lnSpc>
              <a:buNone/>
            </a:pPr>
            <a:r>
              <a:rPr b="0" lang="en-US" sz="1000" spc="-1" strike="noStrike">
                <a:solidFill>
                  <a:srgbClr val="ffffff"/>
                </a:solidFill>
                <a:latin typeface="Courier New"/>
                <a:ea typeface="ＭＳ Ｐゴシック"/>
              </a:rPr>
              <a:t>R1(config-if)# no shutdown</a:t>
            </a:r>
            <a:endParaRPr b="0" lang="en-JM" sz="1000" spc="-1" strike="noStrike">
              <a:latin typeface="Arial"/>
            </a:endParaRPr>
          </a:p>
          <a:p>
            <a:pPr>
              <a:lnSpc>
                <a:spcPct val="100000"/>
              </a:lnSpc>
              <a:buNone/>
            </a:pPr>
            <a:r>
              <a:rPr b="0" lang="en-US" sz="1000" spc="-1" strike="noStrike">
                <a:solidFill>
                  <a:srgbClr val="ffffff"/>
                </a:solidFill>
                <a:latin typeface="Courier New"/>
                <a:ea typeface="ＭＳ Ｐゴシック"/>
              </a:rPr>
              <a:t>R1(config-if)# exit</a:t>
            </a:r>
            <a:endParaRPr b="0" lang="en-JM" sz="1000" spc="-1" strike="noStrike">
              <a:latin typeface="Arial"/>
            </a:endParaRPr>
          </a:p>
          <a:p>
            <a:pPr>
              <a:lnSpc>
                <a:spcPct val="100000"/>
              </a:lnSpc>
              <a:buNone/>
            </a:pPr>
            <a:r>
              <a:rPr b="0" lang="en-US" sz="1000" spc="-1" strike="noStrike">
                <a:solidFill>
                  <a:srgbClr val="ffffff"/>
                </a:solidFill>
                <a:latin typeface="Courier New"/>
                <a:ea typeface="ＭＳ Ｐゴシック"/>
              </a:rPr>
              <a:t>R1(config)# interface serial 0/1/0</a:t>
            </a:r>
            <a:endParaRPr b="0" lang="en-JM" sz="1000" spc="-1" strike="noStrike">
              <a:latin typeface="Arial"/>
            </a:endParaRPr>
          </a:p>
          <a:p>
            <a:pPr>
              <a:lnSpc>
                <a:spcPct val="100000"/>
              </a:lnSpc>
              <a:buNone/>
            </a:pPr>
            <a:r>
              <a:rPr b="0" lang="en-US" sz="1000" spc="-1" strike="noStrike">
                <a:solidFill>
                  <a:srgbClr val="ffffff"/>
                </a:solidFill>
                <a:latin typeface="Courier New"/>
                <a:ea typeface="ＭＳ Ｐゴシック"/>
              </a:rPr>
              <a:t>R1(config-if)# ipv6 address 2001:db8:acad:3::1/64</a:t>
            </a:r>
            <a:endParaRPr b="0" lang="en-JM" sz="1000" spc="-1" strike="noStrike">
              <a:latin typeface="Arial"/>
            </a:endParaRPr>
          </a:p>
          <a:p>
            <a:pPr>
              <a:lnSpc>
                <a:spcPct val="100000"/>
              </a:lnSpc>
              <a:buNone/>
            </a:pPr>
            <a:r>
              <a:rPr b="0" lang="en-US" sz="1000" spc="-1" strike="noStrike">
                <a:solidFill>
                  <a:srgbClr val="ffffff"/>
                </a:solidFill>
                <a:latin typeface="Courier New"/>
                <a:ea typeface="ＭＳ Ｐゴシック"/>
              </a:rPr>
              <a:t>R1(config-if)# no shutdown</a:t>
            </a:r>
            <a:endParaRPr b="0" lang="en-JM" sz="1000" spc="-1" strike="noStrike">
              <a:latin typeface="Arial"/>
            </a:endParaRPr>
          </a:p>
        </p:txBody>
      </p:sp>
    </p:spTree>
  </p:cSld>
  <mc:AlternateContent>
    <mc:Choice Requires="p14">
      <p:transition spd="med" p14:dur="700">
        <p:fade/>
      </p:transition>
    </mc:Choice>
    <mc:Fallback>
      <p:transition spd="med">
        <p:fade/>
      </p:transition>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9" name="PlaceHolder 1"/>
          <p:cNvSpPr>
            <a:spLocks noGrp="1"/>
          </p:cNvSpPr>
          <p:nvPr>
            <p:ph type="title"/>
          </p:nvPr>
        </p:nvSpPr>
        <p:spPr>
          <a:xfrm>
            <a:off x="416520" y="1747440"/>
            <a:ext cx="8280000" cy="969840"/>
          </a:xfrm>
          <a:prstGeom prst="rect">
            <a:avLst/>
          </a:prstGeom>
          <a:noFill/>
          <a:ln w="0">
            <a:noFill/>
          </a:ln>
        </p:spPr>
        <p:txBody>
          <a:bodyPr numCol="1" spcCol="0" anchor="b">
            <a:noAutofit/>
          </a:bodyPr>
          <a:p>
            <a:pPr>
              <a:lnSpc>
                <a:spcPct val="90000"/>
              </a:lnSpc>
              <a:buNone/>
              <a:tabLst>
                <a:tab algn="l" pos="0"/>
              </a:tabLst>
            </a:pPr>
            <a:r>
              <a:rPr b="0" lang="en-US" sz="4600" spc="-1" strike="noStrike">
                <a:solidFill>
                  <a:srgbClr val="afe8fb"/>
                </a:solidFill>
                <a:latin typeface="Arial"/>
                <a:ea typeface="ＭＳ Ｐゴシック"/>
              </a:rPr>
              <a:t>2.9 Module Practice and Quiz</a:t>
            </a:r>
            <a:endParaRPr b="0" lang="en-US" sz="4600" spc="-1" strike="noStrike">
              <a:solidFill>
                <a:srgbClr val="58585b"/>
              </a:solidFill>
              <a:latin typeface="Arial"/>
            </a:endParaRPr>
          </a:p>
        </p:txBody>
      </p:sp>
    </p:spTree>
  </p:cSld>
  <p:transition spd="slow">
    <p:wipe dir="l"/>
  </p:transition>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0" name="PlaceHolder 1"/>
          <p:cNvSpPr>
            <a:spLocks noGrp="1"/>
          </p:cNvSpPr>
          <p:nvPr>
            <p:ph type="title"/>
          </p:nvPr>
        </p:nvSpPr>
        <p:spPr>
          <a:xfrm>
            <a:off x="0" y="133920"/>
            <a:ext cx="9143640" cy="592560"/>
          </a:xfrm>
          <a:prstGeom prst="rect">
            <a:avLst/>
          </a:prstGeom>
          <a:noFill/>
          <a:ln w="0">
            <a:noFill/>
          </a:ln>
        </p:spPr>
        <p:txBody>
          <a:bodyPr numCol="1" spcCol="0" anchor="ctr">
            <a:noAutofit/>
          </a:bodyPr>
          <a:p>
            <a:pPr>
              <a:lnSpc>
                <a:spcPct val="100000"/>
              </a:lnSpc>
              <a:buNone/>
            </a:pPr>
            <a:r>
              <a:rPr b="0" lang="en-US" sz="1600" spc="-1" strike="noStrike">
                <a:solidFill>
                  <a:srgbClr val="367187"/>
                </a:solidFill>
                <a:latin typeface="Arial"/>
                <a:ea typeface="ＭＳ Ｐゴシック"/>
              </a:rPr>
              <a:t>Module Practice and Quiz</a:t>
            </a:r>
            <a:br/>
            <a:r>
              <a:rPr b="0" lang="en-US" sz="2400" spc="-1" strike="noStrike">
                <a:solidFill>
                  <a:srgbClr val="367187"/>
                </a:solidFill>
                <a:latin typeface="Arial"/>
                <a:ea typeface="ＭＳ Ｐゴシック"/>
              </a:rPr>
              <a:t>Packet Tracer – Implement a Subnetted IPv6 Addressing Scheme</a:t>
            </a:r>
            <a:endParaRPr b="0" lang="en-US" sz="2400" spc="-1" strike="noStrike">
              <a:solidFill>
                <a:srgbClr val="58585b"/>
              </a:solidFill>
              <a:latin typeface="Arial"/>
            </a:endParaRPr>
          </a:p>
        </p:txBody>
      </p:sp>
      <p:sp>
        <p:nvSpPr>
          <p:cNvPr id="461" name="PlaceHolder 2"/>
          <p:cNvSpPr>
            <a:spLocks noGrp="1"/>
          </p:cNvSpPr>
          <p:nvPr>
            <p:ph/>
          </p:nvPr>
        </p:nvSpPr>
        <p:spPr>
          <a:xfrm>
            <a:off x="180000" y="1034280"/>
            <a:ext cx="8649000" cy="3522240"/>
          </a:xfrm>
          <a:prstGeom prst="rect">
            <a:avLst/>
          </a:prstGeom>
          <a:noFill/>
          <a:ln w="0">
            <a:noFill/>
          </a:ln>
        </p:spPr>
        <p:txBody>
          <a:bodyPr numCol="1" spcCol="0" rIns="182880" anchor="t">
            <a:noAutofit/>
          </a:bodyPr>
          <a:p>
            <a:pPr>
              <a:lnSpc>
                <a:spcPct val="100000"/>
              </a:lnSpc>
              <a:spcBef>
                <a:spcPts val="601"/>
              </a:spcBef>
              <a:spcAft>
                <a:spcPts val="601"/>
              </a:spcAft>
              <a:buNone/>
              <a:tabLst>
                <a:tab algn="l" pos="0"/>
              </a:tabLst>
            </a:pPr>
            <a:r>
              <a:rPr b="0" lang="en-US" sz="1800" spc="-1" strike="noStrike">
                <a:solidFill>
                  <a:srgbClr val="000000"/>
                </a:solidFill>
                <a:latin typeface="Arial"/>
                <a:ea typeface="ＭＳ Ｐゴシック"/>
              </a:rPr>
              <a:t>In this Packet Tracer, you will do the following:</a:t>
            </a:r>
            <a:endParaRPr b="0" lang="en-US" sz="18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Wingdings" charset="2"/>
              <a:buChar char=""/>
              <a:tabLst>
                <a:tab algn="l" pos="0"/>
              </a:tabLst>
            </a:pPr>
            <a:r>
              <a:rPr b="0" lang="en-US" sz="1800" spc="-1" strike="noStrike">
                <a:solidFill>
                  <a:srgbClr val="000000"/>
                </a:solidFill>
                <a:latin typeface="Arial"/>
                <a:ea typeface="ＭＳ Ｐゴシック"/>
              </a:rPr>
              <a:t>Determine IPv6 subnets and addressing scheme</a:t>
            </a:r>
            <a:endParaRPr b="0" lang="en-US" sz="18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Wingdings" charset="2"/>
              <a:buChar char=""/>
              <a:tabLst>
                <a:tab algn="l" pos="0"/>
              </a:tabLst>
            </a:pPr>
            <a:r>
              <a:rPr b="0" lang="en-US" sz="1800" spc="-1" strike="noStrike">
                <a:solidFill>
                  <a:srgbClr val="000000"/>
                </a:solidFill>
                <a:latin typeface="Arial"/>
                <a:ea typeface="ＭＳ Ｐゴシック"/>
              </a:rPr>
              <a:t>Configure IPv6 addressing on routers and PCs</a:t>
            </a:r>
            <a:endParaRPr b="0" lang="en-US" sz="18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Wingdings" charset="2"/>
              <a:buChar char=""/>
              <a:tabLst>
                <a:tab algn="l" pos="0"/>
              </a:tabLst>
            </a:pPr>
            <a:r>
              <a:rPr b="0" lang="en-US" sz="1800" spc="-1" strike="noStrike">
                <a:solidFill>
                  <a:srgbClr val="000000"/>
                </a:solidFill>
                <a:latin typeface="Arial"/>
                <a:ea typeface="ＭＳ Ｐゴシック"/>
              </a:rPr>
              <a:t>Verify IPv6 connectivity</a:t>
            </a:r>
            <a:endParaRPr b="0" lang="en-US" sz="1800" spc="-1" strike="noStrike">
              <a:solidFill>
                <a:srgbClr val="58585b"/>
              </a:solidFill>
              <a:latin typeface="Arial"/>
            </a:endParaRPr>
          </a:p>
          <a:p>
            <a:pPr>
              <a:lnSpc>
                <a:spcPct val="100000"/>
              </a:lnSpc>
              <a:spcBef>
                <a:spcPts val="601"/>
              </a:spcBef>
              <a:spcAft>
                <a:spcPts val="601"/>
              </a:spcAft>
              <a:buNone/>
              <a:tabLst>
                <a:tab algn="l" pos="0"/>
              </a:tabLst>
            </a:pPr>
            <a:endParaRPr b="0" lang="en-US" sz="1800" spc="-1" strike="noStrike">
              <a:solidFill>
                <a:srgbClr val="58585b"/>
              </a:solidFill>
              <a:latin typeface="Arial"/>
            </a:endParaRPr>
          </a:p>
          <a:p>
            <a:pPr>
              <a:lnSpc>
                <a:spcPct val="100000"/>
              </a:lnSpc>
              <a:spcBef>
                <a:spcPts val="601"/>
              </a:spcBef>
              <a:spcAft>
                <a:spcPts val="601"/>
              </a:spcAft>
              <a:buNone/>
              <a:tabLst>
                <a:tab algn="l" pos="0"/>
              </a:tabLst>
            </a:pPr>
            <a:endParaRPr b="0" lang="en-US" sz="1800" spc="-1" strike="noStrike">
              <a:solidFill>
                <a:srgbClr val="58585b"/>
              </a:solidFill>
              <a:latin typeface="Arial"/>
            </a:endParaRPr>
          </a:p>
        </p:txBody>
      </p:sp>
    </p:spTree>
  </p:cSld>
  <p:transition spd="slow">
    <p:wipe dir="l"/>
  </p:transition>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2" name="PlaceHolder 1"/>
          <p:cNvSpPr>
            <a:spLocks noGrp="1"/>
          </p:cNvSpPr>
          <p:nvPr>
            <p:ph type="title"/>
          </p:nvPr>
        </p:nvSpPr>
        <p:spPr>
          <a:xfrm>
            <a:off x="0" y="0"/>
            <a:ext cx="9143640" cy="810000"/>
          </a:xfrm>
          <a:prstGeom prst="rect">
            <a:avLst/>
          </a:prstGeom>
          <a:noFill/>
          <a:ln w="0">
            <a:noFill/>
          </a:ln>
        </p:spPr>
        <p:txBody>
          <a:bodyPr numCol="1" spcCol="0" anchor="ctr">
            <a:noAutofit/>
          </a:bodyPr>
          <a:p>
            <a:pPr>
              <a:lnSpc>
                <a:spcPct val="100000"/>
              </a:lnSpc>
              <a:buNone/>
            </a:pPr>
            <a:r>
              <a:rPr b="0" lang="en-US" sz="1600" spc="-1" strike="noStrike">
                <a:solidFill>
                  <a:srgbClr val="367187"/>
                </a:solidFill>
                <a:latin typeface="Arial"/>
                <a:ea typeface="ＭＳ Ｐゴシック"/>
              </a:rPr>
              <a:t>Module Practice and Quiz</a:t>
            </a:r>
            <a:br/>
            <a:r>
              <a:rPr b="0" lang="en-US" sz="2400" spc="-1" strike="noStrike">
                <a:solidFill>
                  <a:srgbClr val="367187"/>
                </a:solidFill>
                <a:latin typeface="Arial"/>
                <a:ea typeface="ＭＳ Ｐゴシック"/>
              </a:rPr>
              <a:t>Packet Tracer - Configure IPv6 Addresses on Network Devices - Physical Mode</a:t>
            </a:r>
            <a:br/>
            <a:r>
              <a:rPr b="0" lang="en-US" sz="2400" spc="-1" strike="noStrike">
                <a:solidFill>
                  <a:srgbClr val="367187"/>
                </a:solidFill>
                <a:latin typeface="Arial"/>
                <a:ea typeface="ＭＳ Ｐゴシック"/>
              </a:rPr>
              <a:t>Lab – Configure IPv6 Addresses on Network Devices</a:t>
            </a:r>
            <a:endParaRPr b="0" lang="en-US" sz="2400" spc="-1" strike="noStrike">
              <a:solidFill>
                <a:srgbClr val="58585b"/>
              </a:solidFill>
              <a:latin typeface="Arial"/>
            </a:endParaRPr>
          </a:p>
        </p:txBody>
      </p:sp>
      <p:sp>
        <p:nvSpPr>
          <p:cNvPr id="463" name="PlaceHolder 2"/>
          <p:cNvSpPr>
            <a:spLocks noGrp="1"/>
          </p:cNvSpPr>
          <p:nvPr>
            <p:ph/>
          </p:nvPr>
        </p:nvSpPr>
        <p:spPr>
          <a:xfrm>
            <a:off x="169920" y="1292760"/>
            <a:ext cx="8649000" cy="3522240"/>
          </a:xfrm>
          <a:prstGeom prst="rect">
            <a:avLst/>
          </a:prstGeom>
          <a:noFill/>
          <a:ln w="0">
            <a:noFill/>
          </a:ln>
        </p:spPr>
        <p:txBody>
          <a:bodyPr numCol="1" spcCol="0" rIns="182880" anchor="t">
            <a:noAutofit/>
          </a:bodyPr>
          <a:p>
            <a:pPr>
              <a:lnSpc>
                <a:spcPct val="100000"/>
              </a:lnSpc>
              <a:spcBef>
                <a:spcPts val="601"/>
              </a:spcBef>
              <a:spcAft>
                <a:spcPts val="601"/>
              </a:spcAft>
              <a:buNone/>
              <a:tabLst>
                <a:tab algn="l" pos="0"/>
              </a:tabLst>
            </a:pPr>
            <a:r>
              <a:rPr b="0" lang="en-US" sz="1800" spc="-1" strike="noStrike">
                <a:solidFill>
                  <a:srgbClr val="000000"/>
                </a:solidFill>
                <a:latin typeface="Arial"/>
                <a:ea typeface="ＭＳ Ｐゴシック"/>
              </a:rPr>
              <a:t>In this Packet Tracer activity, you will complete the following objectives:</a:t>
            </a:r>
            <a:endParaRPr b="0" lang="en-US" sz="18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Arial"/>
              <a:buChar char="•"/>
              <a:tabLst>
                <a:tab algn="l" pos="0"/>
              </a:tabLst>
            </a:pPr>
            <a:r>
              <a:rPr b="0" lang="en-US" sz="1800" spc="-1" strike="noStrike">
                <a:solidFill>
                  <a:srgbClr val="000000"/>
                </a:solidFill>
                <a:latin typeface="Arial"/>
                <a:ea typeface="ＭＳ Ｐゴシック"/>
              </a:rPr>
              <a:t>Set Up the Network Topology</a:t>
            </a:r>
            <a:endParaRPr b="0" lang="en-US" sz="18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Arial"/>
              <a:buChar char="•"/>
              <a:tabLst>
                <a:tab algn="l" pos="0"/>
              </a:tabLst>
            </a:pPr>
            <a:r>
              <a:rPr b="0" lang="en-US" sz="1800" spc="-1" strike="noStrike">
                <a:solidFill>
                  <a:srgbClr val="000000"/>
                </a:solidFill>
                <a:latin typeface="Arial"/>
                <a:ea typeface="ＭＳ Ｐゴシック"/>
              </a:rPr>
              <a:t>Configure PC Hosts</a:t>
            </a:r>
            <a:endParaRPr b="0" lang="en-US" sz="18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Arial"/>
              <a:buChar char="•"/>
              <a:tabLst>
                <a:tab algn="l" pos="0"/>
              </a:tabLst>
            </a:pPr>
            <a:r>
              <a:rPr b="0" lang="en-US" sz="1800" spc="-1" strike="noStrike">
                <a:solidFill>
                  <a:srgbClr val="000000"/>
                </a:solidFill>
                <a:latin typeface="Arial"/>
                <a:ea typeface="ＭＳ Ｐゴシック"/>
              </a:rPr>
              <a:t>Configure and Verify Basic Switch Settings</a:t>
            </a:r>
            <a:endParaRPr b="0" lang="en-US" sz="1800" spc="-1" strike="noStrike">
              <a:solidFill>
                <a:srgbClr val="58585b"/>
              </a:solidFill>
              <a:latin typeface="Arial"/>
            </a:endParaRPr>
          </a:p>
          <a:p>
            <a:pPr>
              <a:lnSpc>
                <a:spcPct val="100000"/>
              </a:lnSpc>
              <a:spcBef>
                <a:spcPts val="601"/>
              </a:spcBef>
              <a:spcAft>
                <a:spcPts val="601"/>
              </a:spcAft>
              <a:buNone/>
              <a:tabLst>
                <a:tab algn="l" pos="0"/>
              </a:tabLst>
            </a:pPr>
            <a:r>
              <a:rPr b="0" lang="en-US" sz="1800" spc="-1" strike="noStrike">
                <a:solidFill>
                  <a:srgbClr val="000000"/>
                </a:solidFill>
                <a:latin typeface="Arial"/>
                <a:ea typeface="ＭＳ Ｐゴシック"/>
              </a:rPr>
              <a:t>In this Lab, you complete the following objectives: </a:t>
            </a:r>
            <a:endParaRPr b="0" lang="en-US" sz="18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Arial"/>
              <a:buChar char="•"/>
              <a:tabLst>
                <a:tab algn="l" pos="0"/>
              </a:tabLst>
            </a:pPr>
            <a:r>
              <a:rPr b="0" lang="en-US" sz="1800" spc="-1" strike="noStrike">
                <a:solidFill>
                  <a:srgbClr val="000000"/>
                </a:solidFill>
                <a:latin typeface="Arial"/>
                <a:ea typeface="ＭＳ Ｐゴシック"/>
              </a:rPr>
              <a:t>Set up the topology and configure basic router and switch settings</a:t>
            </a:r>
            <a:endParaRPr b="0" lang="en-US" sz="18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Arial"/>
              <a:buChar char="•"/>
              <a:tabLst>
                <a:tab algn="l" pos="0"/>
              </a:tabLst>
            </a:pPr>
            <a:r>
              <a:rPr b="0" lang="en-US" sz="1800" spc="-1" strike="noStrike">
                <a:solidFill>
                  <a:srgbClr val="000000"/>
                </a:solidFill>
                <a:latin typeface="Arial"/>
                <a:ea typeface="ＭＳ Ｐゴシック"/>
              </a:rPr>
              <a:t>Configure IPv6 addresses manually</a:t>
            </a:r>
            <a:endParaRPr b="0" lang="en-US" sz="18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Arial"/>
              <a:buChar char="•"/>
              <a:tabLst>
                <a:tab algn="l" pos="0"/>
              </a:tabLst>
            </a:pPr>
            <a:r>
              <a:rPr b="0" lang="en-US" sz="1800" spc="-1" strike="noStrike">
                <a:solidFill>
                  <a:srgbClr val="000000"/>
                </a:solidFill>
                <a:latin typeface="Arial"/>
                <a:ea typeface="ＭＳ Ｐゴシック"/>
              </a:rPr>
              <a:t>Verify end-to-end connectivity</a:t>
            </a:r>
            <a:endParaRPr b="0" lang="en-US" sz="1800" spc="-1" strike="noStrike">
              <a:solidFill>
                <a:srgbClr val="58585b"/>
              </a:solidFill>
              <a:latin typeface="Arial"/>
            </a:endParaRPr>
          </a:p>
          <a:p>
            <a:pPr>
              <a:lnSpc>
                <a:spcPct val="100000"/>
              </a:lnSpc>
              <a:spcBef>
                <a:spcPts val="601"/>
              </a:spcBef>
              <a:spcAft>
                <a:spcPts val="601"/>
              </a:spcAft>
              <a:buNone/>
              <a:tabLst>
                <a:tab algn="l" pos="0"/>
              </a:tabLst>
            </a:pPr>
            <a:endParaRPr b="0" lang="en-US" sz="1800" spc="-1" strike="noStrike">
              <a:solidFill>
                <a:srgbClr val="58585b"/>
              </a:solidFill>
              <a:latin typeface="Arial"/>
            </a:endParaRPr>
          </a:p>
        </p:txBody>
      </p:sp>
    </p:spTree>
  </p:cSld>
  <p:transition spd="slow">
    <p:wipe dir="l"/>
  </p:transition>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4" name="PlaceHolder 1"/>
          <p:cNvSpPr>
            <a:spLocks noGrp="1"/>
          </p:cNvSpPr>
          <p:nvPr>
            <p:ph type="title"/>
          </p:nvPr>
        </p:nvSpPr>
        <p:spPr>
          <a:xfrm>
            <a:off x="0" y="41400"/>
            <a:ext cx="9143640" cy="757080"/>
          </a:xfrm>
          <a:prstGeom prst="rect">
            <a:avLst/>
          </a:prstGeom>
          <a:noFill/>
          <a:ln w="0">
            <a:noFill/>
          </a:ln>
        </p:spPr>
        <p:txBody>
          <a:bodyPr numCol="1" spcCol="0" anchor="ctr">
            <a:noAutofit/>
          </a:bodyPr>
          <a:p>
            <a:pPr>
              <a:lnSpc>
                <a:spcPct val="100000"/>
              </a:lnSpc>
              <a:buNone/>
            </a:pPr>
            <a:r>
              <a:rPr b="0" lang="en-US" sz="1400" spc="-1" strike="noStrike">
                <a:solidFill>
                  <a:srgbClr val="367187"/>
                </a:solidFill>
                <a:latin typeface="Arial"/>
                <a:ea typeface="ＭＳ Ｐゴシック"/>
              </a:rPr>
              <a:t>Module Practice and Quiz</a:t>
            </a:r>
            <a:br/>
            <a:r>
              <a:rPr b="0" lang="en-US" sz="2400" spc="-1" strike="noStrike">
                <a:solidFill>
                  <a:srgbClr val="367187"/>
                </a:solidFill>
                <a:latin typeface="Arial"/>
                <a:ea typeface="ＭＳ Ｐゴシック"/>
              </a:rPr>
              <a:t>What did I learn in this module?</a:t>
            </a:r>
            <a:endParaRPr b="0" lang="en-US" sz="2400" spc="-1" strike="noStrike">
              <a:solidFill>
                <a:srgbClr val="58585b"/>
              </a:solidFill>
              <a:latin typeface="Arial"/>
            </a:endParaRPr>
          </a:p>
        </p:txBody>
      </p:sp>
      <p:sp>
        <p:nvSpPr>
          <p:cNvPr id="465" name="PlaceHolder 2"/>
          <p:cNvSpPr>
            <a:spLocks noGrp="1"/>
          </p:cNvSpPr>
          <p:nvPr>
            <p:ph/>
          </p:nvPr>
        </p:nvSpPr>
        <p:spPr>
          <a:xfrm>
            <a:off x="145440" y="739800"/>
            <a:ext cx="8852760" cy="4155120"/>
          </a:xfrm>
          <a:prstGeom prst="rect">
            <a:avLst/>
          </a:prstGeom>
          <a:noFill/>
          <a:ln w="0">
            <a:noFill/>
          </a:ln>
        </p:spPr>
        <p:txBody>
          <a:bodyPr numCol="1" spcCol="0" rIns="182880" anchor="t">
            <a:noAutofit/>
          </a:bodyPr>
          <a:p>
            <a:pPr marL="115920" indent="-285840">
              <a:lnSpc>
                <a:spcPct val="100000"/>
              </a:lnSpc>
              <a:buClr>
                <a:srgbClr val="58585b"/>
              </a:buClr>
              <a:buSzPct val="90000"/>
              <a:buFont typeface="Arial"/>
              <a:buChar char="•"/>
            </a:pPr>
            <a:r>
              <a:rPr b="0" lang="en-US" sz="1550" spc="-1" strike="noStrike">
                <a:solidFill>
                  <a:srgbClr val="000000"/>
                </a:solidFill>
                <a:latin typeface="Arial"/>
                <a:ea typeface="ＭＳ Ｐゴシック"/>
              </a:rPr>
              <a:t>IPv4 has a theoretical maximum of 4.3 billion addresses.</a:t>
            </a:r>
            <a:endParaRPr b="0" lang="en-US" sz="1550" spc="-1" strike="noStrike">
              <a:solidFill>
                <a:srgbClr val="58585b"/>
              </a:solidFill>
              <a:latin typeface="Arial"/>
            </a:endParaRPr>
          </a:p>
          <a:p>
            <a:pPr marL="115920" indent="-285840">
              <a:lnSpc>
                <a:spcPct val="100000"/>
              </a:lnSpc>
              <a:buClr>
                <a:srgbClr val="58585b"/>
              </a:buClr>
              <a:buSzPct val="90000"/>
              <a:buFont typeface="Arial"/>
              <a:buChar char="•"/>
            </a:pPr>
            <a:r>
              <a:rPr b="0" lang="en-US" sz="1550" spc="-1" strike="noStrike">
                <a:solidFill>
                  <a:srgbClr val="000000"/>
                </a:solidFill>
                <a:latin typeface="Arial"/>
                <a:ea typeface="ＭＳ Ｐゴシック"/>
              </a:rPr>
              <a:t>The IETF has created various protocols and tools to help network administrators migrate their networks to IPv6. The migration techniques can be divided into three categories: dual stack, tunneling, and translation.</a:t>
            </a:r>
            <a:endParaRPr b="0" lang="en-US" sz="1550" spc="-1" strike="noStrike">
              <a:solidFill>
                <a:srgbClr val="58585b"/>
              </a:solidFill>
              <a:latin typeface="Arial"/>
            </a:endParaRPr>
          </a:p>
          <a:p>
            <a:pPr marL="115920" indent="-285840">
              <a:lnSpc>
                <a:spcPct val="100000"/>
              </a:lnSpc>
              <a:buClr>
                <a:srgbClr val="58585b"/>
              </a:buClr>
              <a:buSzPct val="90000"/>
              <a:buFont typeface="Arial"/>
              <a:buChar char="•"/>
            </a:pPr>
            <a:r>
              <a:rPr b="0" lang="en-US" sz="1550" spc="-1" strike="noStrike">
                <a:solidFill>
                  <a:srgbClr val="000000"/>
                </a:solidFill>
                <a:latin typeface="Arial"/>
                <a:ea typeface="ＭＳ Ｐゴシック"/>
              </a:rPr>
              <a:t>IPv6 addresses are 128 bits in length and written as a string of hexadecimal values.</a:t>
            </a:r>
            <a:endParaRPr b="0" lang="en-US" sz="1550" spc="-1" strike="noStrike">
              <a:solidFill>
                <a:srgbClr val="58585b"/>
              </a:solidFill>
              <a:latin typeface="Arial"/>
            </a:endParaRPr>
          </a:p>
          <a:p>
            <a:pPr marL="115920" indent="-285840">
              <a:lnSpc>
                <a:spcPct val="100000"/>
              </a:lnSpc>
              <a:buClr>
                <a:srgbClr val="58585b"/>
              </a:buClr>
              <a:buSzPct val="90000"/>
              <a:buFont typeface="Arial"/>
              <a:buChar char="•"/>
            </a:pPr>
            <a:r>
              <a:rPr b="0" lang="en-US" sz="1550" spc="-1" strike="noStrike">
                <a:solidFill>
                  <a:srgbClr val="000000"/>
                </a:solidFill>
                <a:latin typeface="Arial"/>
                <a:ea typeface="ＭＳ Ｐゴシック"/>
              </a:rPr>
              <a:t>The preferred format for writing an IPv6 address is x:x:x:x:x:x:x:x, with each “x” consisting of four hexadecimal values. </a:t>
            </a:r>
            <a:endParaRPr b="0" lang="en-US" sz="1550" spc="-1" strike="noStrike">
              <a:solidFill>
                <a:srgbClr val="58585b"/>
              </a:solidFill>
              <a:latin typeface="Arial"/>
            </a:endParaRPr>
          </a:p>
          <a:p>
            <a:pPr marL="115920" indent="-285840">
              <a:lnSpc>
                <a:spcPct val="100000"/>
              </a:lnSpc>
              <a:buClr>
                <a:srgbClr val="58585b"/>
              </a:buClr>
              <a:buSzPct val="90000"/>
              <a:buFont typeface="Arial"/>
              <a:buChar char="•"/>
            </a:pPr>
            <a:r>
              <a:rPr b="0" lang="en-US" sz="1550" spc="-1" strike="noStrike">
                <a:solidFill>
                  <a:srgbClr val="000000"/>
                </a:solidFill>
                <a:latin typeface="Arial"/>
                <a:ea typeface="ＭＳ Ｐゴシック"/>
              </a:rPr>
              <a:t>There are three types of IPv6 addresses: unicast, multicast, and anycast.</a:t>
            </a:r>
            <a:endParaRPr b="0" lang="en-US" sz="1550" spc="-1" strike="noStrike">
              <a:solidFill>
                <a:srgbClr val="58585b"/>
              </a:solidFill>
              <a:latin typeface="Arial"/>
            </a:endParaRPr>
          </a:p>
          <a:p>
            <a:pPr marL="115920" indent="-285840">
              <a:lnSpc>
                <a:spcPct val="100000"/>
              </a:lnSpc>
              <a:buClr>
                <a:srgbClr val="58585b"/>
              </a:buClr>
              <a:buSzPct val="90000"/>
              <a:buFont typeface="Arial"/>
              <a:buChar char="•"/>
            </a:pPr>
            <a:r>
              <a:rPr b="0" lang="en-US" sz="1550" spc="-1" strike="noStrike">
                <a:solidFill>
                  <a:srgbClr val="000000"/>
                </a:solidFill>
                <a:latin typeface="Arial"/>
                <a:ea typeface="ＭＳ Ｐゴシック"/>
              </a:rPr>
              <a:t>An IPv6 unicast address uniquely identifies an interface on an IPv6-enabled device. </a:t>
            </a:r>
            <a:endParaRPr b="0" lang="en-US" sz="1550" spc="-1" strike="noStrike">
              <a:solidFill>
                <a:srgbClr val="58585b"/>
              </a:solidFill>
              <a:latin typeface="Arial"/>
            </a:endParaRPr>
          </a:p>
          <a:p>
            <a:pPr marL="115920" indent="-285840">
              <a:lnSpc>
                <a:spcPct val="100000"/>
              </a:lnSpc>
              <a:buClr>
                <a:srgbClr val="58585b"/>
              </a:buClr>
              <a:buSzPct val="90000"/>
              <a:buFont typeface="Arial"/>
              <a:buChar char="•"/>
            </a:pPr>
            <a:r>
              <a:rPr b="0" lang="en-US" sz="1550" spc="-1" strike="noStrike">
                <a:solidFill>
                  <a:srgbClr val="000000"/>
                </a:solidFill>
                <a:latin typeface="Arial"/>
                <a:ea typeface="ＭＳ Ｐゴシック"/>
              </a:rPr>
              <a:t>IPv6 global unicast addresses (GUAs) are globally unique and routable on the IPv6 internet. </a:t>
            </a:r>
            <a:endParaRPr b="0" lang="en-US" sz="1550" spc="-1" strike="noStrike">
              <a:solidFill>
                <a:srgbClr val="58585b"/>
              </a:solidFill>
              <a:latin typeface="Arial"/>
            </a:endParaRPr>
          </a:p>
          <a:p>
            <a:pPr marL="115920" indent="-285840">
              <a:lnSpc>
                <a:spcPct val="100000"/>
              </a:lnSpc>
              <a:buClr>
                <a:srgbClr val="58585b"/>
              </a:buClr>
              <a:buSzPct val="90000"/>
              <a:buFont typeface="Arial"/>
              <a:buChar char="•"/>
            </a:pPr>
            <a:r>
              <a:rPr b="0" lang="en-US" sz="1550" spc="-1" strike="noStrike">
                <a:solidFill>
                  <a:srgbClr val="000000"/>
                </a:solidFill>
                <a:latin typeface="Arial"/>
                <a:ea typeface="ＭＳ Ｐゴシック"/>
              </a:rPr>
              <a:t>An IPv6 link-local address (LLA) enables a device to communicate with other IPv6-enabled devices on the same link and only on that link (subnet).</a:t>
            </a:r>
            <a:endParaRPr b="0" lang="en-US" sz="1550" spc="-1" strike="noStrike">
              <a:solidFill>
                <a:srgbClr val="58585b"/>
              </a:solidFill>
              <a:latin typeface="Arial"/>
            </a:endParaRPr>
          </a:p>
          <a:p>
            <a:pPr marL="115920" indent="-285840">
              <a:lnSpc>
                <a:spcPct val="100000"/>
              </a:lnSpc>
              <a:buClr>
                <a:srgbClr val="58585b"/>
              </a:buClr>
              <a:buSzPct val="90000"/>
              <a:buFont typeface="Arial"/>
              <a:buChar char="•"/>
            </a:pPr>
            <a:r>
              <a:rPr b="0" lang="en-US" sz="1550" spc="-1" strike="noStrike">
                <a:solidFill>
                  <a:srgbClr val="000000"/>
                </a:solidFill>
                <a:latin typeface="Arial"/>
                <a:ea typeface="ＭＳ Ｐゴシック"/>
              </a:rPr>
              <a:t>The command to configure an IPv6 GUA on an interface is </a:t>
            </a:r>
            <a:r>
              <a:rPr b="1" lang="en-US" sz="1550" spc="-1" strike="noStrike">
                <a:solidFill>
                  <a:srgbClr val="000000"/>
                </a:solidFill>
                <a:latin typeface="Arial"/>
                <a:ea typeface="ＭＳ Ｐゴシック"/>
              </a:rPr>
              <a:t>ipv6 address</a:t>
            </a:r>
            <a:r>
              <a:rPr b="0" lang="en-US" sz="1550" spc="-1" strike="noStrike">
                <a:solidFill>
                  <a:srgbClr val="000000"/>
                </a:solidFill>
                <a:latin typeface="Arial"/>
                <a:ea typeface="ＭＳ Ｐゴシック"/>
              </a:rPr>
              <a:t> </a:t>
            </a:r>
            <a:r>
              <a:rPr b="0" i="1" lang="en-US" sz="1550" spc="-1" strike="noStrike">
                <a:solidFill>
                  <a:srgbClr val="000000"/>
                </a:solidFill>
                <a:latin typeface="Arial"/>
                <a:ea typeface="ＭＳ Ｐゴシック"/>
              </a:rPr>
              <a:t>ipv6-address/prefix-length</a:t>
            </a:r>
            <a:r>
              <a:rPr b="0" lang="en-US" sz="1550" spc="-1" strike="noStrike">
                <a:solidFill>
                  <a:srgbClr val="000000"/>
                </a:solidFill>
                <a:latin typeface="Arial"/>
                <a:ea typeface="ＭＳ Ｐゴシック"/>
              </a:rPr>
              <a:t>. </a:t>
            </a:r>
            <a:endParaRPr b="0" lang="en-US" sz="1550" spc="-1" strike="noStrike">
              <a:solidFill>
                <a:srgbClr val="58585b"/>
              </a:solidFill>
              <a:latin typeface="Arial"/>
            </a:endParaRPr>
          </a:p>
          <a:p>
            <a:pPr marL="115920" indent="-285840">
              <a:lnSpc>
                <a:spcPct val="100000"/>
              </a:lnSpc>
              <a:buClr>
                <a:srgbClr val="58585b"/>
              </a:buClr>
              <a:buSzPct val="90000"/>
              <a:buFont typeface="Arial"/>
              <a:buChar char="•"/>
            </a:pPr>
            <a:r>
              <a:rPr b="0" lang="en-US" sz="1550" spc="-1" strike="noStrike">
                <a:solidFill>
                  <a:srgbClr val="000000"/>
                </a:solidFill>
                <a:latin typeface="Arial"/>
                <a:ea typeface="ＭＳ Ｐゴシック"/>
              </a:rPr>
              <a:t>A device obtains a GUA dynamically through ICMPv6 messages. IPv6 routers periodically send out ICMPv6 RA messages, every 200 seconds, to all IPv6-enabled devices on the network.</a:t>
            </a:r>
            <a:endParaRPr b="0" lang="en-US" sz="1550" spc="-1" strike="noStrike">
              <a:solidFill>
                <a:srgbClr val="58585b"/>
              </a:solidFill>
              <a:latin typeface="Arial"/>
            </a:endParaRPr>
          </a:p>
          <a:p>
            <a:pPr>
              <a:lnSpc>
                <a:spcPct val="100000"/>
              </a:lnSpc>
              <a:buNone/>
            </a:pPr>
            <a:endParaRPr b="0" lang="en-US" sz="1550" spc="-1" strike="noStrike">
              <a:solidFill>
                <a:srgbClr val="58585b"/>
              </a:solidFill>
              <a:latin typeface="Arial"/>
            </a:endParaRPr>
          </a:p>
          <a:p>
            <a:pPr>
              <a:lnSpc>
                <a:spcPct val="100000"/>
              </a:lnSpc>
              <a:buNone/>
            </a:pPr>
            <a:endParaRPr b="0" lang="en-US" sz="1550" spc="-1" strike="noStrike">
              <a:solidFill>
                <a:srgbClr val="58585b"/>
              </a:solidFill>
              <a:latin typeface="Arial"/>
            </a:endParaRPr>
          </a:p>
        </p:txBody>
      </p:sp>
    </p:spTree>
  </p:cSld>
  <p:transition spd="slow">
    <p:wipe dir="l"/>
  </p:transition>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6" name="PlaceHolder 1"/>
          <p:cNvSpPr>
            <a:spLocks noGrp="1"/>
          </p:cNvSpPr>
          <p:nvPr>
            <p:ph type="title"/>
          </p:nvPr>
        </p:nvSpPr>
        <p:spPr>
          <a:xfrm>
            <a:off x="0" y="41400"/>
            <a:ext cx="9143640" cy="757080"/>
          </a:xfrm>
          <a:prstGeom prst="rect">
            <a:avLst/>
          </a:prstGeom>
          <a:noFill/>
          <a:ln w="0">
            <a:noFill/>
          </a:ln>
        </p:spPr>
        <p:txBody>
          <a:bodyPr numCol="1" spcCol="0" anchor="ctr">
            <a:noAutofit/>
          </a:bodyPr>
          <a:p>
            <a:pPr>
              <a:lnSpc>
                <a:spcPct val="100000"/>
              </a:lnSpc>
              <a:buNone/>
            </a:pPr>
            <a:r>
              <a:rPr b="0" lang="en-US" sz="1400" spc="-1" strike="noStrike">
                <a:solidFill>
                  <a:srgbClr val="367187"/>
                </a:solidFill>
                <a:latin typeface="Arial"/>
                <a:ea typeface="ＭＳ Ｐゴシック"/>
              </a:rPr>
              <a:t>Module Practice and Quiz</a:t>
            </a:r>
            <a:br/>
            <a:r>
              <a:rPr b="0" lang="en-US" sz="2400" spc="-1" strike="noStrike">
                <a:solidFill>
                  <a:srgbClr val="367187"/>
                </a:solidFill>
                <a:latin typeface="Arial"/>
                <a:ea typeface="ＭＳ Ｐゴシック"/>
              </a:rPr>
              <a:t>What did I learn in this module? (Cont.)</a:t>
            </a:r>
            <a:endParaRPr b="0" lang="en-US" sz="2400" spc="-1" strike="noStrike">
              <a:solidFill>
                <a:srgbClr val="58585b"/>
              </a:solidFill>
              <a:latin typeface="Arial"/>
            </a:endParaRPr>
          </a:p>
        </p:txBody>
      </p:sp>
      <p:sp>
        <p:nvSpPr>
          <p:cNvPr id="467" name="PlaceHolder 2"/>
          <p:cNvSpPr>
            <a:spLocks noGrp="1"/>
          </p:cNvSpPr>
          <p:nvPr>
            <p:ph/>
          </p:nvPr>
        </p:nvSpPr>
        <p:spPr>
          <a:xfrm>
            <a:off x="145440" y="722880"/>
            <a:ext cx="8852760" cy="4155120"/>
          </a:xfrm>
          <a:prstGeom prst="rect">
            <a:avLst/>
          </a:prstGeom>
          <a:noFill/>
          <a:ln w="0">
            <a:noFill/>
          </a:ln>
        </p:spPr>
        <p:txBody>
          <a:bodyPr numCol="1" spcCol="0" rIns="182880" anchor="t">
            <a:noAutofit/>
          </a:bodyPr>
          <a:p>
            <a:pPr marL="169920" indent="-169920">
              <a:lnSpc>
                <a:spcPct val="100000"/>
              </a:lnSpc>
              <a:buClr>
                <a:srgbClr val="58585b"/>
              </a:buClr>
              <a:buSzPct val="90000"/>
              <a:buFont typeface="Arial"/>
              <a:buChar char="•"/>
            </a:pPr>
            <a:r>
              <a:rPr b="0" lang="en-US" sz="1500" spc="-1" strike="noStrike">
                <a:solidFill>
                  <a:srgbClr val="000000"/>
                </a:solidFill>
                <a:latin typeface="Arial"/>
                <a:ea typeface="ＭＳ Ｐゴシック"/>
              </a:rPr>
              <a:t>RA messages have three methods: SLAAC, SLAAC with a stateless DHCPv6 server, and stateful DHCPv6 (no SLAAC). </a:t>
            </a:r>
            <a:endParaRPr b="0" lang="en-US" sz="1500" spc="-1" strike="noStrike">
              <a:solidFill>
                <a:srgbClr val="58585b"/>
              </a:solidFill>
              <a:latin typeface="Arial"/>
            </a:endParaRPr>
          </a:p>
          <a:p>
            <a:pPr marL="169920" indent="-169920">
              <a:lnSpc>
                <a:spcPct val="100000"/>
              </a:lnSpc>
              <a:buClr>
                <a:srgbClr val="58585b"/>
              </a:buClr>
              <a:buSzPct val="90000"/>
              <a:buFont typeface="Arial"/>
              <a:buChar char="•"/>
            </a:pPr>
            <a:r>
              <a:rPr b="0" lang="en-US" sz="1500" spc="-1" strike="noStrike">
                <a:solidFill>
                  <a:srgbClr val="000000"/>
                </a:solidFill>
                <a:latin typeface="Arial"/>
                <a:ea typeface="ＭＳ Ｐゴシック"/>
              </a:rPr>
              <a:t>The interface ID can be created using the EUI-64 process or a randomly generated 64-bit number. </a:t>
            </a:r>
            <a:endParaRPr b="0" lang="en-US" sz="1500" spc="-1" strike="noStrike">
              <a:solidFill>
                <a:srgbClr val="58585b"/>
              </a:solidFill>
              <a:latin typeface="Arial"/>
            </a:endParaRPr>
          </a:p>
          <a:p>
            <a:pPr marL="169920" indent="-169920">
              <a:lnSpc>
                <a:spcPct val="100000"/>
              </a:lnSpc>
              <a:buClr>
                <a:srgbClr val="58585b"/>
              </a:buClr>
              <a:buSzPct val="90000"/>
              <a:buFont typeface="Arial"/>
              <a:buChar char="•"/>
            </a:pPr>
            <a:r>
              <a:rPr b="0" lang="en-US" sz="1500" spc="-1" strike="noStrike">
                <a:solidFill>
                  <a:srgbClr val="000000"/>
                </a:solidFill>
                <a:latin typeface="Arial"/>
                <a:ea typeface="ＭＳ Ｐゴシック"/>
              </a:rPr>
              <a:t>The EUIs process uses the 48-bit Ethernet MAC address of the client and inserts another 16 bits in the middle of MAC address to create a 64-bit interface ID.</a:t>
            </a:r>
            <a:endParaRPr b="0" lang="en-US" sz="1500" spc="-1" strike="noStrike">
              <a:solidFill>
                <a:srgbClr val="58585b"/>
              </a:solidFill>
              <a:latin typeface="Arial"/>
            </a:endParaRPr>
          </a:p>
          <a:p>
            <a:pPr marL="169920" indent="-169920">
              <a:lnSpc>
                <a:spcPct val="100000"/>
              </a:lnSpc>
              <a:buClr>
                <a:srgbClr val="58585b"/>
              </a:buClr>
              <a:buSzPct val="90000"/>
              <a:buFont typeface="Arial"/>
              <a:buChar char="•"/>
            </a:pPr>
            <a:r>
              <a:rPr b="0" lang="en-US" sz="1500" spc="-1" strike="noStrike">
                <a:solidFill>
                  <a:srgbClr val="000000"/>
                </a:solidFill>
                <a:latin typeface="Arial"/>
                <a:ea typeface="ＭＳ Ｐゴシック"/>
              </a:rPr>
              <a:t>Depending upon the operating system, a device may use a randomly generated interface ID.</a:t>
            </a:r>
            <a:endParaRPr b="0" lang="en-US" sz="1500" spc="-1" strike="noStrike">
              <a:solidFill>
                <a:srgbClr val="58585b"/>
              </a:solidFill>
              <a:latin typeface="Arial"/>
            </a:endParaRPr>
          </a:p>
          <a:p>
            <a:pPr marL="169920" indent="-169920">
              <a:lnSpc>
                <a:spcPct val="100000"/>
              </a:lnSpc>
              <a:buClr>
                <a:srgbClr val="58585b"/>
              </a:buClr>
              <a:buSzPct val="90000"/>
              <a:buFont typeface="Arial"/>
              <a:buChar char="•"/>
            </a:pPr>
            <a:r>
              <a:rPr b="0" lang="en-US" sz="1500" spc="-1" strike="noStrike">
                <a:solidFill>
                  <a:srgbClr val="000000"/>
                </a:solidFill>
                <a:latin typeface="Arial"/>
                <a:ea typeface="ＭＳ Ｐゴシック"/>
              </a:rPr>
              <a:t>All IPv6 devices must have an IPv6 LLA. An LLA can be configured manually or created dynamically. </a:t>
            </a:r>
            <a:endParaRPr b="0" lang="en-US" sz="1500" spc="-1" strike="noStrike">
              <a:solidFill>
                <a:srgbClr val="58585b"/>
              </a:solidFill>
              <a:latin typeface="Arial"/>
            </a:endParaRPr>
          </a:p>
          <a:p>
            <a:pPr marL="169920" indent="-169920">
              <a:lnSpc>
                <a:spcPct val="100000"/>
              </a:lnSpc>
              <a:buClr>
                <a:srgbClr val="58585b"/>
              </a:buClr>
              <a:buSzPct val="90000"/>
              <a:buFont typeface="Arial"/>
              <a:buChar char="•"/>
            </a:pPr>
            <a:r>
              <a:rPr b="0" lang="en-US" sz="1500" spc="-1" strike="noStrike">
                <a:solidFill>
                  <a:srgbClr val="000000"/>
                </a:solidFill>
                <a:latin typeface="Arial"/>
                <a:ea typeface="ＭＳ Ｐゴシック"/>
              </a:rPr>
              <a:t>Cisco routers automatically create an IPv6 LLA whenever a GUA is assigned to the interface. </a:t>
            </a:r>
            <a:endParaRPr b="0" lang="en-US" sz="1500" spc="-1" strike="noStrike">
              <a:solidFill>
                <a:srgbClr val="58585b"/>
              </a:solidFill>
              <a:latin typeface="Arial"/>
            </a:endParaRPr>
          </a:p>
          <a:p>
            <a:pPr marL="169920" indent="-169920">
              <a:lnSpc>
                <a:spcPct val="100000"/>
              </a:lnSpc>
              <a:buClr>
                <a:srgbClr val="58585b"/>
              </a:buClr>
              <a:buSzPct val="90000"/>
              <a:buFont typeface="Arial"/>
              <a:buChar char="•"/>
            </a:pPr>
            <a:r>
              <a:rPr b="0" lang="en-US" sz="1500" spc="-1" strike="noStrike">
                <a:solidFill>
                  <a:srgbClr val="000000"/>
                </a:solidFill>
                <a:latin typeface="Arial"/>
                <a:ea typeface="ＭＳ Ｐゴシック"/>
              </a:rPr>
              <a:t>There are two types of IPv6 multicast addresses: well-known multicast addresses and solicited node multicast addresses. </a:t>
            </a:r>
            <a:endParaRPr b="0" lang="en-US" sz="1500" spc="-1" strike="noStrike">
              <a:solidFill>
                <a:srgbClr val="58585b"/>
              </a:solidFill>
              <a:latin typeface="Arial"/>
            </a:endParaRPr>
          </a:p>
          <a:p>
            <a:pPr marL="169920" indent="-169920">
              <a:lnSpc>
                <a:spcPct val="100000"/>
              </a:lnSpc>
              <a:buClr>
                <a:srgbClr val="58585b"/>
              </a:buClr>
              <a:buSzPct val="90000"/>
              <a:buFont typeface="Arial"/>
              <a:buChar char="•"/>
            </a:pPr>
            <a:r>
              <a:rPr b="0" lang="en-US" sz="1500" spc="-1" strike="noStrike">
                <a:solidFill>
                  <a:srgbClr val="000000"/>
                </a:solidFill>
                <a:latin typeface="Arial"/>
                <a:ea typeface="ＭＳ Ｐゴシック"/>
              </a:rPr>
              <a:t>Two commonIPv6 assigned multicast groups are: ff02::1 All-nodes multicast group and ff02::2 All-routers multicast group.</a:t>
            </a:r>
            <a:endParaRPr b="0" lang="en-US" sz="1500" spc="-1" strike="noStrike">
              <a:solidFill>
                <a:srgbClr val="58585b"/>
              </a:solidFill>
              <a:latin typeface="Arial"/>
            </a:endParaRPr>
          </a:p>
          <a:p>
            <a:pPr marL="169920" indent="-169920">
              <a:lnSpc>
                <a:spcPct val="100000"/>
              </a:lnSpc>
              <a:buClr>
                <a:srgbClr val="58585b"/>
              </a:buClr>
              <a:buSzPct val="90000"/>
              <a:buFont typeface="Arial"/>
              <a:buChar char="•"/>
            </a:pPr>
            <a:r>
              <a:rPr b="0" lang="en-US" sz="1500" spc="-1" strike="noStrike">
                <a:solidFill>
                  <a:srgbClr val="000000"/>
                </a:solidFill>
                <a:latin typeface="Arial"/>
                <a:ea typeface="ＭＳ Ｐゴシック"/>
              </a:rPr>
              <a:t>A solicited-node multicast address is similar to the all-nodes multicast address. The advantage of a solicited-node multicast address is that it is mapped to a special Ethernet multicast address.</a:t>
            </a:r>
            <a:endParaRPr b="0" lang="en-US" sz="1500" spc="-1" strike="noStrike">
              <a:solidFill>
                <a:srgbClr val="58585b"/>
              </a:solidFill>
              <a:latin typeface="Arial"/>
            </a:endParaRPr>
          </a:p>
          <a:p>
            <a:pPr marL="169920" indent="-169920">
              <a:lnSpc>
                <a:spcPct val="100000"/>
              </a:lnSpc>
              <a:buClr>
                <a:srgbClr val="58585b"/>
              </a:buClr>
              <a:buSzPct val="90000"/>
              <a:buFont typeface="Arial"/>
              <a:buChar char="•"/>
            </a:pPr>
            <a:r>
              <a:rPr b="0" lang="en-US" sz="1500" spc="-1" strike="noStrike">
                <a:solidFill>
                  <a:srgbClr val="000000"/>
                </a:solidFill>
                <a:latin typeface="Arial"/>
                <a:ea typeface="ＭＳ Ｐゴシック"/>
              </a:rPr>
              <a:t>IPv6 was designed with subnetting in mind. A separate subnet ID field in the IPv6 GUA is used to create subnets.</a:t>
            </a:r>
            <a:endParaRPr b="0" lang="en-US" sz="1500" spc="-1" strike="noStrike">
              <a:solidFill>
                <a:srgbClr val="58585b"/>
              </a:solidFill>
              <a:latin typeface="Arial"/>
            </a:endParaRPr>
          </a:p>
          <a:p>
            <a:pPr>
              <a:lnSpc>
                <a:spcPct val="100000"/>
              </a:lnSpc>
              <a:buNone/>
              <a:tabLst>
                <a:tab algn="l" pos="0"/>
              </a:tabLst>
            </a:pPr>
            <a:endParaRPr b="0" lang="en-US" sz="1500" spc="-1" strike="noStrike">
              <a:solidFill>
                <a:srgbClr val="58585b"/>
              </a:solidFill>
              <a:latin typeface="Arial"/>
            </a:endParaRPr>
          </a:p>
          <a:p>
            <a:pPr>
              <a:lnSpc>
                <a:spcPct val="100000"/>
              </a:lnSpc>
              <a:buNone/>
              <a:tabLst>
                <a:tab algn="l" pos="0"/>
              </a:tabLst>
            </a:pPr>
            <a:endParaRPr b="0" lang="en-US" sz="1500" spc="-1" strike="noStrike">
              <a:solidFill>
                <a:srgbClr val="58585b"/>
              </a:solidFill>
              <a:latin typeface="Arial"/>
            </a:endParaRPr>
          </a:p>
          <a:p>
            <a:pPr>
              <a:lnSpc>
                <a:spcPct val="100000"/>
              </a:lnSpc>
              <a:buNone/>
              <a:tabLst>
                <a:tab algn="l" pos="0"/>
              </a:tabLst>
            </a:pPr>
            <a:endParaRPr b="0" lang="en-US" sz="1500" spc="-1" strike="noStrike">
              <a:solidFill>
                <a:srgbClr val="58585b"/>
              </a:solidFill>
              <a:latin typeface="Arial"/>
            </a:endParaRPr>
          </a:p>
          <a:p>
            <a:pPr>
              <a:lnSpc>
                <a:spcPct val="100000"/>
              </a:lnSpc>
              <a:buNone/>
              <a:tabLst>
                <a:tab algn="l" pos="0"/>
              </a:tabLst>
            </a:pPr>
            <a:endParaRPr b="0" lang="en-US" sz="1500" spc="-1" strike="noStrike">
              <a:solidFill>
                <a:srgbClr val="58585b"/>
              </a:solidFill>
              <a:latin typeface="Arial"/>
            </a:endParaRPr>
          </a:p>
        </p:txBody>
      </p:sp>
    </p:spTree>
  </p:cSld>
  <p:transition spd="slow">
    <p:wipe dir="l"/>
  </p:transition>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sp>
        <p:nvSpPr>
          <p:cNvPr id="468" name="PlaceHolder 1"/>
          <p:cNvSpPr>
            <a:spLocks noGrp="1"/>
          </p:cNvSpPr>
          <p:nvPr>
            <p:ph type="title"/>
          </p:nvPr>
        </p:nvSpPr>
        <p:spPr>
          <a:xfrm>
            <a:off x="0" y="41400"/>
            <a:ext cx="9143640" cy="608760"/>
          </a:xfrm>
          <a:prstGeom prst="rect">
            <a:avLst/>
          </a:prstGeom>
          <a:noFill/>
          <a:ln w="0">
            <a:noFill/>
          </a:ln>
        </p:spPr>
        <p:txBody>
          <a:bodyPr numCol="1" spcCol="0" anchor="ctr">
            <a:noAutofit/>
          </a:bodyPr>
          <a:p>
            <a:pPr>
              <a:lnSpc>
                <a:spcPct val="100000"/>
              </a:lnSpc>
              <a:buNone/>
            </a:pPr>
            <a:r>
              <a:rPr b="0" lang="en-US" sz="1400" spc="-1" strike="noStrike">
                <a:solidFill>
                  <a:srgbClr val="367187"/>
                </a:solidFill>
                <a:latin typeface="Arial"/>
                <a:ea typeface="ＭＳ Ｐゴシック"/>
              </a:rPr>
              <a:t>Module 12: WLAN Concepts</a:t>
            </a:r>
            <a:br/>
            <a:r>
              <a:rPr b="0" lang="en-US" sz="2400" spc="-1" strike="noStrike">
                <a:solidFill>
                  <a:srgbClr val="367187"/>
                </a:solidFill>
                <a:latin typeface="Arial"/>
                <a:ea typeface="ＭＳ Ｐゴシック"/>
              </a:rPr>
              <a:t>New Terms and Commands</a:t>
            </a:r>
            <a:endParaRPr b="0" lang="en-US" sz="2400" spc="-1" strike="noStrike">
              <a:solidFill>
                <a:srgbClr val="58585b"/>
              </a:solidFill>
              <a:latin typeface="Arial"/>
            </a:endParaRPr>
          </a:p>
        </p:txBody>
      </p:sp>
      <p:graphicFrame>
        <p:nvGraphicFramePr>
          <p:cNvPr id="469" name="Table 9"/>
          <p:cNvGraphicFramePr/>
          <p:nvPr/>
        </p:nvGraphicFramePr>
        <p:xfrm>
          <a:off x="99000" y="798480"/>
          <a:ext cx="3425040" cy="370440"/>
        </p:xfrm>
        <a:graphic>
          <a:graphicData uri="http://schemas.openxmlformats.org/drawingml/2006/table">
            <a:tbl>
              <a:tblPr/>
              <a:tblGrid>
                <a:gridCol w="3425040"/>
              </a:tblGrid>
              <a:tr h="370800">
                <a:tc>
                  <a:txBody>
                    <a:bodyPr anchor="t">
                      <a:noAutofit/>
                    </a:bodyPr>
                    <a:p>
                      <a:pPr marL="285840" indent="-285840">
                        <a:lnSpc>
                          <a:spcPct val="100000"/>
                        </a:lnSpc>
                        <a:buClr>
                          <a:srgbClr val="000000"/>
                        </a:buClr>
                        <a:buFont typeface="Arial"/>
                        <a:buChar char="•"/>
                      </a:pPr>
                      <a:r>
                        <a:rPr b="0" lang="en-US" sz="1600" spc="-1" strike="noStrike">
                          <a:solidFill>
                            <a:srgbClr val="000000"/>
                          </a:solidFill>
                          <a:latin typeface="Arial"/>
                        </a:rPr>
                        <a:t>Hextet</a:t>
                      </a:r>
                      <a:endParaRPr b="0" lang="en-JM" sz="1600" spc="-1" strike="noStrike">
                        <a:latin typeface="Arial"/>
                      </a:endParaRPr>
                    </a:p>
                    <a:p>
                      <a:pPr marL="285840" indent="-285840">
                        <a:lnSpc>
                          <a:spcPct val="100000"/>
                        </a:lnSpc>
                        <a:buClr>
                          <a:srgbClr val="000000"/>
                        </a:buClr>
                        <a:buFont typeface="Arial"/>
                        <a:buChar char="•"/>
                      </a:pPr>
                      <a:r>
                        <a:rPr b="0" lang="en-US" sz="1600" spc="-1" strike="noStrike">
                          <a:solidFill>
                            <a:srgbClr val="000000"/>
                          </a:solidFill>
                          <a:latin typeface="Arial"/>
                        </a:rPr>
                        <a:t>Link-local address (LLA)</a:t>
                      </a:r>
                      <a:endParaRPr b="0" lang="en-JM" sz="1600" spc="-1" strike="noStrike">
                        <a:latin typeface="Arial"/>
                      </a:endParaRPr>
                    </a:p>
                    <a:p>
                      <a:pPr marL="285840" indent="-285840">
                        <a:lnSpc>
                          <a:spcPct val="100000"/>
                        </a:lnSpc>
                        <a:buClr>
                          <a:srgbClr val="000000"/>
                        </a:buClr>
                        <a:buFont typeface="Arial"/>
                        <a:buChar char="•"/>
                      </a:pPr>
                      <a:r>
                        <a:rPr b="0" lang="en-US" sz="1600" spc="-1" strike="noStrike">
                          <a:solidFill>
                            <a:srgbClr val="000000"/>
                          </a:solidFill>
                          <a:latin typeface="Arial"/>
                        </a:rPr>
                        <a:t>ipv6 address</a:t>
                      </a:r>
                      <a:endParaRPr b="0" lang="en-JM" sz="1600" spc="-1" strike="noStrike">
                        <a:latin typeface="Arial"/>
                      </a:endParaRPr>
                    </a:p>
                    <a:p>
                      <a:pPr marL="285840" indent="-285840">
                        <a:lnSpc>
                          <a:spcPct val="100000"/>
                        </a:lnSpc>
                        <a:buClr>
                          <a:srgbClr val="000000"/>
                        </a:buClr>
                        <a:buFont typeface="Arial"/>
                        <a:buChar char="•"/>
                      </a:pPr>
                      <a:r>
                        <a:rPr b="0" lang="en-US" sz="1600" spc="-1" strike="noStrike">
                          <a:solidFill>
                            <a:srgbClr val="000000"/>
                          </a:solidFill>
                          <a:latin typeface="Arial"/>
                        </a:rPr>
                        <a:t>show ipv6 interface brief</a:t>
                      </a:r>
                      <a:endParaRPr b="0" lang="en-JM" sz="1600" spc="-1" strike="noStrike">
                        <a:latin typeface="Arial"/>
                      </a:endParaRPr>
                    </a:p>
                    <a:p>
                      <a:pPr marL="285840" indent="-285840">
                        <a:lnSpc>
                          <a:spcPct val="100000"/>
                        </a:lnSpc>
                        <a:buClr>
                          <a:srgbClr val="000000"/>
                        </a:buClr>
                        <a:buFont typeface="Arial"/>
                        <a:buChar char="•"/>
                      </a:pPr>
                      <a:r>
                        <a:rPr b="0" lang="en-US" sz="1600" spc="-1" strike="noStrike">
                          <a:solidFill>
                            <a:srgbClr val="000000"/>
                          </a:solidFill>
                          <a:latin typeface="Arial"/>
                        </a:rPr>
                        <a:t>SLAAC</a:t>
                      </a:r>
                      <a:endParaRPr b="0" lang="en-JM" sz="1600" spc="-1" strike="noStrike">
                        <a:latin typeface="Arial"/>
                      </a:endParaRPr>
                    </a:p>
                    <a:p>
                      <a:pPr marL="285840" indent="-285840">
                        <a:lnSpc>
                          <a:spcPct val="100000"/>
                        </a:lnSpc>
                        <a:buClr>
                          <a:srgbClr val="000000"/>
                        </a:buClr>
                        <a:buFont typeface="Arial"/>
                        <a:buChar char="•"/>
                      </a:pPr>
                      <a:r>
                        <a:rPr b="0" lang="en-US" sz="1600" spc="-1" strike="noStrike">
                          <a:solidFill>
                            <a:srgbClr val="000000"/>
                          </a:solidFill>
                          <a:latin typeface="Arial"/>
                        </a:rPr>
                        <a:t>Router advertisement</a:t>
                      </a:r>
                      <a:endParaRPr b="0" lang="en-JM" sz="1600" spc="-1" strike="noStrike">
                        <a:latin typeface="Arial"/>
                      </a:endParaRPr>
                    </a:p>
                    <a:p>
                      <a:pPr marL="285840" indent="-285840">
                        <a:lnSpc>
                          <a:spcPct val="100000"/>
                        </a:lnSpc>
                        <a:buClr>
                          <a:srgbClr val="000000"/>
                        </a:buClr>
                        <a:buFont typeface="Arial"/>
                        <a:buChar char="•"/>
                      </a:pPr>
                      <a:r>
                        <a:rPr b="0" lang="en-US" sz="1600" spc="-1" strike="noStrike">
                          <a:solidFill>
                            <a:srgbClr val="000000"/>
                          </a:solidFill>
                          <a:latin typeface="Arial"/>
                        </a:rPr>
                        <a:t>Router solicitation</a:t>
                      </a:r>
                      <a:endParaRPr b="0" lang="en-JM" sz="1600" spc="-1" strike="noStrike">
                        <a:latin typeface="Arial"/>
                      </a:endParaRPr>
                    </a:p>
                    <a:p>
                      <a:pPr marL="285840" indent="-285840">
                        <a:lnSpc>
                          <a:spcPct val="100000"/>
                        </a:lnSpc>
                        <a:buClr>
                          <a:srgbClr val="000000"/>
                        </a:buClr>
                        <a:buFont typeface="Arial"/>
                        <a:buChar char="•"/>
                      </a:pPr>
                      <a:r>
                        <a:rPr b="0" lang="en-US" sz="1600" spc="-1" strike="noStrike">
                          <a:solidFill>
                            <a:srgbClr val="000000"/>
                          </a:solidFill>
                          <a:latin typeface="Arial"/>
                        </a:rPr>
                        <a:t>EUI-64</a:t>
                      </a:r>
                      <a:endParaRPr b="0" lang="en-JM" sz="1600" spc="-1" strike="noStrike">
                        <a:latin typeface="Arial"/>
                      </a:endParaRPr>
                    </a:p>
                    <a:p>
                      <a:pPr marL="285840" indent="-285840">
                        <a:lnSpc>
                          <a:spcPct val="100000"/>
                        </a:lnSpc>
                        <a:buClr>
                          <a:srgbClr val="000000"/>
                        </a:buClr>
                        <a:buFont typeface="Arial"/>
                        <a:buChar char="•"/>
                      </a:pPr>
                      <a:r>
                        <a:rPr b="0" lang="en-US" sz="1600" spc="-1" strike="noStrike">
                          <a:solidFill>
                            <a:srgbClr val="000000"/>
                          </a:solidFill>
                          <a:latin typeface="Arial"/>
                        </a:rPr>
                        <a:t>Solicited node multicast</a:t>
                      </a:r>
                      <a:endParaRPr b="0" lang="en-JM" sz="1600" spc="-1" strike="noStrike">
                        <a:latin typeface="Arial"/>
                      </a:endParaRPr>
                    </a:p>
                  </a:txBody>
                  <a:tcPr anchor="t" marL="91440" marR="91440">
                    <a:lnL w="12240">
                      <a:solidFill>
                        <a:srgbClr val="58585b"/>
                      </a:solidFill>
                    </a:lnL>
                    <a:lnR w="12240">
                      <a:solidFill>
                        <a:srgbClr val="58585b"/>
                      </a:solidFill>
                    </a:lnR>
                    <a:lnT w="12240">
                      <a:solidFill>
                        <a:srgbClr val="58585b"/>
                      </a:solidFill>
                    </a:lnT>
                    <a:lnB w="12240">
                      <a:solidFill>
                        <a:srgbClr val="58585b"/>
                      </a:solidFill>
                    </a:lnB>
                    <a:solidFill>
                      <a:srgbClr val="ffffff"/>
                    </a:solidFill>
                  </a:tcPr>
                </a:tc>
              </a:tr>
            </a:tbl>
          </a:graphicData>
        </a:graphic>
      </p:graphicFrame>
    </p:spTree>
  </p:cSld>
  <p:transition spd="slow">
    <p:wipe dir="l"/>
  </p:transition>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transition spd="slow">
    <p:wipe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Default Theme</Template>
  <TotalTime>12241</TotalTime>
  <Application>LibreOffice/7.2.7.2$Windows_X86_64 LibreOffice_project/8d71d29d553c0f7dcbfa38fbfda25ee34cce99a2</Application>
  <AppVersion>15.0000</AppVersion>
  <Words>6001</Words>
  <Paragraphs>747</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2019-10-18T06:21:22Z</dcterms:created>
  <dc:creator>Stephanie Harvey</dc:creator>
  <dc:description/>
  <dc:language>en-JM</dc:language>
  <cp:lastModifiedBy/>
  <dcterms:modified xsi:type="dcterms:W3CDTF">2025-05-16T18:13:43Z</dcterms:modified>
  <cp:revision>396</cp:revision>
  <dc:subject/>
  <dc:title>Chapter 2: Basic Switch and End Device Configuration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F9A496F7-57D7-4028-9572-D40DFDF3715A</vt:lpwstr>
  </property>
  <property fmtid="{D5CDD505-2E9C-101B-9397-08002B2CF9AE}" pid="3" name="ArticulatePath">
    <vt:lpwstr>ITE7_Chp9_by_jg</vt:lpwstr>
  </property>
  <property fmtid="{D5CDD505-2E9C-101B-9397-08002B2CF9AE}" pid="4" name="HiddenSlides">
    <vt:i4>10</vt:i4>
  </property>
  <property fmtid="{D5CDD505-2E9C-101B-9397-08002B2CF9AE}" pid="5" name="Jive_LatestUserAccountName">
    <vt:lpwstr>alljohns</vt:lpwstr>
  </property>
  <property fmtid="{D5CDD505-2E9C-101B-9397-08002B2CF9AE}" pid="6" name="Jive_VersionGuid">
    <vt:lpwstr>fd96a0b3-f68d-4727-8e4f-2128d37ed30a</vt:lpwstr>
  </property>
  <property fmtid="{D5CDD505-2E9C-101B-9397-08002B2CF9AE}" pid="7" name="Notes">
    <vt:i4>63</vt:i4>
  </property>
  <property fmtid="{D5CDD505-2E9C-101B-9397-08002B2CF9AE}" pid="8" name="Offisync_ProviderInitializationData">
    <vt:lpwstr>https://cisco.jiveon.com</vt:lpwstr>
  </property>
  <property fmtid="{D5CDD505-2E9C-101B-9397-08002B2CF9AE}" pid="9" name="Offisync_ServerID">
    <vt:lpwstr>07841bbc-cd3c-4a76-827f-75a2226890f4</vt:lpwstr>
  </property>
  <property fmtid="{D5CDD505-2E9C-101B-9397-08002B2CF9AE}" pid="10" name="Offisync_UniqueId">
    <vt:lpwstr>1702406</vt:lpwstr>
  </property>
  <property fmtid="{D5CDD505-2E9C-101B-9397-08002B2CF9AE}" pid="11" name="Offisync_UpdateToken">
    <vt:lpwstr>1</vt:lpwstr>
  </property>
  <property fmtid="{D5CDD505-2E9C-101B-9397-08002B2CF9AE}" pid="12" name="PresentationFormat">
    <vt:lpwstr>On-screen Show (16:9)</vt:lpwstr>
  </property>
  <property fmtid="{D5CDD505-2E9C-101B-9397-08002B2CF9AE}" pid="13" name="Slides">
    <vt:i4>65</vt:i4>
  </property>
</Properties>
</file>