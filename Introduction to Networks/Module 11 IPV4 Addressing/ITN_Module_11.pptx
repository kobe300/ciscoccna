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53.xml" ContentType="application/vnd.openxmlformats-officedocument.presentationml.notesSlide+xml"/>
  <Override PartName="/ppt/notesSlides/notesSlide1.xml" ContentType="application/vnd.openxmlformats-officedocument.presentationml.notesSlide+xml"/>
  <Override PartName="/ppt/notesSlides/notesSlide54.xml" ContentType="application/vnd.openxmlformats-officedocument.presentationml.notesSlide+xml"/>
  <Override PartName="/ppt/notesSlides/notesSlide2.xml" ContentType="application/vnd.openxmlformats-officedocument.presentationml.notesSlide+xml"/>
  <Override PartName="/ppt/notesSlides/notesSlide55.xml" ContentType="application/vnd.openxmlformats-officedocument.presentationml.notesSlide+xml"/>
  <Override PartName="/ppt/notesSlides/notesSlide3.xml" ContentType="application/vnd.openxmlformats-officedocument.presentationml.notesSlide+xml"/>
  <Override PartName="/ppt/notesSlides/notesSlide5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58.xml" ContentType="application/vnd.openxmlformats-officedocument.presentationml.notesSlide+xml"/>
  <Override PartName="/ppt/notesSlides/notesSlide7.xml" ContentType="application/vnd.openxmlformats-officedocument.presentationml.notesSlide+xml"/>
  <Override PartName="/ppt/notesSlides/notesSlide5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53.xml.rels" ContentType="application/vnd.openxmlformats-package.relationships+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54.xml.rels" ContentType="application/vnd.openxmlformats-package.relationships+xml"/>
  <Override PartName="/ppt/notesSlides/_rels/notesSlide45.xml.rels" ContentType="application/vnd.openxmlformats-package.relationships+xml"/>
  <Override PartName="/ppt/notesSlides/_rels/notesSlide2.xml.rels" ContentType="application/vnd.openxmlformats-package.relationships+xml"/>
  <Override PartName="/ppt/notesSlides/_rels/notesSlide55.xml.rels" ContentType="application/vnd.openxmlformats-package.relationships+xml"/>
  <Override PartName="/ppt/notesSlides/_rels/notesSlide3.xml.rels" ContentType="application/vnd.openxmlformats-package.relationships+xml"/>
  <Override PartName="/ppt/notesSlides/_rels/notesSlide46.xml.rels" ContentType="application/vnd.openxmlformats-package.relationships+xml"/>
  <Override PartName="/ppt/notesSlides/_rels/notesSlide56.xml.rels" ContentType="application/vnd.openxmlformats-package.relationships+xml"/>
  <Override PartName="/ppt/notesSlides/_rels/notesSlide4.xml.rels" ContentType="application/vnd.openxmlformats-package.relationships+xml"/>
  <Override PartName="/ppt/notesSlides/_rels/notesSlide47.xml.rels" ContentType="application/vnd.openxmlformats-package.relationships+xml"/>
  <Override PartName="/ppt/notesSlides/_rels/notesSlide57.xml.rels" ContentType="application/vnd.openxmlformats-package.relationships+xml"/>
  <Override PartName="/ppt/notesSlides/_rels/notesSlide5.xml.rels" ContentType="application/vnd.openxmlformats-package.relationships+xml"/>
  <Override PartName="/ppt/notesSlides/_rels/notesSlide48.xml.rels" ContentType="application/vnd.openxmlformats-package.relationships+xml"/>
  <Override PartName="/ppt/notesSlides/_rels/notesSlide58.xml.rels" ContentType="application/vnd.openxmlformats-package.relationships+xml"/>
  <Override PartName="/ppt/notesSlides/_rels/notesSlide6.xml.rels" ContentType="application/vnd.openxmlformats-package.relationships+xml"/>
  <Override PartName="/ppt/notesSlides/_rels/notesSlide49.xml.rels" ContentType="application/vnd.openxmlformats-package.relationships+xml"/>
  <Override PartName="/ppt/notesSlides/_rels/notesSlide59.xml.rels" ContentType="application/vnd.openxmlformats-package.relationships+xml"/>
  <Override PartName="/ppt/notesSlides/_rels/notesSlide7.xml.rels" ContentType="application/vnd.openxmlformats-package.relationships+xml"/>
  <Override PartName="/ppt/notesSlides/_rels/notesSlide60.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52.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0.xml" ContentType="application/vnd.openxmlformats-officedocument.presentationml.notesSlide+xml"/>
  <Override PartName="/ppt/media/image28.png" ContentType="image/png"/>
  <Override PartName="/ppt/media/image1.jpeg" ContentType="image/jpeg"/>
  <Override PartName="/ppt/media/image3.png" ContentType="image/png"/>
  <Override PartName="/ppt/media/image2.jpeg" ContentType="image/jpeg"/>
  <Override PartName="/ppt/media/image8.png" ContentType="image/png"/>
  <Override PartName="/ppt/media/image4.png" ContentType="image/png"/>
  <Override PartName="/ppt/media/image5.png" ContentType="image/png"/>
  <Override PartName="/ppt/media/image6.png" ContentType="image/png"/>
  <Override PartName="/ppt/media/image7.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31.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57.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58.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59.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3200" spc="-1" strike="noStrike">
                <a:solidFill>
                  <a:srgbClr val="58585b"/>
                </a:solidFill>
                <a:latin typeface="Arial"/>
              </a:rPr>
              <a:t>Click to move the slide</a:t>
            </a:r>
            <a:endParaRPr b="0" lang="en-US" sz="3200" spc="-1" strike="noStrike">
              <a:solidFill>
                <a:srgbClr val="58585b"/>
              </a:solidFill>
              <a:latin typeface="Arial"/>
            </a:endParaRPr>
          </a:p>
        </p:txBody>
      </p:sp>
      <p:sp>
        <p:nvSpPr>
          <p:cNvPr id="3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JM" sz="2000" spc="-1" strike="noStrike">
                <a:latin typeface="Arial"/>
              </a:rPr>
              <a:t>Click to edit the notes format</a:t>
            </a:r>
            <a:endParaRPr b="0" lang="en-JM" sz="2000" spc="-1" strike="noStrike">
              <a:latin typeface="Arial"/>
            </a:endParaRPr>
          </a:p>
        </p:txBody>
      </p:sp>
      <p:sp>
        <p:nvSpPr>
          <p:cNvPr id="3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JM" sz="1400" spc="-1" strike="noStrike">
                <a:latin typeface="Times New Roman"/>
              </a:rPr>
              <a:t>&lt;header&gt;</a:t>
            </a:r>
            <a:endParaRPr b="0" lang="en-JM" sz="1400" spc="-1" strike="noStrike">
              <a:latin typeface="Times New Roman"/>
            </a:endParaRPr>
          </a:p>
        </p:txBody>
      </p:sp>
      <p:sp>
        <p:nvSpPr>
          <p:cNvPr id="331"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buNone/>
            </a:pPr>
            <a:r>
              <a:rPr b="0" lang="en-JM" sz="1400" spc="-1" strike="noStrike">
                <a:latin typeface="Times New Roman"/>
              </a:rPr>
              <a:t>&lt;date/time&gt;</a:t>
            </a:r>
            <a:endParaRPr b="0" lang="en-JM" sz="1400" spc="-1" strike="noStrike">
              <a:latin typeface="Times New Roman"/>
            </a:endParaRPr>
          </a:p>
        </p:txBody>
      </p:sp>
      <p:sp>
        <p:nvSpPr>
          <p:cNvPr id="332"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JM" sz="1400" spc="-1" strike="noStrike">
                <a:latin typeface="Times New Roman"/>
              </a:rPr>
              <a:t>&lt;footer&gt;</a:t>
            </a:r>
            <a:endParaRPr b="0" lang="en-JM" sz="1400" spc="-1" strike="noStrike">
              <a:latin typeface="Times New Roman"/>
            </a:endParaRPr>
          </a:p>
        </p:txBody>
      </p:sp>
      <p:sp>
        <p:nvSpPr>
          <p:cNvPr id="333"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buNone/>
            </a:pPr>
            <a:fld id="{6B501767-21FF-425D-B5F3-0FB2699A80BF}" type="slidenum">
              <a:rPr b="0" lang="en-JM" sz="1400" spc="-1" strike="noStrike">
                <a:latin typeface="Times New Roman"/>
              </a:rPr>
              <a:t>&lt;number&gt;</a:t>
            </a:fld>
            <a:endParaRPr b="0" lang="en-JM"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380880" y="685800"/>
            <a:ext cx="6095520" cy="3428640"/>
          </a:xfrm>
          <a:prstGeom prst="rect">
            <a:avLst/>
          </a:prstGeom>
          <a:ln w="0">
            <a:noFill/>
          </a:ln>
        </p:spPr>
      </p:sp>
      <p:sp>
        <p:nvSpPr>
          <p:cNvPr id="50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Cisco Networking Academy Program</a:t>
            </a:r>
            <a:endParaRPr b="0" lang="en-JM" sz="2000" spc="-1" strike="noStrike">
              <a:latin typeface="Arial"/>
            </a:endParaRPr>
          </a:p>
          <a:p>
            <a:pPr marL="216000" indent="-216000">
              <a:lnSpc>
                <a:spcPct val="100000"/>
              </a:lnSpc>
              <a:buNone/>
            </a:pPr>
            <a:r>
              <a:rPr b="0" lang="en-US" sz="2000" spc="-1" strike="noStrike">
                <a:latin typeface="Arial"/>
              </a:rPr>
              <a:t>Introduction to Networks v7.0 (ITN)</a:t>
            </a:r>
            <a:endParaRPr b="0" lang="en-JM" sz="2000" spc="-1" strike="noStrike">
              <a:latin typeface="Arial"/>
            </a:endParaRPr>
          </a:p>
          <a:p>
            <a:pPr marL="216000" indent="-216000">
              <a:lnSpc>
                <a:spcPct val="100000"/>
              </a:lnSpc>
              <a:buNone/>
            </a:pPr>
            <a:r>
              <a:rPr b="0" lang="en-US" sz="2000" spc="-1" strike="noStrike">
                <a:solidFill>
                  <a:srgbClr val="999999"/>
                </a:solidFill>
                <a:latin typeface="Arial"/>
              </a:rPr>
              <a:t>Module 11: IPv4 Addressing</a:t>
            </a:r>
            <a:endParaRPr b="0" lang="en-JM" sz="2000" spc="-1" strike="noStrike">
              <a:latin typeface="Arial"/>
            </a:endParaRPr>
          </a:p>
        </p:txBody>
      </p:sp>
      <p:sp>
        <p:nvSpPr>
          <p:cNvPr id="50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84B3A8E-5245-4868-BEA2-8153A35AC7EE}"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355A4266-C9CF-4B73-85EE-FDCD01BAD617}"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505" name="PlaceHolder 1"/>
          <p:cNvSpPr>
            <a:spLocks noGrp="1"/>
          </p:cNvSpPr>
          <p:nvPr>
            <p:ph type="sldImg"/>
          </p:nvPr>
        </p:nvSpPr>
        <p:spPr>
          <a:xfrm>
            <a:off x="380880" y="685800"/>
            <a:ext cx="6095520" cy="3428640"/>
          </a:xfrm>
          <a:prstGeom prst="rect">
            <a:avLst/>
          </a:prstGeom>
          <a:ln w="0">
            <a:noFill/>
          </a:ln>
        </p:spPr>
      </p:sp>
      <p:sp>
        <p:nvSpPr>
          <p:cNvPr id="506"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7121A034-874F-4280-A31E-12609F2915DC}"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508" name="PlaceHolder 1"/>
          <p:cNvSpPr>
            <a:spLocks noGrp="1"/>
          </p:cNvSpPr>
          <p:nvPr>
            <p:ph type="sldImg"/>
          </p:nvPr>
        </p:nvSpPr>
        <p:spPr>
          <a:xfrm>
            <a:off x="380880" y="685800"/>
            <a:ext cx="6095520" cy="3428640"/>
          </a:xfrm>
          <a:prstGeom prst="rect">
            <a:avLst/>
          </a:prstGeom>
          <a:ln w="0">
            <a:noFill/>
          </a:ln>
        </p:spPr>
      </p:sp>
      <p:sp>
        <p:nvSpPr>
          <p:cNvPr id="509"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380880" y="685800"/>
            <a:ext cx="6095520" cy="3428640"/>
          </a:xfrm>
          <a:prstGeom prst="rect">
            <a:avLst/>
          </a:prstGeom>
          <a:ln w="0">
            <a:noFill/>
          </a:ln>
        </p:spPr>
      </p:sp>
      <p:sp>
        <p:nvSpPr>
          <p:cNvPr id="51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solidFill>
                  <a:srgbClr val="999999"/>
                </a:solidFill>
                <a:latin typeface="Arial"/>
              </a:rPr>
              <a:t>11 – IPv4 Addressing</a:t>
            </a:r>
            <a:endParaRPr b="0" lang="en-JM" sz="1200" spc="-1" strike="noStrike">
              <a:latin typeface="Arial"/>
            </a:endParaRPr>
          </a:p>
          <a:p>
            <a:pPr marL="216000" indent="-216000">
              <a:lnSpc>
                <a:spcPct val="100000"/>
              </a:lnSpc>
              <a:buNone/>
            </a:pPr>
            <a:r>
              <a:rPr b="0" lang="en-US" sz="1200" spc="-1" strike="noStrike">
                <a:latin typeface="Arial"/>
              </a:rPr>
              <a:t>11.1 – </a:t>
            </a:r>
            <a:r>
              <a:rPr b="0" lang="en-CA" sz="2000" spc="-1" strike="noStrike">
                <a:latin typeface="Arial"/>
              </a:rPr>
              <a:t>IPv4 Address Structure</a:t>
            </a:r>
            <a:endParaRPr b="0" lang="en-JM" sz="2000" spc="-1" strike="noStrike">
              <a:latin typeface="Arial"/>
            </a:endParaRPr>
          </a:p>
        </p:txBody>
      </p:sp>
      <p:sp>
        <p:nvSpPr>
          <p:cNvPr id="51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0FB3120-CE04-4786-B778-DEF3F975C356}"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380880" y="685800"/>
            <a:ext cx="6095520" cy="3428640"/>
          </a:xfrm>
          <a:prstGeom prst="rect">
            <a:avLst/>
          </a:prstGeom>
          <a:ln w="0">
            <a:noFill/>
          </a:ln>
        </p:spPr>
      </p:sp>
      <p:sp>
        <p:nvSpPr>
          <p:cNvPr id="51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solidFill>
                  <a:srgbClr val="999999"/>
                </a:solidFill>
                <a:latin typeface="Arial"/>
              </a:rPr>
              <a:t>11 – IPv4 Addressing</a:t>
            </a:r>
            <a:endParaRPr b="0" lang="en-JM" sz="1200" spc="-1" strike="noStrike">
              <a:latin typeface="Arial"/>
            </a:endParaRPr>
          </a:p>
          <a:p>
            <a:pPr marL="216000" indent="-216000">
              <a:lnSpc>
                <a:spcPct val="100000"/>
              </a:lnSpc>
              <a:buNone/>
            </a:pPr>
            <a:r>
              <a:rPr b="0" lang="en-CA" sz="2000" spc="-1" strike="noStrike">
                <a:latin typeface="Arial"/>
              </a:rPr>
              <a:t>11.1 – IPv4 Address Structure</a:t>
            </a:r>
            <a:endParaRPr b="0" lang="en-JM" sz="2000" spc="-1" strike="noStrike">
              <a:latin typeface="Arial"/>
            </a:endParaRPr>
          </a:p>
          <a:p>
            <a:pPr marL="216000" indent="-216000">
              <a:lnSpc>
                <a:spcPct val="100000"/>
              </a:lnSpc>
              <a:buNone/>
            </a:pPr>
            <a:r>
              <a:rPr b="0" lang="en-US" sz="2000" spc="-1" strike="noStrike">
                <a:latin typeface="Arial"/>
              </a:rPr>
              <a:t>11.1.1 – Network and Host Portions</a:t>
            </a:r>
            <a:endParaRPr b="0" lang="en-JM" sz="2000" spc="-1" strike="noStrike">
              <a:latin typeface="Arial"/>
            </a:endParaRPr>
          </a:p>
        </p:txBody>
      </p:sp>
      <p:sp>
        <p:nvSpPr>
          <p:cNvPr id="51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7F2E41E-ED2A-4707-89F8-5C0504FBF6C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380880" y="685800"/>
            <a:ext cx="6095520" cy="3428640"/>
          </a:xfrm>
          <a:prstGeom prst="rect">
            <a:avLst/>
          </a:prstGeom>
          <a:ln w="0">
            <a:noFill/>
          </a:ln>
        </p:spPr>
      </p:sp>
      <p:sp>
        <p:nvSpPr>
          <p:cNvPr id="51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solidFill>
                  <a:srgbClr val="999999"/>
                </a:solidFill>
                <a:latin typeface="Arial"/>
              </a:rPr>
              <a:t>11 – IPv4 Addressing</a:t>
            </a:r>
            <a:endParaRPr b="0" lang="en-JM" sz="1200" spc="-1" strike="noStrike">
              <a:latin typeface="Arial"/>
            </a:endParaRPr>
          </a:p>
          <a:p>
            <a:pPr marL="216000" indent="-216000">
              <a:lnSpc>
                <a:spcPct val="100000"/>
              </a:lnSpc>
              <a:buNone/>
            </a:pPr>
            <a:r>
              <a:rPr b="0" lang="en-CA" sz="2000" spc="-1" strike="noStrike">
                <a:latin typeface="Arial"/>
              </a:rPr>
              <a:t>11.1 – IPv4 Address Structure</a:t>
            </a:r>
            <a:endParaRPr b="0" lang="en-JM" sz="2000" spc="-1" strike="noStrike">
              <a:latin typeface="Arial"/>
            </a:endParaRPr>
          </a:p>
          <a:p>
            <a:pPr marL="216000" indent="-216000">
              <a:lnSpc>
                <a:spcPct val="100000"/>
              </a:lnSpc>
              <a:buNone/>
            </a:pPr>
            <a:r>
              <a:rPr b="0" lang="en-US" sz="2000" spc="-1" strike="noStrike">
                <a:latin typeface="Arial"/>
              </a:rPr>
              <a:t>11.1.2 – The Subnet Mask</a:t>
            </a:r>
            <a:endParaRPr b="0" lang="en-JM" sz="2000" spc="-1" strike="noStrike">
              <a:latin typeface="Arial"/>
            </a:endParaRPr>
          </a:p>
        </p:txBody>
      </p:sp>
      <p:sp>
        <p:nvSpPr>
          <p:cNvPr id="51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DFC9A24-5FBC-44B2-8CB1-CA2678FD7AB8}"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380880" y="685800"/>
            <a:ext cx="6095520" cy="3428640"/>
          </a:xfrm>
          <a:prstGeom prst="rect">
            <a:avLst/>
          </a:prstGeom>
          <a:ln w="0">
            <a:noFill/>
          </a:ln>
        </p:spPr>
      </p:sp>
      <p:sp>
        <p:nvSpPr>
          <p:cNvPr id="52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solidFill>
                  <a:srgbClr val="999999"/>
                </a:solidFill>
                <a:latin typeface="Arial"/>
              </a:rPr>
              <a:t>11 – IPv4 Addressing</a:t>
            </a:r>
            <a:endParaRPr b="0" lang="en-JM" sz="1200" spc="-1" strike="noStrike">
              <a:latin typeface="Arial"/>
            </a:endParaRPr>
          </a:p>
          <a:p>
            <a:pPr marL="216000" indent="-216000">
              <a:lnSpc>
                <a:spcPct val="100000"/>
              </a:lnSpc>
              <a:buNone/>
            </a:pPr>
            <a:r>
              <a:rPr b="0" lang="en-CA" sz="2000" spc="-1" strike="noStrike">
                <a:latin typeface="Arial"/>
              </a:rPr>
              <a:t>11.1 – IPv4 Address Structure</a:t>
            </a:r>
            <a:endParaRPr b="0" lang="en-JM" sz="2000" spc="-1" strike="noStrike">
              <a:latin typeface="Arial"/>
            </a:endParaRPr>
          </a:p>
          <a:p>
            <a:pPr marL="216000" indent="-216000">
              <a:lnSpc>
                <a:spcPct val="100000"/>
              </a:lnSpc>
              <a:buNone/>
            </a:pPr>
            <a:r>
              <a:rPr b="0" lang="en-US" sz="2000" spc="-1" strike="noStrike">
                <a:latin typeface="Arial"/>
              </a:rPr>
              <a:t>11.1.3 – The Prefix Length</a:t>
            </a:r>
            <a:endParaRPr b="0" lang="en-JM" sz="2000" spc="-1" strike="noStrike">
              <a:latin typeface="Arial"/>
            </a:endParaRPr>
          </a:p>
        </p:txBody>
      </p:sp>
      <p:sp>
        <p:nvSpPr>
          <p:cNvPr id="52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EFAE86F-9639-42CA-8C31-F888AF2AA14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380880" y="685800"/>
            <a:ext cx="6095520" cy="3428640"/>
          </a:xfrm>
          <a:prstGeom prst="rect">
            <a:avLst/>
          </a:prstGeom>
          <a:ln w="0">
            <a:noFill/>
          </a:ln>
        </p:spPr>
      </p:sp>
      <p:sp>
        <p:nvSpPr>
          <p:cNvPr id="52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solidFill>
                  <a:srgbClr val="999999"/>
                </a:solidFill>
                <a:latin typeface="Arial"/>
              </a:rPr>
              <a:t>11 – IPv4 Addressing</a:t>
            </a:r>
            <a:endParaRPr b="0" lang="en-JM" sz="1200" spc="-1" strike="noStrike">
              <a:latin typeface="Arial"/>
            </a:endParaRPr>
          </a:p>
          <a:p>
            <a:pPr marL="216000" indent="-216000">
              <a:lnSpc>
                <a:spcPct val="100000"/>
              </a:lnSpc>
              <a:buNone/>
            </a:pPr>
            <a:r>
              <a:rPr b="0" lang="en-CA" sz="2000" spc="-1" strike="noStrike">
                <a:latin typeface="Arial"/>
              </a:rPr>
              <a:t>11.1 – IPv4 Address Structure</a:t>
            </a:r>
            <a:endParaRPr b="0" lang="en-JM" sz="2000" spc="-1" strike="noStrike">
              <a:latin typeface="Arial"/>
            </a:endParaRPr>
          </a:p>
          <a:p>
            <a:pPr marL="216000" indent="-216000">
              <a:lnSpc>
                <a:spcPct val="100000"/>
              </a:lnSpc>
              <a:buNone/>
            </a:pPr>
            <a:r>
              <a:rPr b="0" lang="en-US" sz="2000" spc="-1" strike="noStrike">
                <a:latin typeface="Arial"/>
              </a:rPr>
              <a:t>11.1.4 – </a:t>
            </a:r>
            <a:r>
              <a:rPr b="0" lang="en-CA" sz="2000" spc="-1" strike="noStrike">
                <a:latin typeface="Arial"/>
              </a:rPr>
              <a:t>Determining the Network: Logical AND</a:t>
            </a:r>
            <a:endParaRPr b="0" lang="en-JM" sz="2000" spc="-1" strike="noStrike">
              <a:latin typeface="Arial"/>
            </a:endParaRPr>
          </a:p>
        </p:txBody>
      </p:sp>
      <p:sp>
        <p:nvSpPr>
          <p:cNvPr id="52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6896AC8-ABA6-4A1A-91E6-CD43E1F042E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380880" y="685800"/>
            <a:ext cx="6095520" cy="3428640"/>
          </a:xfrm>
          <a:prstGeom prst="rect">
            <a:avLst/>
          </a:prstGeom>
          <a:ln w="0">
            <a:noFill/>
          </a:ln>
        </p:spPr>
      </p:sp>
      <p:sp>
        <p:nvSpPr>
          <p:cNvPr id="52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CA" sz="2000" spc="-1" strike="noStrike">
                <a:latin typeface="Arial"/>
              </a:rPr>
              <a:t>11 – IPv4 Addressing</a:t>
            </a:r>
            <a:endParaRPr b="0" lang="en-JM" sz="2000" spc="-1" strike="noStrike">
              <a:latin typeface="Arial"/>
            </a:endParaRPr>
          </a:p>
          <a:p>
            <a:pPr marL="216000" indent="-216000">
              <a:lnSpc>
                <a:spcPct val="100000"/>
              </a:lnSpc>
              <a:buNone/>
            </a:pPr>
            <a:r>
              <a:rPr b="0" lang="en-CA" sz="2000" spc="-1" strike="noStrike">
                <a:latin typeface="Arial"/>
              </a:rPr>
              <a:t>11.1 – IPv4 Address Structure</a:t>
            </a:r>
            <a:endParaRPr b="0" lang="en-JM" sz="2000" spc="-1" strike="noStrike">
              <a:latin typeface="Arial"/>
            </a:endParaRPr>
          </a:p>
          <a:p>
            <a:pPr marL="216000" indent="-216000">
              <a:lnSpc>
                <a:spcPct val="100000"/>
              </a:lnSpc>
              <a:buNone/>
            </a:pPr>
            <a:r>
              <a:rPr b="0" lang="en-US" sz="2000" spc="-1" strike="noStrike">
                <a:latin typeface="Arial"/>
              </a:rPr>
              <a:t>11.1.5 – </a:t>
            </a:r>
            <a:r>
              <a:rPr b="0" lang="en-CA" sz="2000" spc="-1" strike="noStrike">
                <a:latin typeface="Arial"/>
              </a:rPr>
              <a:t>Video – Network, Host and Broadcast Addresses</a:t>
            </a:r>
            <a:endParaRPr b="0" lang="en-JM" sz="2000" spc="-1" strike="noStrike">
              <a:latin typeface="Arial"/>
            </a:endParaRPr>
          </a:p>
        </p:txBody>
      </p:sp>
      <p:sp>
        <p:nvSpPr>
          <p:cNvPr id="52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F0C0A25-5ED4-493A-B002-140ED551991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380880" y="685800"/>
            <a:ext cx="6095520" cy="3428640"/>
          </a:xfrm>
          <a:prstGeom prst="rect">
            <a:avLst/>
          </a:prstGeom>
          <a:ln w="0">
            <a:noFill/>
          </a:ln>
        </p:spPr>
      </p:sp>
      <p:sp>
        <p:nvSpPr>
          <p:cNvPr id="52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CA" sz="2000" spc="-1" strike="noStrike">
                <a:latin typeface="Arial"/>
              </a:rPr>
              <a:t>11 – IPv4 Addressing</a:t>
            </a:r>
            <a:endParaRPr b="0" lang="en-JM" sz="2000" spc="-1" strike="noStrike">
              <a:latin typeface="Arial"/>
            </a:endParaRPr>
          </a:p>
          <a:p>
            <a:pPr marL="216000" indent="-216000">
              <a:lnSpc>
                <a:spcPct val="100000"/>
              </a:lnSpc>
              <a:buNone/>
            </a:pPr>
            <a:r>
              <a:rPr b="0" lang="en-CA" sz="2000" spc="-1" strike="noStrike">
                <a:latin typeface="Arial"/>
              </a:rPr>
              <a:t>11.1 – IPv4 Address Structure</a:t>
            </a:r>
            <a:endParaRPr b="0" lang="en-JM" sz="2000" spc="-1" strike="noStrike">
              <a:latin typeface="Arial"/>
            </a:endParaRPr>
          </a:p>
          <a:p>
            <a:pPr marL="216000" indent="-216000">
              <a:lnSpc>
                <a:spcPct val="100000"/>
              </a:lnSpc>
              <a:buNone/>
            </a:pPr>
            <a:r>
              <a:rPr b="0" lang="en-US" sz="2000" spc="-1" strike="noStrike">
                <a:latin typeface="Arial"/>
              </a:rPr>
              <a:t>11.1.6 – </a:t>
            </a:r>
            <a:r>
              <a:rPr b="0" lang="en-CA" sz="2000" spc="-1" strike="noStrike">
                <a:latin typeface="Arial"/>
              </a:rPr>
              <a:t>Network, Host, and Broadcast Addresses</a:t>
            </a:r>
            <a:endParaRPr b="0" lang="en-JM" sz="2000" spc="-1" strike="noStrike">
              <a:latin typeface="Arial"/>
            </a:endParaRPr>
          </a:p>
          <a:p>
            <a:pPr marL="216000" indent="-216000">
              <a:lnSpc>
                <a:spcPct val="100000"/>
              </a:lnSpc>
              <a:buNone/>
            </a:pPr>
            <a:r>
              <a:rPr b="0" lang="en-CA" sz="2000" spc="-1" strike="noStrike">
                <a:latin typeface="Arial"/>
              </a:rPr>
              <a:t>11.1.7 </a:t>
            </a:r>
            <a:r>
              <a:rPr b="0" lang="en-US" sz="2000" spc="-1" strike="noStrike">
                <a:latin typeface="Arial"/>
              </a:rPr>
              <a:t>– Activity</a:t>
            </a:r>
            <a:r>
              <a:rPr b="0" lang="en-CA" sz="2000" spc="-1" strike="noStrike">
                <a:latin typeface="Arial"/>
              </a:rPr>
              <a:t> – ANDing to Determine the Network Address</a:t>
            </a:r>
            <a:endParaRPr b="0" lang="en-JM" sz="2000" spc="-1" strike="noStrike">
              <a:latin typeface="Arial"/>
            </a:endParaRPr>
          </a:p>
          <a:p>
            <a:pPr marL="216000" indent="-216000">
              <a:lnSpc>
                <a:spcPct val="100000"/>
              </a:lnSpc>
              <a:buNone/>
            </a:pPr>
            <a:r>
              <a:rPr b="0" lang="en-CA" sz="2000" spc="-1" strike="noStrike">
                <a:latin typeface="Arial"/>
              </a:rPr>
              <a:t>11.1.8 </a:t>
            </a:r>
            <a:r>
              <a:rPr b="0" lang="en-US" sz="2000" spc="-1" strike="noStrike">
                <a:latin typeface="Arial"/>
              </a:rPr>
              <a:t>– </a:t>
            </a:r>
            <a:r>
              <a:rPr b="0" lang="en-CA" sz="2000" spc="-1" strike="noStrike">
                <a:latin typeface="Arial"/>
              </a:rPr>
              <a:t>Check Your Understanding - IPv4 Address Structure</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3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3B3E00F-B496-4532-91D5-F60EBA6ABAB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380880" y="685800"/>
            <a:ext cx="6095520" cy="3428640"/>
          </a:xfrm>
          <a:prstGeom prst="rect">
            <a:avLst/>
          </a:prstGeom>
          <a:ln w="0">
            <a:noFill/>
          </a:ln>
        </p:spPr>
      </p:sp>
      <p:sp>
        <p:nvSpPr>
          <p:cNvPr id="53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11.2 – </a:t>
            </a:r>
            <a:r>
              <a:rPr b="0" lang="en-CA" sz="2000" spc="-1" strike="noStrike">
                <a:latin typeface="Arial"/>
              </a:rPr>
              <a:t>IPv4 Unicast, Broadcast, and Multicast</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3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49E220F-3460-4A42-A2EF-02DC614D6BF0}"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380880" y="685800"/>
            <a:ext cx="6095520" cy="3428640"/>
          </a:xfrm>
          <a:prstGeom prst="rect">
            <a:avLst/>
          </a:prstGeom>
          <a:ln w="0">
            <a:noFill/>
          </a:ln>
        </p:spPr>
      </p:sp>
      <p:sp>
        <p:nvSpPr>
          <p:cNvPr id="53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CA" sz="2000" spc="-1" strike="noStrike">
                <a:latin typeface="Arial"/>
              </a:rPr>
              <a:t>11 – IPv4 Addressing</a:t>
            </a:r>
            <a:endParaRPr b="0" lang="en-JM" sz="2000" spc="-1" strike="noStrike">
              <a:latin typeface="Arial"/>
            </a:endParaRPr>
          </a:p>
          <a:p>
            <a:pPr marL="216000" indent="-216000">
              <a:lnSpc>
                <a:spcPct val="100000"/>
              </a:lnSpc>
              <a:buNone/>
            </a:pPr>
            <a:r>
              <a:rPr b="0" lang="en-CA" sz="2000" spc="-1" strike="noStrike">
                <a:latin typeface="Arial"/>
              </a:rPr>
              <a:t>11.2 – IPv4 Unicast, Broadcast, and Multicast</a:t>
            </a:r>
            <a:endParaRPr b="0" lang="en-JM" sz="2000" spc="-1" strike="noStrike">
              <a:latin typeface="Arial"/>
            </a:endParaRPr>
          </a:p>
          <a:p>
            <a:pPr marL="216000" indent="-216000">
              <a:lnSpc>
                <a:spcPct val="100000"/>
              </a:lnSpc>
              <a:buNone/>
            </a:pPr>
            <a:r>
              <a:rPr b="0" lang="en-US" sz="2000" spc="-1" strike="noStrike">
                <a:latin typeface="Arial"/>
              </a:rPr>
              <a:t>11.2.1 – Unicast</a:t>
            </a:r>
            <a:endParaRPr b="0" lang="en-JM" sz="2000" spc="-1" strike="noStrike">
              <a:latin typeface="Arial"/>
            </a:endParaRPr>
          </a:p>
        </p:txBody>
      </p:sp>
      <p:sp>
        <p:nvSpPr>
          <p:cNvPr id="53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8A1AB6A-721A-4EE9-8919-AA5F610F0C8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380880" y="685800"/>
            <a:ext cx="6095520" cy="3428640"/>
          </a:xfrm>
          <a:prstGeom prst="rect">
            <a:avLst/>
          </a:prstGeom>
          <a:ln w="0">
            <a:noFill/>
          </a:ln>
        </p:spPr>
      </p:sp>
      <p:sp>
        <p:nvSpPr>
          <p:cNvPr id="53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CA" sz="2000" spc="-1" strike="noStrike">
                <a:latin typeface="Arial"/>
              </a:rPr>
              <a:t>11 – IPv4 Addressing</a:t>
            </a:r>
            <a:endParaRPr b="0" lang="en-JM" sz="2000" spc="-1" strike="noStrike">
              <a:latin typeface="Arial"/>
            </a:endParaRPr>
          </a:p>
          <a:p>
            <a:pPr marL="216000" indent="-216000">
              <a:lnSpc>
                <a:spcPct val="100000"/>
              </a:lnSpc>
              <a:buNone/>
            </a:pPr>
            <a:r>
              <a:rPr b="0" lang="en-CA" sz="2000" spc="-1" strike="noStrike">
                <a:latin typeface="Arial"/>
              </a:rPr>
              <a:t>11.2 – IPv4 Unicast, Broadcast, and Multicast</a:t>
            </a:r>
            <a:endParaRPr b="0" lang="en-JM" sz="2000" spc="-1" strike="noStrike">
              <a:latin typeface="Arial"/>
            </a:endParaRPr>
          </a:p>
          <a:p>
            <a:pPr marL="216000" indent="-216000">
              <a:lnSpc>
                <a:spcPct val="100000"/>
              </a:lnSpc>
              <a:buNone/>
            </a:pPr>
            <a:r>
              <a:rPr b="0" lang="en-US" sz="2000" spc="-1" strike="noStrike">
                <a:latin typeface="Arial"/>
              </a:rPr>
              <a:t>11.2.2 – Broadcast</a:t>
            </a:r>
            <a:endParaRPr b="0" lang="en-JM" sz="2000" spc="-1" strike="noStrike">
              <a:latin typeface="Arial"/>
            </a:endParaRPr>
          </a:p>
        </p:txBody>
      </p:sp>
      <p:sp>
        <p:nvSpPr>
          <p:cNvPr id="53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7A403B5-2A2E-4FA6-9CD8-C11C0A9620D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380880" y="685800"/>
            <a:ext cx="6095520" cy="3428640"/>
          </a:xfrm>
          <a:prstGeom prst="rect">
            <a:avLst/>
          </a:prstGeom>
          <a:ln w="0">
            <a:noFill/>
          </a:ln>
        </p:spPr>
      </p:sp>
      <p:sp>
        <p:nvSpPr>
          <p:cNvPr id="54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CA" sz="2000" spc="-1" strike="noStrike">
                <a:latin typeface="Arial"/>
              </a:rPr>
              <a:t>11 – IPv4 Addressing</a:t>
            </a:r>
            <a:endParaRPr b="0" lang="en-JM" sz="2000" spc="-1" strike="noStrike">
              <a:latin typeface="Arial"/>
            </a:endParaRPr>
          </a:p>
          <a:p>
            <a:pPr marL="216000" indent="-216000">
              <a:lnSpc>
                <a:spcPct val="100000"/>
              </a:lnSpc>
              <a:buNone/>
            </a:pPr>
            <a:r>
              <a:rPr b="0" lang="en-CA" sz="2000" spc="-1" strike="noStrike">
                <a:latin typeface="Arial"/>
              </a:rPr>
              <a:t>11.2 – IPv4 Unicast, Broadcast, and Multicast</a:t>
            </a:r>
            <a:endParaRPr b="0" lang="en-JM" sz="2000" spc="-1" strike="noStrike">
              <a:latin typeface="Arial"/>
            </a:endParaRPr>
          </a:p>
          <a:p>
            <a:pPr marL="216000" indent="-216000">
              <a:lnSpc>
                <a:spcPct val="100000"/>
              </a:lnSpc>
              <a:buNone/>
            </a:pPr>
            <a:r>
              <a:rPr b="0" lang="en-US" sz="2000" spc="-1" strike="noStrike">
                <a:latin typeface="Arial"/>
              </a:rPr>
              <a:t>11.2.3 – Multicast</a:t>
            </a:r>
            <a:endParaRPr b="0" lang="en-JM" sz="2000" spc="-1" strike="noStrike">
              <a:latin typeface="Arial"/>
            </a:endParaRPr>
          </a:p>
          <a:p>
            <a:pPr>
              <a:lnSpc>
                <a:spcPct val="100000"/>
              </a:lnSpc>
              <a:buNone/>
              <a:tabLst>
                <a:tab algn="l" pos="0"/>
              </a:tabLst>
            </a:pPr>
            <a:r>
              <a:rPr b="0" lang="en-US" sz="2000" spc="-1" strike="noStrike">
                <a:latin typeface="Arial"/>
              </a:rPr>
              <a:t>11.2.4 – </a:t>
            </a:r>
            <a:r>
              <a:rPr b="0" lang="en-CA" sz="1200" spc="-1" strike="noStrike">
                <a:solidFill>
                  <a:srgbClr val="000000"/>
                </a:solidFill>
                <a:latin typeface="+mn-lt"/>
                <a:ea typeface="+mn-ea"/>
              </a:rPr>
              <a:t>Activity - Unicast, Broadcast, or Multicast</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
        <p:nvSpPr>
          <p:cNvPr id="54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BEE4D7F-5E53-48BA-932F-C1BADE12042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380880" y="685800"/>
            <a:ext cx="6095520" cy="3428640"/>
          </a:xfrm>
          <a:prstGeom prst="rect">
            <a:avLst/>
          </a:prstGeom>
          <a:ln w="0">
            <a:noFill/>
          </a:ln>
        </p:spPr>
      </p:sp>
      <p:sp>
        <p:nvSpPr>
          <p:cNvPr id="54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11.3 – </a:t>
            </a:r>
            <a:r>
              <a:rPr b="0" lang="en-CA" sz="2000" spc="-1" strike="noStrike">
                <a:latin typeface="Arial"/>
              </a:rPr>
              <a:t>Types of IPv4 Addresses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4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EB03AC5-64B2-46D1-AF68-00CC8636554D}"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380880" y="685800"/>
            <a:ext cx="6095520" cy="3428640"/>
          </a:xfrm>
          <a:prstGeom prst="rect">
            <a:avLst/>
          </a:prstGeom>
          <a:ln w="0">
            <a:noFill/>
          </a:ln>
        </p:spPr>
      </p:sp>
      <p:sp>
        <p:nvSpPr>
          <p:cNvPr id="54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11.3 – </a:t>
            </a:r>
            <a:r>
              <a:rPr b="0" lang="en-CA" sz="2000" spc="-1" strike="noStrike">
                <a:latin typeface="Arial"/>
              </a:rPr>
              <a:t>Types of IPv4 Addresses</a:t>
            </a:r>
            <a:endParaRPr b="0" lang="en-JM" sz="2000" spc="-1" strike="noStrike">
              <a:latin typeface="Arial"/>
            </a:endParaRPr>
          </a:p>
          <a:p>
            <a:pPr marL="216000" indent="-216000">
              <a:lnSpc>
                <a:spcPct val="100000"/>
              </a:lnSpc>
              <a:buNone/>
            </a:pPr>
            <a:r>
              <a:rPr b="0" lang="en-US" sz="2000" spc="-1" strike="noStrike">
                <a:latin typeface="Arial"/>
              </a:rPr>
              <a:t>11.3.1 – </a:t>
            </a:r>
            <a:r>
              <a:rPr b="0" lang="en-CA" sz="2000" spc="-1" strike="noStrike">
                <a:latin typeface="Arial"/>
              </a:rPr>
              <a:t>Public and Private IPv4 Addresses</a:t>
            </a:r>
            <a:endParaRPr b="0" lang="en-JM" sz="2000" spc="-1" strike="noStrike">
              <a:latin typeface="Arial"/>
            </a:endParaRPr>
          </a:p>
        </p:txBody>
      </p:sp>
      <p:sp>
        <p:nvSpPr>
          <p:cNvPr id="54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006A0FC-A9EF-40BB-9870-509D16DEA561}"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380880" y="685800"/>
            <a:ext cx="6095520" cy="3428640"/>
          </a:xfrm>
          <a:prstGeom prst="rect">
            <a:avLst/>
          </a:prstGeom>
          <a:ln w="0">
            <a:noFill/>
          </a:ln>
        </p:spPr>
      </p:sp>
      <p:sp>
        <p:nvSpPr>
          <p:cNvPr id="55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11.3 – </a:t>
            </a:r>
            <a:r>
              <a:rPr b="0" lang="en-CA" sz="2000" spc="-1" strike="noStrike">
                <a:latin typeface="Arial"/>
              </a:rPr>
              <a:t>Types of IPv4 Addresses</a:t>
            </a:r>
            <a:endParaRPr b="0" lang="en-JM" sz="2000" spc="-1" strike="noStrike">
              <a:latin typeface="Arial"/>
            </a:endParaRPr>
          </a:p>
          <a:p>
            <a:pPr marL="216000" indent="-216000">
              <a:lnSpc>
                <a:spcPct val="100000"/>
              </a:lnSpc>
              <a:buNone/>
            </a:pPr>
            <a:r>
              <a:rPr b="0" lang="en-US" sz="2000" spc="-1" strike="noStrike">
                <a:latin typeface="Arial"/>
              </a:rPr>
              <a:t>11.3.2 – Routing to the Internet</a:t>
            </a:r>
            <a:endParaRPr b="0" lang="en-JM" sz="2000" spc="-1" strike="noStrike">
              <a:latin typeface="Arial"/>
            </a:endParaRPr>
          </a:p>
          <a:p>
            <a:pPr>
              <a:lnSpc>
                <a:spcPct val="100000"/>
              </a:lnSpc>
              <a:buNone/>
              <a:tabLst>
                <a:tab algn="l" pos="0"/>
              </a:tabLst>
            </a:pPr>
            <a:r>
              <a:rPr b="0" lang="en-US" sz="2000" spc="-1" strike="noStrike">
                <a:latin typeface="Arial"/>
              </a:rPr>
              <a:t>11.3.3 – </a:t>
            </a:r>
            <a:r>
              <a:rPr b="0" lang="en-CA" sz="1200" spc="-1" strike="noStrike">
                <a:solidFill>
                  <a:srgbClr val="000000"/>
                </a:solidFill>
                <a:latin typeface="+mn-lt"/>
                <a:ea typeface="+mn-ea"/>
              </a:rPr>
              <a:t>Activity - Pass or Block IPv4 Addresses</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
        <p:nvSpPr>
          <p:cNvPr id="55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5D07A8A-77E0-4FB0-AC80-2225E7EA638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380880" y="685800"/>
            <a:ext cx="6095520" cy="3428640"/>
          </a:xfrm>
          <a:prstGeom prst="rect">
            <a:avLst/>
          </a:prstGeom>
          <a:ln w="0">
            <a:noFill/>
          </a:ln>
        </p:spPr>
      </p:sp>
      <p:sp>
        <p:nvSpPr>
          <p:cNvPr id="55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11.3 – </a:t>
            </a:r>
            <a:r>
              <a:rPr b="0" lang="en-CA" sz="2000" spc="-1" strike="noStrike">
                <a:latin typeface="Arial"/>
              </a:rPr>
              <a:t>Types of IPv4 Addresses</a:t>
            </a:r>
            <a:endParaRPr b="0" lang="en-JM" sz="2000" spc="-1" strike="noStrike">
              <a:latin typeface="Arial"/>
            </a:endParaRPr>
          </a:p>
          <a:p>
            <a:pPr marL="216000" indent="-216000">
              <a:lnSpc>
                <a:spcPct val="100000"/>
              </a:lnSpc>
              <a:buNone/>
            </a:pPr>
            <a:r>
              <a:rPr b="0" lang="en-US" sz="2000" spc="-1" strike="noStrike">
                <a:latin typeface="Arial"/>
              </a:rPr>
              <a:t>11.3.4 – Special Use IPv4 Addresses</a:t>
            </a:r>
            <a:endParaRPr b="0" lang="en-JM" sz="2000" spc="-1" strike="noStrike">
              <a:latin typeface="Arial"/>
            </a:endParaRPr>
          </a:p>
        </p:txBody>
      </p:sp>
      <p:sp>
        <p:nvSpPr>
          <p:cNvPr id="55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F8AA90D-B561-4278-A1B5-A80ABA2657F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Img"/>
          </p:nvPr>
        </p:nvSpPr>
        <p:spPr>
          <a:xfrm>
            <a:off x="380880" y="685800"/>
            <a:ext cx="6095520" cy="3428640"/>
          </a:xfrm>
          <a:prstGeom prst="rect">
            <a:avLst/>
          </a:prstGeom>
          <a:ln w="0">
            <a:noFill/>
          </a:ln>
        </p:spPr>
      </p:sp>
      <p:sp>
        <p:nvSpPr>
          <p:cNvPr id="55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11.3 – </a:t>
            </a:r>
            <a:r>
              <a:rPr b="0" lang="en-CA" sz="2000" spc="-1" strike="noStrike">
                <a:latin typeface="Arial"/>
              </a:rPr>
              <a:t>Types of IPv4 Addresses</a:t>
            </a:r>
            <a:endParaRPr b="0" lang="en-JM" sz="2000" spc="-1" strike="noStrike">
              <a:latin typeface="Arial"/>
            </a:endParaRPr>
          </a:p>
          <a:p>
            <a:pPr marL="216000" indent="-216000">
              <a:lnSpc>
                <a:spcPct val="100000"/>
              </a:lnSpc>
              <a:buNone/>
            </a:pPr>
            <a:r>
              <a:rPr b="0" lang="en-US" sz="2000" spc="-1" strike="noStrike">
                <a:latin typeface="Arial"/>
              </a:rPr>
              <a:t>11.3.5 – Legacy Classful Addressing</a:t>
            </a:r>
            <a:endParaRPr b="0" lang="en-JM" sz="2000" spc="-1" strike="noStrike">
              <a:latin typeface="Arial"/>
            </a:endParaRPr>
          </a:p>
        </p:txBody>
      </p:sp>
      <p:sp>
        <p:nvSpPr>
          <p:cNvPr id="55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1DF0DAD-9589-40B3-B120-560F56BF6ED0}"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380880" y="685800"/>
            <a:ext cx="6095520" cy="3428640"/>
          </a:xfrm>
          <a:prstGeom prst="rect">
            <a:avLst/>
          </a:prstGeom>
          <a:ln w="0">
            <a:noFill/>
          </a:ln>
        </p:spPr>
      </p:sp>
      <p:sp>
        <p:nvSpPr>
          <p:cNvPr id="55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11.3 – </a:t>
            </a:r>
            <a:r>
              <a:rPr b="0" lang="en-CA" sz="2000" spc="-1" strike="noStrike">
                <a:latin typeface="Arial"/>
              </a:rPr>
              <a:t>Types of IPv4 Addresses</a:t>
            </a:r>
            <a:endParaRPr b="0" lang="en-JM" sz="2000" spc="-1" strike="noStrike">
              <a:latin typeface="Arial"/>
            </a:endParaRPr>
          </a:p>
          <a:p>
            <a:pPr marL="216000" indent="-216000">
              <a:lnSpc>
                <a:spcPct val="100000"/>
              </a:lnSpc>
              <a:buNone/>
            </a:pPr>
            <a:r>
              <a:rPr b="0" lang="en-US" sz="2000" spc="-1" strike="noStrike">
                <a:latin typeface="Arial"/>
              </a:rPr>
              <a:t>11.3.6 – Assignment of IP Addresses</a:t>
            </a:r>
            <a:endParaRPr b="0" lang="en-JM" sz="2000" spc="-1" strike="noStrike">
              <a:latin typeface="Arial"/>
            </a:endParaRPr>
          </a:p>
          <a:p>
            <a:pPr>
              <a:lnSpc>
                <a:spcPct val="100000"/>
              </a:lnSpc>
              <a:buNone/>
              <a:tabLst>
                <a:tab algn="l" pos="0"/>
              </a:tabLst>
            </a:pPr>
            <a:r>
              <a:rPr b="0" lang="en-US" sz="2000" spc="-1" strike="noStrike">
                <a:latin typeface="Arial"/>
              </a:rPr>
              <a:t>11.3.7 – </a:t>
            </a:r>
            <a:r>
              <a:rPr b="0" lang="en-CA" sz="1200" spc="-1" strike="noStrike">
                <a:solidFill>
                  <a:srgbClr val="000000"/>
                </a:solidFill>
                <a:latin typeface="+mn-lt"/>
                <a:ea typeface="+mn-ea"/>
              </a:rPr>
              <a:t>Activity - Public or Private IPv4 Address</a:t>
            </a:r>
            <a:endParaRPr b="0" lang="en-JM" sz="1200" spc="-1" strike="noStrike">
              <a:latin typeface="Arial"/>
            </a:endParaRPr>
          </a:p>
          <a:p>
            <a:pPr>
              <a:lnSpc>
                <a:spcPct val="100000"/>
              </a:lnSpc>
              <a:buNone/>
              <a:tabLst>
                <a:tab algn="l" pos="0"/>
              </a:tabLst>
            </a:pPr>
            <a:r>
              <a:rPr b="0" lang="en-US" sz="2000" spc="-1" strike="noStrike">
                <a:latin typeface="+mn-lt"/>
                <a:ea typeface="+mn-ea"/>
              </a:rPr>
              <a:t>11.3.8 – </a:t>
            </a:r>
            <a:r>
              <a:rPr b="0" lang="en-CA" sz="1200" spc="-1" strike="noStrike">
                <a:solidFill>
                  <a:srgbClr val="000000"/>
                </a:solidFill>
                <a:latin typeface="+mn-lt"/>
                <a:ea typeface="+mn-ea"/>
              </a:rPr>
              <a:t>Check Your Understanding - Types of IPv4 Addresses</a:t>
            </a:r>
            <a:endParaRPr b="0" lang="en-JM" sz="1200" spc="-1" strike="noStrike">
              <a:latin typeface="Arial"/>
            </a:endParaRPr>
          </a:p>
          <a:p>
            <a:pPr>
              <a:lnSpc>
                <a:spcPct val="100000"/>
              </a:lnSpc>
              <a:buNone/>
              <a:tabLst>
                <a:tab algn="l" pos="0"/>
              </a:tabLst>
            </a:pPr>
            <a:endParaRPr b="0" lang="en-JM" sz="1200" spc="-1" strike="noStrike">
              <a:latin typeface="Arial"/>
            </a:endParaRPr>
          </a:p>
          <a:p>
            <a:pPr>
              <a:lnSpc>
                <a:spcPct val="100000"/>
              </a:lnSpc>
              <a:buNone/>
              <a:tabLst>
                <a:tab algn="l" pos="0"/>
              </a:tabLst>
            </a:pPr>
            <a:endParaRPr b="0" lang="en-JM" sz="1200" spc="-1" strike="noStrike">
              <a:latin typeface="Arial"/>
            </a:endParaRPr>
          </a:p>
        </p:txBody>
      </p:sp>
      <p:sp>
        <p:nvSpPr>
          <p:cNvPr id="56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7DEE1E1-5DCB-453D-8C2B-C67AF5AE2DE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Img"/>
          </p:nvPr>
        </p:nvSpPr>
        <p:spPr>
          <a:xfrm>
            <a:off x="380880" y="685800"/>
            <a:ext cx="6095520" cy="3428640"/>
          </a:xfrm>
          <a:prstGeom prst="rect">
            <a:avLst/>
          </a:prstGeom>
          <a:ln w="0">
            <a:noFill/>
          </a:ln>
        </p:spPr>
      </p:sp>
      <p:sp>
        <p:nvSpPr>
          <p:cNvPr id="56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11.4 – </a:t>
            </a:r>
            <a:r>
              <a:rPr b="0" lang="en-CA" sz="2000" spc="-1" strike="noStrike">
                <a:latin typeface="Arial"/>
              </a:rPr>
              <a:t>Network Segmentation</a:t>
            </a:r>
            <a:endParaRPr b="0" lang="en-JM" sz="2000" spc="-1" strike="noStrike">
              <a:latin typeface="Arial"/>
            </a:endParaRPr>
          </a:p>
          <a:p>
            <a:pPr marL="216000" indent="-216000">
              <a:lnSpc>
                <a:spcPct val="100000"/>
              </a:lnSpc>
              <a:buNone/>
            </a:pP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6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104196F-1A65-4917-80E9-EFA4424AC56F}"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sldImg"/>
          </p:nvPr>
        </p:nvSpPr>
        <p:spPr>
          <a:xfrm>
            <a:off x="380880" y="685800"/>
            <a:ext cx="6095520" cy="3428640"/>
          </a:xfrm>
          <a:prstGeom prst="rect">
            <a:avLst/>
          </a:prstGeom>
          <a:ln w="0">
            <a:noFill/>
          </a:ln>
        </p:spPr>
      </p:sp>
      <p:sp>
        <p:nvSpPr>
          <p:cNvPr id="56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11.4 – </a:t>
            </a:r>
            <a:r>
              <a:rPr b="0" lang="en-CA" sz="2000" spc="-1" strike="noStrike">
                <a:latin typeface="Arial"/>
              </a:rPr>
              <a:t>Network Segmentation</a:t>
            </a:r>
            <a:endParaRPr b="0" lang="en-JM" sz="2000" spc="-1" strike="noStrike">
              <a:latin typeface="Arial"/>
            </a:endParaRPr>
          </a:p>
          <a:p>
            <a:pPr marL="216000" indent="-216000">
              <a:lnSpc>
                <a:spcPct val="100000"/>
              </a:lnSpc>
              <a:buNone/>
            </a:pPr>
            <a:r>
              <a:rPr b="0" lang="en-US" sz="2000" spc="-1" strike="noStrike">
                <a:latin typeface="Arial"/>
              </a:rPr>
              <a:t>11.4.1 – Broadcast Domains and Segmentation</a:t>
            </a:r>
            <a:endParaRPr b="0" lang="en-JM" sz="2000" spc="-1" strike="noStrike">
              <a:latin typeface="Arial"/>
            </a:endParaRPr>
          </a:p>
        </p:txBody>
      </p:sp>
      <p:sp>
        <p:nvSpPr>
          <p:cNvPr id="56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685292F-2DD8-4570-84FB-C7F22AF6566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sldImg"/>
          </p:nvPr>
        </p:nvSpPr>
        <p:spPr>
          <a:xfrm>
            <a:off x="380880" y="685800"/>
            <a:ext cx="6095520" cy="3428640"/>
          </a:xfrm>
          <a:prstGeom prst="rect">
            <a:avLst/>
          </a:prstGeom>
          <a:ln w="0">
            <a:noFill/>
          </a:ln>
        </p:spPr>
      </p:sp>
      <p:sp>
        <p:nvSpPr>
          <p:cNvPr id="56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11.4 – </a:t>
            </a:r>
            <a:r>
              <a:rPr b="0" lang="en-CA" sz="2000" spc="-1" strike="noStrike">
                <a:latin typeface="Arial"/>
              </a:rPr>
              <a:t>Network Segmentation</a:t>
            </a:r>
            <a:endParaRPr b="0" lang="en-JM" sz="2000" spc="-1" strike="noStrike">
              <a:latin typeface="Arial"/>
            </a:endParaRPr>
          </a:p>
          <a:p>
            <a:pPr marL="216000" indent="-216000">
              <a:lnSpc>
                <a:spcPct val="100000"/>
              </a:lnSpc>
              <a:buNone/>
            </a:pPr>
            <a:r>
              <a:rPr b="0" lang="en-US" sz="2000" spc="-1" strike="noStrike">
                <a:latin typeface="Arial"/>
              </a:rPr>
              <a:t>11.4.2 – </a:t>
            </a:r>
            <a:r>
              <a:rPr b="0" lang="en-CA" sz="2000" spc="-1" strike="noStrike">
                <a:latin typeface="Arial"/>
              </a:rPr>
              <a:t>Problems with Large Broadcast Domains</a:t>
            </a:r>
            <a:endParaRPr b="0" lang="en-JM" sz="2000" spc="-1" strike="noStrike">
              <a:latin typeface="Arial"/>
            </a:endParaRPr>
          </a:p>
        </p:txBody>
      </p:sp>
      <p:sp>
        <p:nvSpPr>
          <p:cNvPr id="56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3B3E19D-6E72-41EC-A919-ABDF70A9928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0" name="PlaceHolder 1"/>
          <p:cNvSpPr>
            <a:spLocks noGrp="1"/>
          </p:cNvSpPr>
          <p:nvPr>
            <p:ph type="sldImg"/>
          </p:nvPr>
        </p:nvSpPr>
        <p:spPr>
          <a:xfrm>
            <a:off x="380880" y="685800"/>
            <a:ext cx="6095520" cy="3428640"/>
          </a:xfrm>
          <a:prstGeom prst="rect">
            <a:avLst/>
          </a:prstGeom>
          <a:ln w="0">
            <a:noFill/>
          </a:ln>
        </p:spPr>
      </p:sp>
      <p:sp>
        <p:nvSpPr>
          <p:cNvPr id="57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11.4 – </a:t>
            </a:r>
            <a:r>
              <a:rPr b="0" lang="en-CA" sz="2000" spc="-1" strike="noStrike">
                <a:latin typeface="Arial"/>
              </a:rPr>
              <a:t>Network Segmentation</a:t>
            </a:r>
            <a:endParaRPr b="0" lang="en-JM" sz="2000" spc="-1" strike="noStrike">
              <a:latin typeface="Arial"/>
            </a:endParaRPr>
          </a:p>
          <a:p>
            <a:pPr marL="216000" indent="-216000">
              <a:lnSpc>
                <a:spcPct val="100000"/>
              </a:lnSpc>
              <a:buNone/>
            </a:pPr>
            <a:r>
              <a:rPr b="0" lang="en-US" sz="2000" spc="-1" strike="noStrike">
                <a:latin typeface="Arial"/>
              </a:rPr>
              <a:t>11.4.3 – Reasons for Segmenting Networks</a:t>
            </a:r>
            <a:endParaRPr b="0" lang="en-JM" sz="2000" spc="-1" strike="noStrike">
              <a:latin typeface="Arial"/>
            </a:endParaRPr>
          </a:p>
          <a:p>
            <a:pPr>
              <a:lnSpc>
                <a:spcPct val="100000"/>
              </a:lnSpc>
              <a:buNone/>
              <a:tabLst>
                <a:tab algn="l" pos="0"/>
              </a:tabLst>
            </a:pPr>
            <a:r>
              <a:rPr b="0" lang="en-US" sz="2000" spc="-1" strike="noStrike">
                <a:latin typeface="Arial"/>
              </a:rPr>
              <a:t>11.4.4 – </a:t>
            </a:r>
            <a:r>
              <a:rPr b="0" lang="en-CA" sz="1200" spc="-1" strike="noStrike">
                <a:solidFill>
                  <a:srgbClr val="000000"/>
                </a:solidFill>
                <a:latin typeface="+mn-lt"/>
                <a:ea typeface="+mn-ea"/>
              </a:rPr>
              <a:t>Check Your Understanding - Network Segmentation</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
        <p:nvSpPr>
          <p:cNvPr id="57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05DAE62-B53D-4D94-A2C7-7656425041E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sldImg"/>
          </p:nvPr>
        </p:nvSpPr>
        <p:spPr>
          <a:xfrm>
            <a:off x="380880" y="685800"/>
            <a:ext cx="6095520" cy="3428640"/>
          </a:xfrm>
          <a:prstGeom prst="rect">
            <a:avLst/>
          </a:prstGeom>
          <a:ln w="0">
            <a:noFill/>
          </a:ln>
        </p:spPr>
      </p:sp>
      <p:sp>
        <p:nvSpPr>
          <p:cNvPr id="57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11.5 – </a:t>
            </a:r>
            <a:r>
              <a:rPr b="0" lang="en-CA" sz="2000" spc="-1" strike="noStrike">
                <a:latin typeface="Arial"/>
              </a:rPr>
              <a:t>Subnet an IPv4 Network</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7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211FECE-90A4-4C86-A4B6-05A2DFC1EE3D}"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380880" y="685800"/>
            <a:ext cx="6095520" cy="3428640"/>
          </a:xfrm>
          <a:prstGeom prst="rect">
            <a:avLst/>
          </a:prstGeom>
          <a:ln w="0">
            <a:noFill/>
          </a:ln>
        </p:spPr>
      </p:sp>
      <p:sp>
        <p:nvSpPr>
          <p:cNvPr id="57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11.5 – </a:t>
            </a:r>
            <a:r>
              <a:rPr b="0" lang="en-CA" sz="2000" spc="-1" strike="noStrike">
                <a:latin typeface="Arial"/>
              </a:rPr>
              <a:t>Subnet an IPv4 Network</a:t>
            </a:r>
            <a:endParaRPr b="0" lang="en-JM" sz="2000" spc="-1" strike="noStrike">
              <a:latin typeface="Arial"/>
            </a:endParaRPr>
          </a:p>
          <a:p>
            <a:pPr marL="216000" indent="-216000">
              <a:lnSpc>
                <a:spcPct val="100000"/>
              </a:lnSpc>
              <a:buNone/>
            </a:pPr>
            <a:r>
              <a:rPr b="0" lang="en-US" sz="2000" spc="-1" strike="noStrike">
                <a:latin typeface="Arial"/>
              </a:rPr>
              <a:t>11.5.1 – </a:t>
            </a:r>
            <a:r>
              <a:rPr b="0" lang="en-CA" sz="2000" spc="-1" strike="noStrike">
                <a:latin typeface="Arial"/>
              </a:rPr>
              <a:t>Subnet on an Octet Boundary</a:t>
            </a:r>
            <a:endParaRPr b="0" lang="en-JM" sz="2000" spc="-1" strike="noStrike">
              <a:latin typeface="Arial"/>
            </a:endParaRPr>
          </a:p>
        </p:txBody>
      </p:sp>
      <p:sp>
        <p:nvSpPr>
          <p:cNvPr id="57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EEACB33-2878-43D0-BAC1-3EEF9317027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380880" y="685800"/>
            <a:ext cx="6095520" cy="3428640"/>
          </a:xfrm>
          <a:prstGeom prst="rect">
            <a:avLst/>
          </a:prstGeom>
          <a:ln w="0">
            <a:noFill/>
          </a:ln>
        </p:spPr>
      </p:sp>
      <p:sp>
        <p:nvSpPr>
          <p:cNvPr id="58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11.5 – </a:t>
            </a:r>
            <a:r>
              <a:rPr b="0" lang="en-CA" sz="2000" spc="-1" strike="noStrike">
                <a:latin typeface="Arial"/>
              </a:rPr>
              <a:t>Subnet an IPv4 Network</a:t>
            </a:r>
            <a:endParaRPr b="0" lang="en-JM" sz="2000" spc="-1" strike="noStrike">
              <a:latin typeface="Arial"/>
            </a:endParaRPr>
          </a:p>
          <a:p>
            <a:pPr marL="216000" indent="-216000">
              <a:lnSpc>
                <a:spcPct val="100000"/>
              </a:lnSpc>
              <a:buNone/>
            </a:pPr>
            <a:r>
              <a:rPr b="0" lang="en-US" sz="2000" spc="-1" strike="noStrike">
                <a:latin typeface="Arial"/>
              </a:rPr>
              <a:t>11.5.1 – </a:t>
            </a:r>
            <a:r>
              <a:rPr b="0" lang="en-CA" sz="2000" spc="-1" strike="noStrike">
                <a:latin typeface="Arial"/>
              </a:rPr>
              <a:t>Subnet on an Octet Boundary (Cont.)</a:t>
            </a:r>
            <a:endParaRPr b="0" lang="en-JM" sz="2000" spc="-1" strike="noStrike">
              <a:latin typeface="Arial"/>
            </a:endParaRPr>
          </a:p>
        </p:txBody>
      </p:sp>
      <p:sp>
        <p:nvSpPr>
          <p:cNvPr id="58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D883B2E-1BFB-48BF-AC83-EC58516C955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380880" y="685800"/>
            <a:ext cx="6095520" cy="3428640"/>
          </a:xfrm>
          <a:prstGeom prst="rect">
            <a:avLst/>
          </a:prstGeom>
          <a:ln w="0">
            <a:noFill/>
          </a:ln>
        </p:spPr>
      </p:sp>
      <p:sp>
        <p:nvSpPr>
          <p:cNvPr id="58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11.5 – </a:t>
            </a:r>
            <a:r>
              <a:rPr b="0" lang="en-CA" sz="2000" spc="-1" strike="noStrike">
                <a:latin typeface="Arial"/>
              </a:rPr>
              <a:t>Subnet an IPv4 Network</a:t>
            </a:r>
            <a:endParaRPr b="0" lang="en-JM" sz="2000" spc="-1" strike="noStrike">
              <a:latin typeface="Arial"/>
            </a:endParaRPr>
          </a:p>
          <a:p>
            <a:pPr marL="216000" indent="-216000">
              <a:lnSpc>
                <a:spcPct val="100000"/>
              </a:lnSpc>
              <a:buNone/>
            </a:pPr>
            <a:r>
              <a:rPr b="0" lang="en-US" sz="2000" spc="-1" strike="noStrike">
                <a:latin typeface="Arial"/>
              </a:rPr>
              <a:t>11.5.2 – </a:t>
            </a:r>
            <a:r>
              <a:rPr b="0" lang="en-CA" sz="2000" spc="-1" strike="noStrike">
                <a:latin typeface="Arial"/>
              </a:rPr>
              <a:t>Subnet within an Octet Boundary</a:t>
            </a:r>
            <a:endParaRPr b="0" lang="en-JM" sz="2000" spc="-1" strike="noStrike">
              <a:latin typeface="Arial"/>
            </a:endParaRPr>
          </a:p>
        </p:txBody>
      </p:sp>
      <p:sp>
        <p:nvSpPr>
          <p:cNvPr id="58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A4AFCCE-A81F-4442-B71B-BA0C3D452A8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380880" y="685800"/>
            <a:ext cx="6095520" cy="3428640"/>
          </a:xfrm>
          <a:prstGeom prst="rect">
            <a:avLst/>
          </a:prstGeom>
          <a:ln w="0">
            <a:noFill/>
          </a:ln>
        </p:spPr>
      </p:sp>
      <p:sp>
        <p:nvSpPr>
          <p:cNvPr id="58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11.5 – </a:t>
            </a:r>
            <a:r>
              <a:rPr b="0" lang="en-CA" sz="2000" spc="-1" strike="noStrike">
                <a:latin typeface="Arial"/>
              </a:rPr>
              <a:t>Subnet an IPv4 Network</a:t>
            </a:r>
            <a:endParaRPr b="0" lang="en-JM" sz="2000" spc="-1" strike="noStrike">
              <a:latin typeface="Arial"/>
            </a:endParaRPr>
          </a:p>
          <a:p>
            <a:pPr marL="216000" indent="-216000">
              <a:lnSpc>
                <a:spcPct val="100000"/>
              </a:lnSpc>
              <a:buNone/>
            </a:pPr>
            <a:r>
              <a:rPr b="0" lang="en-US" sz="2000" spc="-1" strike="noStrike">
                <a:latin typeface="Arial"/>
              </a:rPr>
              <a:t>11.5.3 – </a:t>
            </a:r>
            <a:r>
              <a:rPr b="0" lang="en-CA" sz="2000" spc="-1" strike="noStrike">
                <a:latin typeface="Arial"/>
              </a:rPr>
              <a:t>Video – The Subnet Mask</a:t>
            </a:r>
            <a:endParaRPr b="0" lang="en-JM" sz="2000" spc="-1" strike="noStrike">
              <a:latin typeface="Arial"/>
            </a:endParaRPr>
          </a:p>
        </p:txBody>
      </p:sp>
      <p:sp>
        <p:nvSpPr>
          <p:cNvPr id="58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90EF908-81E8-45AB-9B67-50DFA69F134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380880" y="685800"/>
            <a:ext cx="6095520" cy="3428640"/>
          </a:xfrm>
          <a:prstGeom prst="rect">
            <a:avLst/>
          </a:prstGeom>
          <a:ln w="0">
            <a:noFill/>
          </a:ln>
        </p:spPr>
      </p:sp>
      <p:sp>
        <p:nvSpPr>
          <p:cNvPr id="58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11.5 – </a:t>
            </a:r>
            <a:r>
              <a:rPr b="0" lang="en-CA" sz="2000" spc="-1" strike="noStrike">
                <a:latin typeface="Arial"/>
              </a:rPr>
              <a:t>Subnet an IPv4 Network</a:t>
            </a:r>
            <a:endParaRPr b="0" lang="en-JM" sz="2000" spc="-1" strike="noStrike">
              <a:latin typeface="Arial"/>
            </a:endParaRPr>
          </a:p>
          <a:p>
            <a:pPr marL="216000" indent="-216000">
              <a:lnSpc>
                <a:spcPct val="100000"/>
              </a:lnSpc>
              <a:buNone/>
            </a:pPr>
            <a:r>
              <a:rPr b="0" lang="en-US" sz="2000" spc="-1" strike="noStrike">
                <a:latin typeface="Arial"/>
              </a:rPr>
              <a:t>11.5.4 – </a:t>
            </a:r>
            <a:r>
              <a:rPr b="0" lang="en-CA" sz="2000" spc="-1" strike="noStrike">
                <a:latin typeface="Arial"/>
              </a:rPr>
              <a:t>Video – Subnet with the Magic Number</a:t>
            </a:r>
            <a:endParaRPr b="0" lang="en-JM" sz="2000" spc="-1" strike="noStrike">
              <a:latin typeface="Arial"/>
            </a:endParaRPr>
          </a:p>
        </p:txBody>
      </p:sp>
      <p:sp>
        <p:nvSpPr>
          <p:cNvPr id="59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BA2203B-89CF-4E08-94BF-45BF2E1EF5C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380880" y="685800"/>
            <a:ext cx="6095520" cy="3428640"/>
          </a:xfrm>
          <a:prstGeom prst="rect">
            <a:avLst/>
          </a:prstGeom>
          <a:ln w="0">
            <a:noFill/>
          </a:ln>
        </p:spPr>
      </p:sp>
      <p:sp>
        <p:nvSpPr>
          <p:cNvPr id="59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11.5 – </a:t>
            </a:r>
            <a:r>
              <a:rPr b="0" lang="en-CA" sz="2000" spc="-1" strike="noStrike">
                <a:latin typeface="Arial"/>
              </a:rPr>
              <a:t>Subnet an IPv4 Network</a:t>
            </a:r>
            <a:endParaRPr b="0" lang="en-JM" sz="2000" spc="-1" strike="noStrike">
              <a:latin typeface="Arial"/>
            </a:endParaRPr>
          </a:p>
          <a:p>
            <a:pPr marL="216000" indent="-216000">
              <a:lnSpc>
                <a:spcPct val="100000"/>
              </a:lnSpc>
              <a:buNone/>
            </a:pPr>
            <a:r>
              <a:rPr b="0" lang="en-US" sz="2000" spc="-1" strike="noStrike">
                <a:latin typeface="Arial"/>
              </a:rPr>
              <a:t>11.5.5 – </a:t>
            </a:r>
            <a:r>
              <a:rPr b="0" lang="en-CA" sz="2000" spc="-1" strike="noStrike">
                <a:latin typeface="Arial"/>
              </a:rPr>
              <a:t>Packet Tracer – Subnet an IPv4 Network</a:t>
            </a:r>
            <a:endParaRPr b="0" lang="en-JM" sz="2000" spc="-1" strike="noStrike">
              <a:latin typeface="Arial"/>
            </a:endParaRPr>
          </a:p>
        </p:txBody>
      </p:sp>
      <p:sp>
        <p:nvSpPr>
          <p:cNvPr id="59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4C79EE6-8203-4E54-9FF9-6567BEB60CA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380880" y="685800"/>
            <a:ext cx="6095520" cy="3428640"/>
          </a:xfrm>
          <a:prstGeom prst="rect">
            <a:avLst/>
          </a:prstGeom>
          <a:ln w="0">
            <a:noFill/>
          </a:ln>
        </p:spPr>
      </p:sp>
      <p:sp>
        <p:nvSpPr>
          <p:cNvPr id="59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11.6 – </a:t>
            </a:r>
            <a:r>
              <a:rPr b="0" lang="en-CA" sz="2000" spc="-1" strike="noStrike">
                <a:latin typeface="Arial"/>
              </a:rPr>
              <a:t>Subnet a Slash 16 and a Slash 8 Prefix</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59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7168FA2-FE40-477F-8D3F-FC54390AC578}"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PlaceHolder 1"/>
          <p:cNvSpPr>
            <a:spLocks noGrp="1"/>
          </p:cNvSpPr>
          <p:nvPr>
            <p:ph type="sldImg"/>
          </p:nvPr>
        </p:nvSpPr>
        <p:spPr>
          <a:xfrm>
            <a:off x="380880" y="685800"/>
            <a:ext cx="6095520" cy="3428640"/>
          </a:xfrm>
          <a:prstGeom prst="rect">
            <a:avLst/>
          </a:prstGeom>
          <a:ln w="0">
            <a:noFill/>
          </a:ln>
        </p:spPr>
      </p:sp>
      <p:sp>
        <p:nvSpPr>
          <p:cNvPr id="59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11.6 – </a:t>
            </a:r>
            <a:r>
              <a:rPr b="0" lang="en-CA" sz="2000" spc="-1" strike="noStrike">
                <a:latin typeface="Arial"/>
              </a:rPr>
              <a:t>Subnet a Slash 16 and a Slash 8 Prefix</a:t>
            </a:r>
            <a:endParaRPr b="0" lang="en-JM" sz="2000" spc="-1" strike="noStrike">
              <a:latin typeface="Arial"/>
            </a:endParaRPr>
          </a:p>
          <a:p>
            <a:pPr marL="216000" indent="-216000">
              <a:lnSpc>
                <a:spcPct val="100000"/>
              </a:lnSpc>
              <a:buNone/>
            </a:pPr>
            <a:r>
              <a:rPr b="0" lang="en-US" sz="2000" spc="-1" strike="noStrike">
                <a:latin typeface="Arial"/>
              </a:rPr>
              <a:t>11.6.1 – </a:t>
            </a:r>
            <a:r>
              <a:rPr b="0" lang="en-CA" sz="2000" spc="-1" strike="noStrike">
                <a:latin typeface="Arial"/>
              </a:rPr>
              <a:t>Create Subnets with a Slash 16 prefix</a:t>
            </a:r>
            <a:endParaRPr b="0" lang="en-JM" sz="2000" spc="-1" strike="noStrike">
              <a:latin typeface="Arial"/>
            </a:endParaRPr>
          </a:p>
        </p:txBody>
      </p:sp>
      <p:sp>
        <p:nvSpPr>
          <p:cNvPr id="59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D32D7A5-0C8C-422A-ABA7-9934712A896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sldImg"/>
          </p:nvPr>
        </p:nvSpPr>
        <p:spPr>
          <a:xfrm>
            <a:off x="380880" y="685800"/>
            <a:ext cx="6095520" cy="3428640"/>
          </a:xfrm>
          <a:prstGeom prst="rect">
            <a:avLst/>
          </a:prstGeom>
          <a:ln w="0">
            <a:noFill/>
          </a:ln>
        </p:spPr>
      </p:sp>
      <p:sp>
        <p:nvSpPr>
          <p:cNvPr id="60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11.6 – </a:t>
            </a:r>
            <a:r>
              <a:rPr b="0" lang="en-CA" sz="2000" spc="-1" strike="noStrike">
                <a:latin typeface="Arial"/>
              </a:rPr>
              <a:t>Subnet a Slash 16 and a Slash 8 Prefix</a:t>
            </a:r>
            <a:endParaRPr b="0" lang="en-JM" sz="2000" spc="-1" strike="noStrike">
              <a:latin typeface="Arial"/>
            </a:endParaRPr>
          </a:p>
          <a:p>
            <a:pPr marL="216000" indent="-216000">
              <a:lnSpc>
                <a:spcPct val="100000"/>
              </a:lnSpc>
              <a:buNone/>
            </a:pPr>
            <a:r>
              <a:rPr b="0" lang="en-US" sz="2000" spc="-1" strike="noStrike">
                <a:latin typeface="Arial"/>
              </a:rPr>
              <a:t>11.6.2 – </a:t>
            </a:r>
            <a:r>
              <a:rPr b="0" lang="en-CA" sz="2000" spc="-1" strike="noStrike">
                <a:latin typeface="Arial"/>
              </a:rPr>
              <a:t>Create 100 Subnets with a Slash 16 prefix</a:t>
            </a:r>
            <a:endParaRPr b="0" lang="en-JM" sz="2000" spc="-1" strike="noStrike">
              <a:latin typeface="Arial"/>
            </a:endParaRPr>
          </a:p>
        </p:txBody>
      </p:sp>
      <p:sp>
        <p:nvSpPr>
          <p:cNvPr id="60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8A404EB-50CD-42C0-BAA4-8C0FB652C6C4}"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sldImg"/>
          </p:nvPr>
        </p:nvSpPr>
        <p:spPr>
          <a:xfrm>
            <a:off x="380880" y="685800"/>
            <a:ext cx="6095520" cy="3428640"/>
          </a:xfrm>
          <a:prstGeom prst="rect">
            <a:avLst/>
          </a:prstGeom>
          <a:ln w="0">
            <a:noFill/>
          </a:ln>
        </p:spPr>
      </p:sp>
      <p:sp>
        <p:nvSpPr>
          <p:cNvPr id="60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11.6 – </a:t>
            </a:r>
            <a:r>
              <a:rPr b="0" lang="en-CA" sz="2000" spc="-1" strike="noStrike">
                <a:latin typeface="Arial"/>
              </a:rPr>
              <a:t>Subnet a Slash 16 and a Slash 8 Prefix</a:t>
            </a:r>
            <a:endParaRPr b="0" lang="en-JM" sz="2000" spc="-1" strike="noStrike">
              <a:latin typeface="Arial"/>
            </a:endParaRPr>
          </a:p>
          <a:p>
            <a:pPr marL="216000" indent="-216000">
              <a:lnSpc>
                <a:spcPct val="100000"/>
              </a:lnSpc>
              <a:buNone/>
            </a:pPr>
            <a:r>
              <a:rPr b="0" lang="en-US" sz="2000" spc="-1" strike="noStrike">
                <a:latin typeface="Arial"/>
              </a:rPr>
              <a:t>11.6.3 – </a:t>
            </a:r>
            <a:r>
              <a:rPr b="0" lang="en-CA" sz="2000" spc="-1" strike="noStrike">
                <a:latin typeface="Arial"/>
              </a:rPr>
              <a:t>Create 1000 Subnets with a Slash 8 prefix</a:t>
            </a:r>
            <a:endParaRPr b="0" lang="en-JM" sz="2000" spc="-1" strike="noStrike">
              <a:latin typeface="Arial"/>
            </a:endParaRPr>
          </a:p>
        </p:txBody>
      </p:sp>
      <p:sp>
        <p:nvSpPr>
          <p:cNvPr id="60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D06ABEE-4E61-4759-87D7-4E529EF4087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380880" y="685800"/>
            <a:ext cx="6095520" cy="3428640"/>
          </a:xfrm>
          <a:prstGeom prst="rect">
            <a:avLst/>
          </a:prstGeom>
          <a:ln w="0">
            <a:noFill/>
          </a:ln>
        </p:spPr>
      </p:sp>
      <p:sp>
        <p:nvSpPr>
          <p:cNvPr id="60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11.6 – </a:t>
            </a:r>
            <a:r>
              <a:rPr b="0" lang="en-CA" sz="2000" spc="-1" strike="noStrike">
                <a:latin typeface="Arial"/>
              </a:rPr>
              <a:t>Subnet a Slash 16 and a Slash 8 Prefix</a:t>
            </a:r>
            <a:endParaRPr b="0" lang="en-JM" sz="2000" spc="-1" strike="noStrike">
              <a:latin typeface="Arial"/>
            </a:endParaRPr>
          </a:p>
          <a:p>
            <a:pPr marL="216000" indent="-216000">
              <a:lnSpc>
                <a:spcPct val="100000"/>
              </a:lnSpc>
              <a:buNone/>
            </a:pPr>
            <a:r>
              <a:rPr b="0" lang="en-US" sz="2000" spc="-1" strike="noStrike">
                <a:latin typeface="Arial"/>
              </a:rPr>
              <a:t>11.6.4 – </a:t>
            </a:r>
            <a:r>
              <a:rPr b="0" lang="en-CA" sz="2000" spc="-1" strike="noStrike">
                <a:latin typeface="Arial"/>
              </a:rPr>
              <a:t>Video – Subnet Across Multiple Octets</a:t>
            </a:r>
            <a:endParaRPr b="0" lang="en-JM" sz="2000" spc="-1" strike="noStrike">
              <a:latin typeface="Arial"/>
            </a:endParaRPr>
          </a:p>
          <a:p>
            <a:pPr>
              <a:lnSpc>
                <a:spcPct val="100000"/>
              </a:lnSpc>
              <a:buNone/>
              <a:tabLst>
                <a:tab algn="l" pos="0"/>
              </a:tabLst>
            </a:pPr>
            <a:r>
              <a:rPr b="0" lang="en-US" sz="2000" spc="-1" strike="noStrike">
                <a:latin typeface="Arial"/>
              </a:rPr>
              <a:t>11.6.5 – </a:t>
            </a:r>
            <a:r>
              <a:rPr b="0" lang="en-CA" sz="1200" spc="-1" strike="noStrike">
                <a:solidFill>
                  <a:srgbClr val="000000"/>
                </a:solidFill>
                <a:latin typeface="+mn-lt"/>
                <a:ea typeface="+mn-ea"/>
              </a:rPr>
              <a:t>Activity - Calculate the Subnet Mask</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
        <p:nvSpPr>
          <p:cNvPr id="60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EC581BE-2FC1-461C-AE37-CFBEC343C87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Img"/>
          </p:nvPr>
        </p:nvSpPr>
        <p:spPr>
          <a:xfrm>
            <a:off x="380880" y="685800"/>
            <a:ext cx="6095520" cy="3428640"/>
          </a:xfrm>
          <a:prstGeom prst="rect">
            <a:avLst/>
          </a:prstGeom>
          <a:ln w="0">
            <a:noFill/>
          </a:ln>
        </p:spPr>
      </p:sp>
      <p:sp>
        <p:nvSpPr>
          <p:cNvPr id="61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11.6 – </a:t>
            </a:r>
            <a:r>
              <a:rPr b="0" lang="en-CA" sz="2000" spc="-1" strike="noStrike">
                <a:latin typeface="Arial"/>
              </a:rPr>
              <a:t>Subnet a Slash 16 and a Slash 8 Prefix</a:t>
            </a:r>
            <a:endParaRPr b="0" lang="en-JM" sz="2000" spc="-1" strike="noStrike">
              <a:latin typeface="Arial"/>
            </a:endParaRPr>
          </a:p>
          <a:p>
            <a:pPr marL="216000" indent="-216000">
              <a:lnSpc>
                <a:spcPct val="100000"/>
              </a:lnSpc>
              <a:buNone/>
            </a:pPr>
            <a:r>
              <a:rPr b="0" lang="en-US" sz="2000" spc="-1" strike="noStrike">
                <a:latin typeface="Arial"/>
              </a:rPr>
              <a:t>11.6.6 – Lab – Calculate IPv4 Subnets</a:t>
            </a:r>
            <a:endParaRPr b="0" lang="en-JM" sz="2000" spc="-1" strike="noStrike">
              <a:latin typeface="Arial"/>
            </a:endParaRPr>
          </a:p>
        </p:txBody>
      </p:sp>
      <p:sp>
        <p:nvSpPr>
          <p:cNvPr id="61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4341D20-9666-4EF1-99BB-7959EC8135F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380880" y="685800"/>
            <a:ext cx="6095520" cy="3428640"/>
          </a:xfrm>
          <a:prstGeom prst="rect">
            <a:avLst/>
          </a:prstGeom>
          <a:ln w="0">
            <a:noFill/>
          </a:ln>
        </p:spPr>
      </p:sp>
      <p:sp>
        <p:nvSpPr>
          <p:cNvPr id="61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11.7 – </a:t>
            </a:r>
            <a:r>
              <a:rPr b="0" lang="en-CA" sz="2000" spc="-1" strike="noStrike">
                <a:latin typeface="Arial"/>
              </a:rPr>
              <a:t>Subnet to Meet Requirements</a:t>
            </a:r>
            <a:endParaRPr b="0" lang="en-JM" sz="2000" spc="-1" strike="noStrike">
              <a:latin typeface="Arial"/>
            </a:endParaRPr>
          </a:p>
          <a:p>
            <a:pPr marL="216000" indent="-216000">
              <a:lnSpc>
                <a:spcPct val="100000"/>
              </a:lnSpc>
              <a:buNone/>
            </a:pP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1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E6A9061-CB07-4A68-8B64-F804B9E6CDE9}"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Img"/>
          </p:nvPr>
        </p:nvSpPr>
        <p:spPr>
          <a:xfrm>
            <a:off x="380880" y="685800"/>
            <a:ext cx="6095520" cy="3428640"/>
          </a:xfrm>
          <a:prstGeom prst="rect">
            <a:avLst/>
          </a:prstGeom>
          <a:ln w="0">
            <a:noFill/>
          </a:ln>
        </p:spPr>
      </p:sp>
      <p:sp>
        <p:nvSpPr>
          <p:cNvPr id="61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11.7 – </a:t>
            </a:r>
            <a:r>
              <a:rPr b="0" lang="en-CA" sz="2000" spc="-1" strike="noStrike">
                <a:latin typeface="Arial"/>
              </a:rPr>
              <a:t>Subnet to Meet Requirements</a:t>
            </a:r>
            <a:endParaRPr b="0" lang="en-JM" sz="2000" spc="-1" strike="noStrike">
              <a:latin typeface="Arial"/>
            </a:endParaRPr>
          </a:p>
          <a:p>
            <a:pPr marL="216000" indent="-216000">
              <a:lnSpc>
                <a:spcPct val="100000"/>
              </a:lnSpc>
              <a:buNone/>
            </a:pPr>
            <a:r>
              <a:rPr b="0" lang="en-US" sz="2000" spc="-1" strike="noStrike">
                <a:latin typeface="Arial"/>
              </a:rPr>
              <a:t>11.7.1 – </a:t>
            </a:r>
            <a:r>
              <a:rPr b="0" lang="en-CA" sz="2000" spc="-1" strike="noStrike">
                <a:latin typeface="Arial"/>
              </a:rPr>
              <a:t>Subnet Private versus Public IPv4 Address Space</a:t>
            </a:r>
            <a:endParaRPr b="0" lang="en-JM" sz="2000" spc="-1" strike="noStrike">
              <a:latin typeface="Arial"/>
            </a:endParaRPr>
          </a:p>
        </p:txBody>
      </p:sp>
      <p:sp>
        <p:nvSpPr>
          <p:cNvPr id="61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0B0FD38-1E4F-4D4C-8C7D-DD0A8234E73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Img"/>
          </p:nvPr>
        </p:nvSpPr>
        <p:spPr>
          <a:xfrm>
            <a:off x="380880" y="685800"/>
            <a:ext cx="6095520" cy="3428640"/>
          </a:xfrm>
          <a:prstGeom prst="rect">
            <a:avLst/>
          </a:prstGeom>
          <a:ln w="0">
            <a:noFill/>
          </a:ln>
        </p:spPr>
      </p:sp>
      <p:sp>
        <p:nvSpPr>
          <p:cNvPr id="61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11.7 – </a:t>
            </a:r>
            <a:r>
              <a:rPr b="0" lang="en-CA" sz="2000" spc="-1" strike="noStrike">
                <a:latin typeface="Arial"/>
              </a:rPr>
              <a:t>Subnet to Meet Requirements</a:t>
            </a:r>
            <a:endParaRPr b="0" lang="en-JM" sz="2000" spc="-1" strike="noStrike">
              <a:latin typeface="Arial"/>
            </a:endParaRPr>
          </a:p>
          <a:p>
            <a:pPr marL="216000" indent="-216000">
              <a:lnSpc>
                <a:spcPct val="100000"/>
              </a:lnSpc>
              <a:buNone/>
            </a:pPr>
            <a:r>
              <a:rPr b="0" lang="en-US" sz="2000" spc="-1" strike="noStrike">
                <a:latin typeface="Arial"/>
              </a:rPr>
              <a:t>11.7.2 – </a:t>
            </a:r>
            <a:r>
              <a:rPr b="0" lang="en-CA" sz="2000" spc="-1" strike="noStrike">
                <a:latin typeface="Arial"/>
              </a:rPr>
              <a:t>Minimize Unused Host IPv4 Addresses and Maximize Subnets</a:t>
            </a:r>
            <a:endParaRPr b="0" lang="en-JM" sz="2000" spc="-1" strike="noStrike">
              <a:latin typeface="Arial"/>
            </a:endParaRPr>
          </a:p>
        </p:txBody>
      </p:sp>
      <p:sp>
        <p:nvSpPr>
          <p:cNvPr id="62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86C6538-1222-40A9-8654-C233A059285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Img"/>
          </p:nvPr>
        </p:nvSpPr>
        <p:spPr>
          <a:xfrm>
            <a:off x="380880" y="685800"/>
            <a:ext cx="6095520" cy="3428640"/>
          </a:xfrm>
          <a:prstGeom prst="rect">
            <a:avLst/>
          </a:prstGeom>
          <a:ln w="0">
            <a:noFill/>
          </a:ln>
        </p:spPr>
      </p:sp>
      <p:sp>
        <p:nvSpPr>
          <p:cNvPr id="62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11.7 – </a:t>
            </a:r>
            <a:r>
              <a:rPr b="0" lang="en-CA" sz="2000" spc="-1" strike="noStrike">
                <a:latin typeface="Arial"/>
              </a:rPr>
              <a:t>Subnet to Meet Requirements</a:t>
            </a:r>
            <a:endParaRPr b="0" lang="en-JM" sz="2000" spc="-1" strike="noStrike">
              <a:latin typeface="Arial"/>
            </a:endParaRPr>
          </a:p>
          <a:p>
            <a:pPr marL="216000" indent="-216000">
              <a:lnSpc>
                <a:spcPct val="100000"/>
              </a:lnSpc>
              <a:buNone/>
            </a:pPr>
            <a:r>
              <a:rPr b="0" lang="en-US" sz="2000" spc="-1" strike="noStrike">
                <a:latin typeface="Arial"/>
              </a:rPr>
              <a:t>11.7.3 – Example: Efficient IPv4 Subnetting</a:t>
            </a:r>
            <a:endParaRPr b="0" lang="en-JM" sz="2000" spc="-1" strike="noStrike">
              <a:latin typeface="Arial"/>
            </a:endParaRPr>
          </a:p>
          <a:p>
            <a:pPr>
              <a:lnSpc>
                <a:spcPct val="100000"/>
              </a:lnSpc>
              <a:buNone/>
              <a:tabLst>
                <a:tab algn="l" pos="0"/>
              </a:tabLst>
            </a:pPr>
            <a:r>
              <a:rPr b="0" lang="en-US" sz="2000" spc="-1" strike="noStrike">
                <a:latin typeface="Arial"/>
              </a:rPr>
              <a:t>11.7.4 – </a:t>
            </a:r>
            <a:r>
              <a:rPr b="0" lang="en-CA" sz="1200" spc="-1" strike="noStrike">
                <a:solidFill>
                  <a:srgbClr val="000000"/>
                </a:solidFill>
                <a:latin typeface="+mn-lt"/>
                <a:ea typeface="+mn-ea"/>
              </a:rPr>
              <a:t>Activity - Determine the Number of Bits to Borrow</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
        <p:nvSpPr>
          <p:cNvPr id="62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9E9C2BA-E487-49D0-8A5F-48944A551A2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Img"/>
          </p:nvPr>
        </p:nvSpPr>
        <p:spPr>
          <a:xfrm>
            <a:off x="380880" y="685800"/>
            <a:ext cx="6095520" cy="3428640"/>
          </a:xfrm>
          <a:prstGeom prst="rect">
            <a:avLst/>
          </a:prstGeom>
          <a:ln w="0">
            <a:noFill/>
          </a:ln>
        </p:spPr>
      </p:sp>
      <p:sp>
        <p:nvSpPr>
          <p:cNvPr id="62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11.7 – </a:t>
            </a:r>
            <a:r>
              <a:rPr b="0" lang="en-CA" sz="2000" spc="-1" strike="noStrike">
                <a:latin typeface="Arial"/>
              </a:rPr>
              <a:t>Subnet to Meet Requirements</a:t>
            </a:r>
            <a:endParaRPr b="0" lang="en-JM" sz="2000" spc="-1" strike="noStrike">
              <a:latin typeface="Arial"/>
            </a:endParaRPr>
          </a:p>
          <a:p>
            <a:pPr marL="216000" indent="-216000">
              <a:lnSpc>
                <a:spcPct val="100000"/>
              </a:lnSpc>
              <a:buNone/>
            </a:pPr>
            <a:r>
              <a:rPr b="0" lang="en-US" sz="2000" spc="-1" strike="noStrike">
                <a:latin typeface="Arial"/>
              </a:rPr>
              <a:t>11.7.5 – Packet Tracer – Subnetting Scenario</a:t>
            </a:r>
            <a:endParaRPr b="0" lang="en-JM" sz="2000" spc="-1" strike="noStrike">
              <a:latin typeface="Arial"/>
            </a:endParaRPr>
          </a:p>
        </p:txBody>
      </p:sp>
      <p:sp>
        <p:nvSpPr>
          <p:cNvPr id="62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E3E003E-0E25-47A3-8142-8201415E874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Img"/>
          </p:nvPr>
        </p:nvSpPr>
        <p:spPr>
          <a:xfrm>
            <a:off x="380880" y="685800"/>
            <a:ext cx="6095520" cy="3428640"/>
          </a:xfrm>
          <a:prstGeom prst="rect">
            <a:avLst/>
          </a:prstGeom>
          <a:ln w="0">
            <a:noFill/>
          </a:ln>
        </p:spPr>
      </p:sp>
      <p:sp>
        <p:nvSpPr>
          <p:cNvPr id="62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11.8 – </a:t>
            </a:r>
            <a:r>
              <a:rPr b="0" lang="en-CA" sz="2000" spc="-1" strike="noStrike">
                <a:latin typeface="Arial"/>
              </a:rPr>
              <a:t>VLSM</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2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BCD9B7A-5226-4833-81F6-E0E603F662E7}"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380880" y="685800"/>
            <a:ext cx="6095520" cy="3428640"/>
          </a:xfrm>
          <a:prstGeom prst="rect">
            <a:avLst/>
          </a:prstGeom>
          <a:ln w="0">
            <a:noFill/>
          </a:ln>
        </p:spPr>
      </p:sp>
      <p:sp>
        <p:nvSpPr>
          <p:cNvPr id="63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11.8 – </a:t>
            </a:r>
            <a:r>
              <a:rPr b="0" lang="en-CA" sz="2000" spc="-1" strike="noStrike">
                <a:latin typeface="Arial"/>
              </a:rPr>
              <a:t>VLSM</a:t>
            </a:r>
            <a:endParaRPr b="0" lang="en-JM" sz="2000" spc="-1" strike="noStrike">
              <a:latin typeface="Arial"/>
            </a:endParaRPr>
          </a:p>
          <a:p>
            <a:pPr marL="216000" indent="-216000">
              <a:lnSpc>
                <a:spcPct val="100000"/>
              </a:lnSpc>
              <a:buNone/>
            </a:pPr>
            <a:r>
              <a:rPr b="0" lang="en-US" sz="2000" spc="-1" strike="noStrike">
                <a:latin typeface="Arial"/>
              </a:rPr>
              <a:t>11.8.1 – Video – VLSM Basics</a:t>
            </a:r>
            <a:endParaRPr b="0" lang="en-JM" sz="2000" spc="-1" strike="noStrike">
              <a:latin typeface="Arial"/>
            </a:endParaRPr>
          </a:p>
        </p:txBody>
      </p:sp>
      <p:sp>
        <p:nvSpPr>
          <p:cNvPr id="63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8406BF7-B514-440A-8087-FCECDD5FDCD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380880" y="685800"/>
            <a:ext cx="6095520" cy="3428640"/>
          </a:xfrm>
          <a:prstGeom prst="rect">
            <a:avLst/>
          </a:prstGeom>
          <a:ln w="0">
            <a:noFill/>
          </a:ln>
        </p:spPr>
      </p:sp>
      <p:sp>
        <p:nvSpPr>
          <p:cNvPr id="63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11.8 – </a:t>
            </a:r>
            <a:r>
              <a:rPr b="0" lang="en-CA" sz="2000" spc="-1" strike="noStrike">
                <a:latin typeface="Arial"/>
              </a:rPr>
              <a:t>VLSM</a:t>
            </a:r>
            <a:endParaRPr b="0" lang="en-JM" sz="2000" spc="-1" strike="noStrike">
              <a:latin typeface="Arial"/>
            </a:endParaRPr>
          </a:p>
          <a:p>
            <a:pPr marL="216000" indent="-216000">
              <a:lnSpc>
                <a:spcPct val="100000"/>
              </a:lnSpc>
              <a:buNone/>
            </a:pPr>
            <a:r>
              <a:rPr b="0" lang="en-US" sz="2000" spc="-1" strike="noStrike">
                <a:latin typeface="Arial"/>
              </a:rPr>
              <a:t>11.8.2 – Video – VLSM Example</a:t>
            </a:r>
            <a:endParaRPr b="0" lang="en-JM" sz="2000" spc="-1" strike="noStrike">
              <a:latin typeface="Arial"/>
            </a:endParaRPr>
          </a:p>
        </p:txBody>
      </p:sp>
      <p:sp>
        <p:nvSpPr>
          <p:cNvPr id="63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6CB50A0-CB76-4D95-8F3D-D52F112C29E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Img"/>
          </p:nvPr>
        </p:nvSpPr>
        <p:spPr>
          <a:xfrm>
            <a:off x="380880" y="685800"/>
            <a:ext cx="6095520" cy="3428640"/>
          </a:xfrm>
          <a:prstGeom prst="rect">
            <a:avLst/>
          </a:prstGeom>
          <a:ln w="0">
            <a:noFill/>
          </a:ln>
        </p:spPr>
      </p:sp>
      <p:sp>
        <p:nvSpPr>
          <p:cNvPr id="63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11.8 – </a:t>
            </a:r>
            <a:r>
              <a:rPr b="0" lang="en-CA" sz="2000" spc="-1" strike="noStrike">
                <a:latin typeface="Arial"/>
              </a:rPr>
              <a:t>VLSM</a:t>
            </a:r>
            <a:endParaRPr b="0" lang="en-JM" sz="2000" spc="-1" strike="noStrike">
              <a:latin typeface="Arial"/>
            </a:endParaRPr>
          </a:p>
          <a:p>
            <a:pPr marL="216000" indent="-216000">
              <a:lnSpc>
                <a:spcPct val="100000"/>
              </a:lnSpc>
              <a:buNone/>
            </a:pPr>
            <a:r>
              <a:rPr b="0" lang="en-US" sz="2000" spc="-1" strike="noStrike">
                <a:latin typeface="Arial"/>
              </a:rPr>
              <a:t>11.8.3 – IPv4 Address Conservation</a:t>
            </a:r>
            <a:endParaRPr b="0" lang="en-JM" sz="2000" spc="-1" strike="noStrike">
              <a:latin typeface="Arial"/>
            </a:endParaRPr>
          </a:p>
        </p:txBody>
      </p:sp>
      <p:sp>
        <p:nvSpPr>
          <p:cNvPr id="63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1BFCAB8-D85E-4FB9-BFE1-D4705F5F2FD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Img"/>
          </p:nvPr>
        </p:nvSpPr>
        <p:spPr>
          <a:xfrm>
            <a:off x="380880" y="685800"/>
            <a:ext cx="6095520" cy="3428640"/>
          </a:xfrm>
          <a:prstGeom prst="rect">
            <a:avLst/>
          </a:prstGeom>
          <a:ln w="0">
            <a:noFill/>
          </a:ln>
        </p:spPr>
      </p:sp>
      <p:sp>
        <p:nvSpPr>
          <p:cNvPr id="64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11.8 – </a:t>
            </a:r>
            <a:r>
              <a:rPr b="0" lang="en-CA" sz="2000" spc="-1" strike="noStrike">
                <a:latin typeface="Arial"/>
              </a:rPr>
              <a:t>VLSM</a:t>
            </a:r>
            <a:endParaRPr b="0" lang="en-JM" sz="2000" spc="-1" strike="noStrike">
              <a:latin typeface="Arial"/>
            </a:endParaRPr>
          </a:p>
          <a:p>
            <a:pPr marL="216000" indent="-216000">
              <a:lnSpc>
                <a:spcPct val="100000"/>
              </a:lnSpc>
              <a:buNone/>
            </a:pPr>
            <a:r>
              <a:rPr b="0" lang="en-US" sz="2000" spc="-1" strike="noStrike">
                <a:latin typeface="Arial"/>
              </a:rPr>
              <a:t>11.8.3 – IPv4 Address Conservation</a:t>
            </a:r>
            <a:endParaRPr b="0" lang="en-JM" sz="2000" spc="-1" strike="noStrike">
              <a:latin typeface="Arial"/>
            </a:endParaRPr>
          </a:p>
        </p:txBody>
      </p:sp>
      <p:sp>
        <p:nvSpPr>
          <p:cNvPr id="64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B49BD68-1C8D-4462-A7FC-C1DA14EACFE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Img"/>
          </p:nvPr>
        </p:nvSpPr>
        <p:spPr>
          <a:xfrm>
            <a:off x="380880" y="685800"/>
            <a:ext cx="6095520" cy="3428640"/>
          </a:xfrm>
          <a:prstGeom prst="rect">
            <a:avLst/>
          </a:prstGeom>
          <a:ln w="0">
            <a:noFill/>
          </a:ln>
        </p:spPr>
      </p:sp>
      <p:sp>
        <p:nvSpPr>
          <p:cNvPr id="64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11.8 – </a:t>
            </a:r>
            <a:r>
              <a:rPr b="0" lang="en-CA" sz="2000" spc="-1" strike="noStrike">
                <a:latin typeface="Arial"/>
              </a:rPr>
              <a:t>VLSM</a:t>
            </a:r>
            <a:endParaRPr b="0" lang="en-JM" sz="2000" spc="-1" strike="noStrike">
              <a:latin typeface="Arial"/>
            </a:endParaRPr>
          </a:p>
          <a:p>
            <a:pPr marL="216000" indent="-216000">
              <a:lnSpc>
                <a:spcPct val="100000"/>
              </a:lnSpc>
              <a:buNone/>
            </a:pPr>
            <a:r>
              <a:rPr b="0" lang="en-US" sz="2000" spc="-1" strike="noStrike">
                <a:latin typeface="Arial"/>
              </a:rPr>
              <a:t>11.8.4 – VLSM</a:t>
            </a:r>
            <a:endParaRPr b="0" lang="en-JM" sz="2000" spc="-1" strike="noStrike">
              <a:latin typeface="Arial"/>
            </a:endParaRPr>
          </a:p>
        </p:txBody>
      </p:sp>
      <p:sp>
        <p:nvSpPr>
          <p:cNvPr id="64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C190C49-6C99-4039-9020-BDB55500BB9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Img"/>
          </p:nvPr>
        </p:nvSpPr>
        <p:spPr>
          <a:xfrm>
            <a:off x="380880" y="685800"/>
            <a:ext cx="6095520" cy="3428640"/>
          </a:xfrm>
          <a:prstGeom prst="rect">
            <a:avLst/>
          </a:prstGeom>
          <a:ln w="0">
            <a:noFill/>
          </a:ln>
        </p:spPr>
      </p:sp>
      <p:sp>
        <p:nvSpPr>
          <p:cNvPr id="64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11.8 – </a:t>
            </a:r>
            <a:r>
              <a:rPr b="0" lang="en-CA" sz="2000" spc="-1" strike="noStrike">
                <a:latin typeface="Arial"/>
              </a:rPr>
              <a:t>VLSM</a:t>
            </a:r>
            <a:endParaRPr b="0" lang="en-JM" sz="2000" spc="-1" strike="noStrike">
              <a:latin typeface="Arial"/>
            </a:endParaRPr>
          </a:p>
          <a:p>
            <a:pPr marL="216000" indent="-216000">
              <a:lnSpc>
                <a:spcPct val="100000"/>
              </a:lnSpc>
              <a:buNone/>
            </a:pPr>
            <a:r>
              <a:rPr b="0" lang="en-US" sz="2000" spc="-1" strike="noStrike">
                <a:latin typeface="Arial"/>
              </a:rPr>
              <a:t>11.8.5 – VLSM Topology Address Assignment</a:t>
            </a:r>
            <a:endParaRPr b="0" lang="en-JM" sz="2000" spc="-1" strike="noStrike">
              <a:latin typeface="Arial"/>
            </a:endParaRPr>
          </a:p>
          <a:p>
            <a:pPr>
              <a:lnSpc>
                <a:spcPct val="100000"/>
              </a:lnSpc>
              <a:buNone/>
              <a:tabLst>
                <a:tab algn="l" pos="0"/>
              </a:tabLst>
            </a:pPr>
            <a:r>
              <a:rPr b="0" lang="en-US" sz="2000" spc="-1" strike="noStrike">
                <a:latin typeface="Arial"/>
              </a:rPr>
              <a:t>11.8.6 – </a:t>
            </a:r>
            <a:r>
              <a:rPr b="0" lang="en-CA" sz="1200" spc="-1" strike="noStrike">
                <a:solidFill>
                  <a:srgbClr val="000000"/>
                </a:solidFill>
                <a:latin typeface="+mn-lt"/>
                <a:ea typeface="+mn-ea"/>
              </a:rPr>
              <a:t>Activity - VLSM Practice</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
        <p:nvSpPr>
          <p:cNvPr id="64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F3B6DC2-5523-4EE7-B540-106ED787C50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sldImg"/>
          </p:nvPr>
        </p:nvSpPr>
        <p:spPr>
          <a:xfrm>
            <a:off x="380880" y="685800"/>
            <a:ext cx="6095520" cy="3428640"/>
          </a:xfrm>
          <a:prstGeom prst="rect">
            <a:avLst/>
          </a:prstGeom>
          <a:ln w="0">
            <a:noFill/>
          </a:ln>
        </p:spPr>
      </p:sp>
      <p:sp>
        <p:nvSpPr>
          <p:cNvPr id="64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11.9 – </a:t>
            </a:r>
            <a:r>
              <a:rPr b="0" lang="en-CA" sz="2000" spc="-1" strike="noStrike">
                <a:latin typeface="Arial"/>
              </a:rPr>
              <a:t>Structured Design</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5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8DAB28A-C30A-4F4A-B3A9-254EF4E29586}"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Img"/>
          </p:nvPr>
        </p:nvSpPr>
        <p:spPr>
          <a:xfrm>
            <a:off x="380880" y="685800"/>
            <a:ext cx="6095520" cy="3428640"/>
          </a:xfrm>
          <a:prstGeom prst="rect">
            <a:avLst/>
          </a:prstGeom>
          <a:ln w="0">
            <a:noFill/>
          </a:ln>
        </p:spPr>
      </p:sp>
      <p:sp>
        <p:nvSpPr>
          <p:cNvPr id="65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11.9 – </a:t>
            </a:r>
            <a:r>
              <a:rPr b="0" lang="en-CA" sz="2000" spc="-1" strike="noStrike">
                <a:latin typeface="Arial"/>
              </a:rPr>
              <a:t>Structured Design</a:t>
            </a:r>
            <a:endParaRPr b="0" lang="en-JM" sz="2000" spc="-1" strike="noStrike">
              <a:latin typeface="Arial"/>
            </a:endParaRPr>
          </a:p>
          <a:p>
            <a:pPr marL="216000" indent="-216000">
              <a:lnSpc>
                <a:spcPct val="100000"/>
              </a:lnSpc>
              <a:buNone/>
            </a:pPr>
            <a:r>
              <a:rPr b="0" lang="en-US" sz="2000" spc="-1" strike="noStrike">
                <a:latin typeface="Arial"/>
              </a:rPr>
              <a:t>11.9.1 – IPv4 Network Address Planning</a:t>
            </a:r>
            <a:endParaRPr b="0" lang="en-JM" sz="2000" spc="-1" strike="noStrike">
              <a:latin typeface="Arial"/>
            </a:endParaRPr>
          </a:p>
        </p:txBody>
      </p:sp>
      <p:sp>
        <p:nvSpPr>
          <p:cNvPr id="65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6E8B5D8-F4F6-4EFF-9873-AD59AA9DDCA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Img"/>
          </p:nvPr>
        </p:nvSpPr>
        <p:spPr>
          <a:xfrm>
            <a:off x="380880" y="685800"/>
            <a:ext cx="6095520" cy="3428640"/>
          </a:xfrm>
          <a:prstGeom prst="rect">
            <a:avLst/>
          </a:prstGeom>
          <a:ln w="0">
            <a:noFill/>
          </a:ln>
        </p:spPr>
      </p:sp>
      <p:sp>
        <p:nvSpPr>
          <p:cNvPr id="65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11.9 – </a:t>
            </a:r>
            <a:r>
              <a:rPr b="0" lang="en-CA" sz="2000" spc="-1" strike="noStrike">
                <a:latin typeface="Arial"/>
              </a:rPr>
              <a:t>Structured Design</a:t>
            </a:r>
            <a:endParaRPr b="0" lang="en-JM" sz="2000" spc="-1" strike="noStrike">
              <a:latin typeface="Arial"/>
            </a:endParaRPr>
          </a:p>
          <a:p>
            <a:pPr marL="216000" indent="-216000">
              <a:lnSpc>
                <a:spcPct val="100000"/>
              </a:lnSpc>
              <a:buNone/>
            </a:pPr>
            <a:r>
              <a:rPr b="0" lang="en-US" sz="2000" spc="-1" strike="noStrike">
                <a:latin typeface="Arial"/>
              </a:rPr>
              <a:t>11.9.2 – Device Address Assignment</a:t>
            </a:r>
            <a:endParaRPr b="0" lang="en-JM" sz="2000" spc="-1" strike="noStrike">
              <a:latin typeface="Arial"/>
            </a:endParaRPr>
          </a:p>
        </p:txBody>
      </p:sp>
      <p:sp>
        <p:nvSpPr>
          <p:cNvPr id="65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6ECC31D-3BB1-4395-812A-86E176A033ED}"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sldImg"/>
          </p:nvPr>
        </p:nvSpPr>
        <p:spPr>
          <a:xfrm>
            <a:off x="380880" y="685800"/>
            <a:ext cx="6095520" cy="3428640"/>
          </a:xfrm>
          <a:prstGeom prst="rect">
            <a:avLst/>
          </a:prstGeom>
          <a:ln w="0">
            <a:noFill/>
          </a:ln>
        </p:spPr>
      </p:sp>
      <p:sp>
        <p:nvSpPr>
          <p:cNvPr id="65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11.9 – </a:t>
            </a:r>
            <a:r>
              <a:rPr b="0" lang="en-CA" sz="2000" spc="-1" strike="noStrike">
                <a:latin typeface="Arial"/>
              </a:rPr>
              <a:t>Structured Design</a:t>
            </a:r>
            <a:endParaRPr b="0" lang="en-JM" sz="2000" spc="-1" strike="noStrike">
              <a:latin typeface="Arial"/>
            </a:endParaRPr>
          </a:p>
          <a:p>
            <a:pPr marL="216000" indent="-216000">
              <a:lnSpc>
                <a:spcPct val="100000"/>
              </a:lnSpc>
              <a:buNone/>
            </a:pPr>
            <a:r>
              <a:rPr b="0" lang="en-US" sz="2000" spc="-1" strike="noStrike">
                <a:latin typeface="Arial"/>
              </a:rPr>
              <a:t>11.9.3 – </a:t>
            </a:r>
            <a:r>
              <a:rPr b="0" lang="en-CA" sz="2000" spc="-1" strike="noStrike">
                <a:latin typeface="Arial"/>
              </a:rPr>
              <a:t>Packet Tracer – VLSM Design and Implementation Practice</a:t>
            </a:r>
            <a:endParaRPr b="0" lang="en-JM" sz="2000" spc="-1" strike="noStrike">
              <a:latin typeface="Arial"/>
            </a:endParaRPr>
          </a:p>
        </p:txBody>
      </p:sp>
      <p:sp>
        <p:nvSpPr>
          <p:cNvPr id="65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558014B-745E-44DE-B537-855A7A6BB49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Img"/>
          </p:nvPr>
        </p:nvSpPr>
        <p:spPr>
          <a:xfrm>
            <a:off x="380880" y="685800"/>
            <a:ext cx="6095520" cy="3428640"/>
          </a:xfrm>
          <a:prstGeom prst="rect">
            <a:avLst/>
          </a:prstGeom>
          <a:ln w="0">
            <a:noFill/>
          </a:ln>
        </p:spPr>
      </p:sp>
      <p:sp>
        <p:nvSpPr>
          <p:cNvPr id="66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11.10 Module Practice and Quiz</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6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74C48AC-1BCC-44DD-8A32-903ED90DDB8F}"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Img"/>
          </p:nvPr>
        </p:nvSpPr>
        <p:spPr>
          <a:xfrm>
            <a:off x="380880" y="685800"/>
            <a:ext cx="6095520" cy="3428640"/>
          </a:xfrm>
          <a:prstGeom prst="rect">
            <a:avLst/>
          </a:prstGeom>
          <a:ln w="0">
            <a:noFill/>
          </a:ln>
        </p:spPr>
      </p:sp>
      <p:sp>
        <p:nvSpPr>
          <p:cNvPr id="66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11.10 – </a:t>
            </a:r>
            <a:r>
              <a:rPr b="0" lang="en-CA" sz="2000" spc="-1" strike="noStrike">
                <a:latin typeface="Arial"/>
              </a:rPr>
              <a:t>Structured Design</a:t>
            </a:r>
            <a:endParaRPr b="0" lang="en-JM" sz="2000" spc="-1" strike="noStrike">
              <a:latin typeface="Arial"/>
            </a:endParaRPr>
          </a:p>
          <a:p>
            <a:pPr marL="216000" indent="-216000">
              <a:lnSpc>
                <a:spcPct val="100000"/>
              </a:lnSpc>
              <a:buNone/>
            </a:pPr>
            <a:r>
              <a:rPr b="0" lang="en-US" sz="2000" spc="-1" strike="noStrike">
                <a:latin typeface="Arial"/>
              </a:rPr>
              <a:t>11.10.1 – </a:t>
            </a:r>
            <a:r>
              <a:rPr b="0" lang="en-CA" sz="2000" spc="-1" strike="noStrike">
                <a:latin typeface="Arial"/>
              </a:rPr>
              <a:t>Packet Tracer – Design and Implement a VLSM Addressing Scheme</a:t>
            </a:r>
            <a:endParaRPr b="0" lang="en-JM" sz="2000" spc="-1" strike="noStrike">
              <a:latin typeface="Arial"/>
            </a:endParaRPr>
          </a:p>
        </p:txBody>
      </p:sp>
      <p:sp>
        <p:nvSpPr>
          <p:cNvPr id="66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C853CAC-7AD8-4354-B138-949DD109A44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sldImg"/>
          </p:nvPr>
        </p:nvSpPr>
        <p:spPr>
          <a:xfrm>
            <a:off x="380880" y="685800"/>
            <a:ext cx="6095520" cy="3428640"/>
          </a:xfrm>
          <a:prstGeom prst="rect">
            <a:avLst/>
          </a:prstGeom>
          <a:ln w="0">
            <a:noFill/>
          </a:ln>
        </p:spPr>
      </p:sp>
      <p:sp>
        <p:nvSpPr>
          <p:cNvPr id="66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11.10 – </a:t>
            </a:r>
            <a:r>
              <a:rPr b="0" lang="en-CA" sz="2000" spc="-1" strike="noStrike">
                <a:latin typeface="Arial"/>
              </a:rPr>
              <a:t>Structured Design</a:t>
            </a:r>
            <a:endParaRPr b="0" lang="en-JM" sz="2000" spc="-1" strike="noStrike">
              <a:latin typeface="Arial"/>
            </a:endParaRPr>
          </a:p>
          <a:p>
            <a:pPr marL="216000" indent="-216000">
              <a:lnSpc>
                <a:spcPct val="100000"/>
              </a:lnSpc>
              <a:buNone/>
            </a:pPr>
            <a:r>
              <a:rPr b="0" lang="en-US" sz="2000" spc="-1" strike="noStrike">
                <a:latin typeface="Arial"/>
              </a:rPr>
              <a:t>11.10.2 – </a:t>
            </a:r>
            <a:r>
              <a:rPr b="0" lang="en-CA" sz="2000" spc="-1" strike="noStrike">
                <a:latin typeface="Arial"/>
              </a:rPr>
              <a:t>Packet Tracer and Lab– Design and Implement a VLSM Addressing Scheme</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66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2643500-E700-4E6F-BB66-36ED89B61FF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44A5811-2EF1-4072-B584-DD35FEC0AEF7}"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70" name="PlaceHolder 2"/>
          <p:cNvSpPr>
            <a:spLocks noGrp="1"/>
          </p:cNvSpPr>
          <p:nvPr>
            <p:ph type="sldImg"/>
          </p:nvPr>
        </p:nvSpPr>
        <p:spPr>
          <a:xfrm>
            <a:off x="380880" y="685800"/>
            <a:ext cx="6095520" cy="3428640"/>
          </a:xfrm>
          <a:prstGeom prst="rect">
            <a:avLst/>
          </a:prstGeom>
          <a:ln w="0">
            <a:noFill/>
          </a:ln>
        </p:spPr>
      </p:sp>
      <p:sp>
        <p:nvSpPr>
          <p:cNvPr id="671"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11.10 – </a:t>
            </a:r>
            <a:r>
              <a:rPr b="0" lang="en-CA" sz="2000" spc="-1" strike="noStrike">
                <a:latin typeface="Arial"/>
              </a:rPr>
              <a:t>Structured Design</a:t>
            </a:r>
            <a:endParaRPr b="0" lang="en-JM" sz="2000" spc="-1" strike="noStrike">
              <a:latin typeface="Arial"/>
            </a:endParaRPr>
          </a:p>
          <a:p>
            <a:pPr marL="216000" indent="-216000">
              <a:lnSpc>
                <a:spcPct val="100000"/>
              </a:lnSpc>
              <a:buNone/>
            </a:pPr>
            <a:r>
              <a:rPr b="0" lang="en-US" sz="2000" spc="-1" strike="noStrike">
                <a:latin typeface="Arial"/>
              </a:rPr>
              <a:t>11.10.3 – What did I learn in this module?</a:t>
            </a:r>
            <a:endParaRPr b="0" lang="en-JM" sz="2000" spc="-1" strike="noStrike">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063D746-ED63-4A1C-922C-01EC3036F4AB}"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73" name="PlaceHolder 2"/>
          <p:cNvSpPr>
            <a:spLocks noGrp="1"/>
          </p:cNvSpPr>
          <p:nvPr>
            <p:ph type="sldImg"/>
          </p:nvPr>
        </p:nvSpPr>
        <p:spPr>
          <a:xfrm>
            <a:off x="380880" y="685800"/>
            <a:ext cx="6095520" cy="3428640"/>
          </a:xfrm>
          <a:prstGeom prst="rect">
            <a:avLst/>
          </a:prstGeom>
          <a:ln w="0">
            <a:noFill/>
          </a:ln>
        </p:spPr>
      </p:sp>
      <p:sp>
        <p:nvSpPr>
          <p:cNvPr id="674"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11 – IPv4 Addressing</a:t>
            </a:r>
            <a:endParaRPr b="0" lang="en-JM" sz="2000" spc="-1" strike="noStrike">
              <a:latin typeface="Arial"/>
            </a:endParaRPr>
          </a:p>
          <a:p>
            <a:pPr marL="216000" indent="-216000">
              <a:lnSpc>
                <a:spcPct val="100000"/>
              </a:lnSpc>
              <a:buNone/>
            </a:pPr>
            <a:r>
              <a:rPr b="0" lang="en-US" sz="2000" spc="-1" strike="noStrike">
                <a:latin typeface="Arial"/>
              </a:rPr>
              <a:t>11.10 – </a:t>
            </a:r>
            <a:r>
              <a:rPr b="0" lang="en-CA" sz="2000" spc="-1" strike="noStrike">
                <a:latin typeface="Arial"/>
              </a:rPr>
              <a:t>Structured Design</a:t>
            </a:r>
            <a:endParaRPr b="0" lang="en-JM" sz="2000" spc="-1" strike="noStrike">
              <a:latin typeface="Arial"/>
            </a:endParaRPr>
          </a:p>
          <a:p>
            <a:pPr marL="216000" indent="-216000">
              <a:lnSpc>
                <a:spcPct val="100000"/>
              </a:lnSpc>
              <a:buNone/>
            </a:pPr>
            <a:r>
              <a:rPr b="0" lang="en-US" sz="2000" spc="-1" strike="noStrike">
                <a:latin typeface="Arial"/>
              </a:rPr>
              <a:t>11.10.3 – What did I learn in this module? (Cont.)</a:t>
            </a:r>
            <a:endParaRPr b="0" lang="en-JM" sz="2000" spc="-1" strike="noStrike">
              <a:latin typeface="Arial"/>
            </a:endParaRPr>
          </a:p>
          <a:p>
            <a:pPr marL="216000" indent="-216000">
              <a:lnSpc>
                <a:spcPct val="100000"/>
              </a:lnSpc>
              <a:buNone/>
            </a:pPr>
            <a:r>
              <a:rPr b="0" lang="en-US" sz="2000" spc="-1" strike="noStrike">
                <a:latin typeface="Arial"/>
              </a:rPr>
              <a:t>11.10.4 – Module Quiz – IPv4 Addressing</a:t>
            </a:r>
            <a:endParaRPr b="0" lang="en-JM" sz="2000" spc="-1" strike="noStrike">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A8BF1C0-0E54-4ACE-95FD-CE92FCC21954}"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676" name="PlaceHolder 2"/>
          <p:cNvSpPr>
            <a:spLocks noGrp="1"/>
          </p:cNvSpPr>
          <p:nvPr>
            <p:ph type="sldImg"/>
          </p:nvPr>
        </p:nvSpPr>
        <p:spPr>
          <a:xfrm>
            <a:off x="380880" y="685800"/>
            <a:ext cx="6095520" cy="3428640"/>
          </a:xfrm>
          <a:prstGeom prst="rect">
            <a:avLst/>
          </a:prstGeom>
          <a:ln w="0">
            <a:noFill/>
          </a:ln>
        </p:spPr>
      </p:sp>
      <p:sp>
        <p:nvSpPr>
          <p:cNvPr id="677" name="PlaceHolder 3"/>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380880" y="685800"/>
            <a:ext cx="6095520" cy="3428640"/>
          </a:xfrm>
          <a:prstGeom prst="rect">
            <a:avLst/>
          </a:prstGeom>
          <a:ln w="0">
            <a:noFill/>
          </a:ln>
        </p:spPr>
      </p:sp>
      <p:sp>
        <p:nvSpPr>
          <p:cNvPr id="679"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68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49F5400-3037-4843-8FAB-52F8B4E2C828}" type="slidenum">
              <a:rPr b="0" lang="en-US" sz="1200" spc="-1" strike="noStrike">
                <a:latin typeface="Times New Roman"/>
              </a:rPr>
              <a:t>&lt;number&gt;</a:t>
            </a:fld>
            <a:endParaRPr b="0" lang="en-JM"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9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2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2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2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9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2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0"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2B49E63F-D702-4287-A6C4-5A706D7A63DC}" type="slidenum">
              <a:rPr b="0" lang="en-US" sz="600" spc="-1" strike="noStrike">
                <a:solidFill>
                  <a:srgbClr val="d9d9d9"/>
                </a:solidFill>
                <a:latin typeface="Arial"/>
              </a:rPr>
              <a:t>&lt;number&gt;</a:t>
            </a:fld>
            <a:endParaRPr b="0" lang="en-JM" sz="600" spc="-1" strike="noStrike">
              <a:latin typeface="Arial"/>
            </a:endParaRPr>
          </a:p>
        </p:txBody>
      </p:sp>
      <p:sp>
        <p:nvSpPr>
          <p:cNvPr id="1" name="Rectangle 4" hidden="1"/>
          <p:cNvSpPr/>
          <p:nvPr/>
        </p:nvSpPr>
        <p:spPr>
          <a:xfrm>
            <a:off x="5668200" y="4741920"/>
            <a:ext cx="285696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 name="Group 4"/>
          <p:cNvGrpSpPr/>
          <p:nvPr/>
        </p:nvGrpSpPr>
        <p:grpSpPr>
          <a:xfrm>
            <a:off x="507960" y="4715280"/>
            <a:ext cx="339840" cy="180360"/>
            <a:chOff x="507960" y="4715280"/>
            <a:chExt cx="339840" cy="180360"/>
          </a:xfrm>
        </p:grpSpPr>
        <p:sp>
          <p:nvSpPr>
            <p:cNvPr id="3"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4"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6"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7"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9"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0"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1"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2"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5"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6"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17" name="Picture 2" descr=""/>
          <p:cNvPicPr/>
          <p:nvPr/>
        </p:nvPicPr>
        <p:blipFill>
          <a:blip r:embed="rId2"/>
          <a:stretch/>
        </p:blipFill>
        <p:spPr>
          <a:xfrm>
            <a:off x="0" y="0"/>
            <a:ext cx="9143640" cy="5143320"/>
          </a:xfrm>
          <a:prstGeom prst="rect">
            <a:avLst/>
          </a:prstGeom>
          <a:ln w="0">
            <a:noFill/>
          </a:ln>
        </p:spPr>
      </p:pic>
      <p:sp>
        <p:nvSpPr>
          <p:cNvPr id="18" name="PlaceHolder 1"/>
          <p:cNvSpPr>
            <a:spLocks noGrp="1"/>
          </p:cNvSpPr>
          <p:nvPr>
            <p:ph type="body"/>
          </p:nvPr>
        </p:nvSpPr>
        <p:spPr>
          <a:xfrm>
            <a:off x="469440" y="404964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19" name="PlaceHolder 2"/>
          <p:cNvSpPr>
            <a:spLocks noGrp="1"/>
          </p:cNvSpPr>
          <p:nvPr>
            <p:ph type="body"/>
          </p:nvPr>
        </p:nvSpPr>
        <p:spPr>
          <a:xfrm>
            <a:off x="469440" y="428940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20" name="PlaceHolder 3"/>
          <p:cNvSpPr>
            <a:spLocks noGrp="1"/>
          </p:cNvSpPr>
          <p:nvPr>
            <p:ph type="body"/>
          </p:nvPr>
        </p:nvSpPr>
        <p:spPr>
          <a:xfrm>
            <a:off x="463320" y="2872080"/>
            <a:ext cx="5924880" cy="298800"/>
          </a:xfrm>
          <a:prstGeom prst="rect">
            <a:avLst/>
          </a:prstGeom>
          <a:noFill/>
          <a:ln w="0">
            <a:noFill/>
          </a:ln>
        </p:spPr>
        <p:txBody>
          <a:bodyPr anchor="t">
            <a:noAutofit/>
          </a:bodyPr>
          <a:p>
            <a:pPr>
              <a:lnSpc>
                <a:spcPct val="95000"/>
              </a:lnSpc>
              <a:spcBef>
                <a:spcPts val="1074"/>
              </a:spcBef>
              <a:buNone/>
              <a:tabLst>
                <a:tab algn="l" pos="0"/>
              </a:tabLst>
            </a:pPr>
            <a:r>
              <a:rPr b="0" lang="en-US" sz="2000" spc="-1" strike="noStrike">
                <a:solidFill>
                  <a:srgbClr val="81c569"/>
                </a:solidFill>
                <a:latin typeface="Arial"/>
                <a:ea typeface="ＭＳ Ｐゴシック"/>
              </a:rPr>
              <a:t>Click to edit Master text styles</a:t>
            </a:r>
            <a:endParaRPr b="0" lang="en-US" sz="2000" spc="-1" strike="noStrike">
              <a:solidFill>
                <a:srgbClr val="58585b"/>
              </a:solidFill>
              <a:latin typeface="Arial"/>
            </a:endParaRPr>
          </a:p>
        </p:txBody>
      </p:sp>
      <p:sp>
        <p:nvSpPr>
          <p:cNvPr id="21" name="PlaceHolder 4"/>
          <p:cNvSpPr>
            <a:spLocks noGrp="1"/>
          </p:cNvSpPr>
          <p:nvPr>
            <p:ph type="title"/>
          </p:nvPr>
        </p:nvSpPr>
        <p:spPr>
          <a:xfrm>
            <a:off x="425880" y="2300760"/>
            <a:ext cx="5955120" cy="64440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38c6f4"/>
                </a:solidFill>
                <a:latin typeface="Arial"/>
                <a:ea typeface="ＭＳ Ｐゴシック"/>
              </a:rPr>
              <a:t>Click to edit Master title style</a:t>
            </a:r>
            <a:endParaRPr b="0" lang="en-US" sz="3600" spc="-1" strike="noStrike">
              <a:solidFill>
                <a:srgbClr val="58585b"/>
              </a:solidFill>
              <a:latin typeface="Arial"/>
            </a:endParaRPr>
          </a:p>
        </p:txBody>
      </p:sp>
      <p:grpSp>
        <p:nvGrpSpPr>
          <p:cNvPr id="22" name="Group 4"/>
          <p:cNvGrpSpPr/>
          <p:nvPr/>
        </p:nvGrpSpPr>
        <p:grpSpPr>
          <a:xfrm>
            <a:off x="492120" y="395280"/>
            <a:ext cx="796680" cy="423360"/>
            <a:chOff x="492120" y="395280"/>
            <a:chExt cx="796680" cy="423360"/>
          </a:xfrm>
        </p:grpSpPr>
        <p:sp>
          <p:nvSpPr>
            <p:cNvPr id="23" name="Rectangle 5"/>
            <p:cNvSpPr/>
            <p:nvPr/>
          </p:nvSpPr>
          <p:spPr>
            <a:xfrm>
              <a:off x="717480" y="676440"/>
              <a:ext cx="34560" cy="139320"/>
            </a:xfrm>
            <a:prstGeom prst="rect">
              <a:avLst/>
            </a:prstGeom>
            <a:solidFill>
              <a:schemeClr val="accent5"/>
            </a:solidFill>
            <a:ln w="0">
              <a:noFill/>
            </a:ln>
          </p:spPr>
          <p:style>
            <a:lnRef idx="0"/>
            <a:fillRef idx="0"/>
            <a:effectRef idx="0"/>
            <a:fontRef idx="minor"/>
          </p:style>
        </p:sp>
        <p:sp>
          <p:nvSpPr>
            <p:cNvPr id="24" name="Freeform 6"/>
            <p:cNvSpPr/>
            <p:nvPr/>
          </p:nvSpPr>
          <p:spPr>
            <a:xfrm>
              <a:off x="928800" y="674640"/>
              <a:ext cx="104400" cy="1440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5" name="Freeform 7"/>
            <p:cNvSpPr/>
            <p:nvPr/>
          </p:nvSpPr>
          <p:spPr>
            <a:xfrm>
              <a:off x="563400" y="674640"/>
              <a:ext cx="105840" cy="1440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 name="Freeform 8"/>
            <p:cNvSpPr/>
            <p:nvPr/>
          </p:nvSpPr>
          <p:spPr>
            <a:xfrm>
              <a:off x="1071720" y="674640"/>
              <a:ext cx="144000" cy="1440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7" name="Freeform 9"/>
            <p:cNvSpPr/>
            <p:nvPr/>
          </p:nvSpPr>
          <p:spPr>
            <a:xfrm>
              <a:off x="798480" y="674640"/>
              <a:ext cx="95040" cy="1440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 name="Freeform 10"/>
            <p:cNvSpPr/>
            <p:nvPr/>
          </p:nvSpPr>
          <p:spPr>
            <a:xfrm>
              <a:off x="49212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9" name="Freeform 11"/>
            <p:cNvSpPr/>
            <p:nvPr/>
          </p:nvSpPr>
          <p:spPr>
            <a:xfrm>
              <a:off x="58752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0" name="Freeform 12"/>
            <p:cNvSpPr/>
            <p:nvPr/>
          </p:nvSpPr>
          <p:spPr>
            <a:xfrm>
              <a:off x="682560" y="395280"/>
              <a:ext cx="34560" cy="22032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1" name="Freeform 13"/>
            <p:cNvSpPr/>
            <p:nvPr/>
          </p:nvSpPr>
          <p:spPr>
            <a:xfrm>
              <a:off x="77796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2" name="Freeform 14"/>
            <p:cNvSpPr/>
            <p:nvPr/>
          </p:nvSpPr>
          <p:spPr>
            <a:xfrm>
              <a:off x="87300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3" name="Freeform 15"/>
            <p:cNvSpPr/>
            <p:nvPr/>
          </p:nvSpPr>
          <p:spPr>
            <a:xfrm>
              <a:off x="96840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4" name="Freeform 16"/>
            <p:cNvSpPr/>
            <p:nvPr/>
          </p:nvSpPr>
          <p:spPr>
            <a:xfrm>
              <a:off x="1063800" y="395280"/>
              <a:ext cx="34560" cy="22032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5" name="Freeform 17"/>
            <p:cNvSpPr/>
            <p:nvPr/>
          </p:nvSpPr>
          <p:spPr>
            <a:xfrm>
              <a:off x="115884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6" name="Freeform 18"/>
            <p:cNvSpPr/>
            <p:nvPr/>
          </p:nvSpPr>
          <p:spPr>
            <a:xfrm>
              <a:off x="1254240" y="509760"/>
              <a:ext cx="34560" cy="709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DFD28508-0632-4693-91EA-077FC7FA14C0}" type="slidenum">
              <a:rPr b="0" lang="en-US" sz="600" spc="-1" strike="noStrike">
                <a:solidFill>
                  <a:srgbClr val="d9d9d9"/>
                </a:solidFill>
                <a:latin typeface="Arial"/>
              </a:rPr>
              <a:t>&lt;number&gt;</a:t>
            </a:fld>
            <a:endParaRPr b="0" lang="en-JM" sz="600" spc="-1" strike="noStrike">
              <a:latin typeface="Arial"/>
            </a:endParaRPr>
          </a:p>
        </p:txBody>
      </p:sp>
      <p:sp>
        <p:nvSpPr>
          <p:cNvPr id="74" name="Rectangle 4"/>
          <p:cNvSpPr/>
          <p:nvPr/>
        </p:nvSpPr>
        <p:spPr>
          <a:xfrm>
            <a:off x="5668200" y="4741920"/>
            <a:ext cx="285696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75" name="Group 4"/>
          <p:cNvGrpSpPr/>
          <p:nvPr/>
        </p:nvGrpSpPr>
        <p:grpSpPr>
          <a:xfrm>
            <a:off x="507960" y="4715280"/>
            <a:ext cx="339840" cy="180360"/>
            <a:chOff x="507960" y="4715280"/>
            <a:chExt cx="339840" cy="180360"/>
          </a:xfrm>
        </p:grpSpPr>
        <p:sp>
          <p:nvSpPr>
            <p:cNvPr id="76"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77"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8"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9"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80"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1"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2"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3"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4"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5"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6"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7"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8"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9"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90" name="PlaceHolder 1"/>
          <p:cNvSpPr>
            <a:spLocks noGrp="1"/>
          </p:cNvSpPr>
          <p:nvPr>
            <p:ph type="sldNum"/>
          </p:nvPr>
        </p:nvSpPr>
        <p:spPr>
          <a:xfrm>
            <a:off x="8473320" y="4954320"/>
            <a:ext cx="676440" cy="189000"/>
          </a:xfrm>
          <a:prstGeom prst="rect">
            <a:avLst/>
          </a:prstGeom>
          <a:noFill/>
          <a:ln w="0">
            <a:noFill/>
          </a:ln>
        </p:spPr>
        <p:txBody>
          <a:bodyPr anchor="ctr">
            <a:noAutofit/>
          </a:bodyPr>
          <a:p>
            <a:pPr algn="r">
              <a:lnSpc>
                <a:spcPct val="100000"/>
              </a:lnSpc>
              <a:buNone/>
            </a:pPr>
            <a:fld id="{2B7A31B4-385D-414C-8EAA-E7DE21CCEB1E}" type="slidenum">
              <a:rPr b="0" lang="en-US" sz="530" spc="-1" strike="noStrike">
                <a:solidFill>
                  <a:srgbClr val="595959"/>
                </a:solidFill>
                <a:latin typeface="Arial"/>
                <a:ea typeface="ＭＳ Ｐゴシック"/>
              </a:rPr>
              <a:t>&lt;number&gt;</a:t>
            </a:fld>
            <a:endParaRPr b="0" lang="en-JM" sz="530" spc="-1" strike="noStrike">
              <a:latin typeface="Times New Roman"/>
            </a:endParaRPr>
          </a:p>
        </p:txBody>
      </p:sp>
      <p:sp>
        <p:nvSpPr>
          <p:cNvPr id="91" name="PlaceHolder 2"/>
          <p:cNvSpPr>
            <a:spLocks noGrp="1"/>
          </p:cNvSpPr>
          <p:nvPr>
            <p:ph type="body"/>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0" lang="en-US" sz="1500" spc="-1" strike="noStrike">
                <a:solidFill>
                  <a:srgbClr val="000000"/>
                </a:solidFill>
                <a:latin typeface="Arial"/>
                <a:ea typeface="ＭＳ Ｐゴシック"/>
              </a:rPr>
              <a:t>Click to edit Master text styles</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pPr>
            <a:r>
              <a:rPr b="0" lang="en-US" sz="1400" spc="-1" strike="noStrike">
                <a:solidFill>
                  <a:srgbClr val="000000"/>
                </a:solidFill>
                <a:latin typeface="Arial"/>
                <a:ea typeface="ＭＳ Ｐゴシック"/>
              </a:rPr>
              <a:t>Second level</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Third level</a:t>
            </a:r>
            <a:endParaRPr b="0" lang="en-US" sz="12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pPr>
            <a:r>
              <a:rPr b="0" lang="en-US" sz="1100" spc="-1" strike="noStrike">
                <a:solidFill>
                  <a:srgbClr val="000000"/>
                </a:solidFill>
                <a:latin typeface="Arial"/>
                <a:ea typeface="ＭＳ Ｐゴシック"/>
              </a:rPr>
              <a:t>Fourth level</a:t>
            </a:r>
            <a:endParaRPr b="0" lang="en-US" sz="1100" spc="-1" strike="noStrike">
              <a:solidFill>
                <a:srgbClr val="58585b"/>
              </a:solidFill>
              <a:latin typeface="Arial"/>
            </a:endParaRPr>
          </a:p>
        </p:txBody>
      </p:sp>
      <p:sp>
        <p:nvSpPr>
          <p:cNvPr id="92" name="PlaceHolder 3"/>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Click to edit Master title style</a:t>
            </a:r>
            <a:endParaRPr b="0" lang="en-US" sz="24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B043B5CA-76DD-4943-B517-A805FBE6AD58}" type="slidenum">
              <a:rPr b="0" lang="en-US" sz="600" spc="-1" strike="noStrike">
                <a:solidFill>
                  <a:srgbClr val="d9d9d9"/>
                </a:solidFill>
                <a:latin typeface="Arial"/>
              </a:rPr>
              <a:t>&lt;number&gt;</a:t>
            </a:fld>
            <a:endParaRPr b="0" lang="en-JM" sz="600" spc="-1" strike="noStrike">
              <a:latin typeface="Arial"/>
            </a:endParaRPr>
          </a:p>
        </p:txBody>
      </p:sp>
      <p:sp>
        <p:nvSpPr>
          <p:cNvPr id="130" name="Rectangle 4" hidden="1"/>
          <p:cNvSpPr/>
          <p:nvPr/>
        </p:nvSpPr>
        <p:spPr>
          <a:xfrm>
            <a:off x="5668200" y="4741920"/>
            <a:ext cx="285696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131" name="Group 4"/>
          <p:cNvGrpSpPr/>
          <p:nvPr/>
        </p:nvGrpSpPr>
        <p:grpSpPr>
          <a:xfrm>
            <a:off x="507960" y="4715280"/>
            <a:ext cx="339840" cy="180360"/>
            <a:chOff x="507960" y="4715280"/>
            <a:chExt cx="339840" cy="180360"/>
          </a:xfrm>
        </p:grpSpPr>
        <p:sp>
          <p:nvSpPr>
            <p:cNvPr id="132"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133"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4"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5"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136"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137"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8"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9"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0"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1"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42"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3"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4"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5"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146" name="Rectangle 6"/>
          <p:cNvSpPr/>
          <p:nvPr/>
        </p:nvSpPr>
        <p:spPr>
          <a:xfrm>
            <a:off x="0" y="0"/>
            <a:ext cx="9143640" cy="5142960"/>
          </a:xfrm>
          <a:prstGeom prst="rect">
            <a:avLst/>
          </a:prstGeom>
          <a:solidFill>
            <a:srgbClr val="00394f"/>
          </a:solidFill>
          <a:ln>
            <a:noFill/>
          </a:ln>
        </p:spPr>
        <p:style>
          <a:lnRef idx="2">
            <a:schemeClr val="accent1">
              <a:shade val="50000"/>
            </a:schemeClr>
          </a:lnRef>
          <a:fillRef idx="1">
            <a:schemeClr val="accent1"/>
          </a:fillRef>
          <a:effectRef idx="0">
            <a:schemeClr val="accent1"/>
          </a:effectRef>
          <a:fontRef idx="minor"/>
        </p:style>
      </p:sp>
      <p:sp>
        <p:nvSpPr>
          <p:cNvPr id="147" name="PlaceHolder 1"/>
          <p:cNvSpPr>
            <a:spLocks noGrp="1"/>
          </p:cNvSpPr>
          <p:nvPr>
            <p:ph type="title"/>
          </p:nvPr>
        </p:nvSpPr>
        <p:spPr>
          <a:xfrm>
            <a:off x="416520" y="915480"/>
            <a:ext cx="7597800" cy="256968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38c6f4"/>
                </a:solidFill>
                <a:latin typeface="Arial"/>
                <a:ea typeface="ＭＳ Ｐゴシック"/>
              </a:rPr>
              <a:t>Click to edit Master title style</a:t>
            </a:r>
            <a:endParaRPr b="0" lang="en-US" sz="4600" spc="-1" strike="noStrike">
              <a:solidFill>
                <a:srgbClr val="58585b"/>
              </a:solidFill>
              <a:latin typeface="Arial"/>
            </a:endParaRPr>
          </a:p>
        </p:txBody>
      </p:sp>
      <p:sp>
        <p:nvSpPr>
          <p:cNvPr id="148"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3938A968-3B38-45FE-8B51-2EBA66C913B3}" type="slidenum">
              <a:rPr b="0" lang="en-US" sz="600" spc="-1" strike="noStrike">
                <a:solidFill>
                  <a:srgbClr val="086d8e"/>
                </a:solidFill>
                <a:latin typeface="Arial"/>
              </a:rPr>
              <a:t>&lt;number&gt;</a:t>
            </a:fld>
            <a:endParaRPr b="0" lang="en-JM" sz="600" spc="-1" strike="noStrike">
              <a:latin typeface="Arial"/>
            </a:endParaRPr>
          </a:p>
        </p:txBody>
      </p:sp>
      <p:sp>
        <p:nvSpPr>
          <p:cNvPr id="149"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086d8e"/>
                </a:solidFill>
                <a:latin typeface="Arial"/>
              </a:rPr>
              <a:t>© 2016  Cisco and/or its affiliates. All rights reserved.   Cisco Confidential</a:t>
            </a:r>
            <a:endParaRPr b="0" lang="en-JM" sz="600" spc="-1" strike="noStrike">
              <a:latin typeface="Arial"/>
            </a:endParaRPr>
          </a:p>
        </p:txBody>
      </p:sp>
      <p:grpSp>
        <p:nvGrpSpPr>
          <p:cNvPr id="150" name="Group 4"/>
          <p:cNvGrpSpPr/>
          <p:nvPr/>
        </p:nvGrpSpPr>
        <p:grpSpPr>
          <a:xfrm>
            <a:off x="507960" y="4715280"/>
            <a:ext cx="339840" cy="180360"/>
            <a:chOff x="507960" y="4715280"/>
            <a:chExt cx="339840" cy="180360"/>
          </a:xfrm>
        </p:grpSpPr>
        <p:sp>
          <p:nvSpPr>
            <p:cNvPr id="151" name="Rectangle 5"/>
            <p:cNvSpPr/>
            <p:nvPr/>
          </p:nvSpPr>
          <p:spPr>
            <a:xfrm>
              <a:off x="604440" y="4835160"/>
              <a:ext cx="14400" cy="59400"/>
            </a:xfrm>
            <a:prstGeom prst="rect">
              <a:avLst/>
            </a:prstGeom>
            <a:solidFill>
              <a:srgbClr val="086d8e"/>
            </a:solidFill>
            <a:ln w="0">
              <a:noFill/>
            </a:ln>
          </p:spPr>
          <p:style>
            <a:lnRef idx="0"/>
            <a:fillRef idx="0"/>
            <a:effectRef idx="0"/>
            <a:fontRef idx="minor"/>
          </p:style>
        </p:sp>
        <p:sp>
          <p:nvSpPr>
            <p:cNvPr id="152"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3"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4"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w="0">
              <a:noFill/>
            </a:ln>
          </p:spPr>
          <p:style>
            <a:lnRef idx="0"/>
            <a:fillRef idx="0"/>
            <a:effectRef idx="0"/>
            <a:fontRef idx="minor"/>
          </p:style>
        </p:sp>
        <p:sp>
          <p:nvSpPr>
            <p:cNvPr id="155"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w="0">
              <a:noFill/>
            </a:ln>
          </p:spPr>
          <p:style>
            <a:lnRef idx="0"/>
            <a:fillRef idx="0"/>
            <a:effectRef idx="0"/>
            <a:fontRef idx="minor"/>
          </p:style>
        </p:sp>
        <p:sp>
          <p:nvSpPr>
            <p:cNvPr id="156"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57"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58"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59"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0"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61"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2"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63"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4"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w="0">
              <a:noFill/>
            </a:ln>
          </p:spPr>
          <p:style>
            <a:lnRef idx="0"/>
            <a:fillRef idx="0"/>
            <a:effectRef idx="0"/>
            <a:fontRef idx="minor"/>
          </p:style>
        </p:sp>
      </p:grpSp>
      <p:sp>
        <p:nvSpPr>
          <p:cNvPr id="16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CFBCF8FD-D1B4-4E47-8D55-B7797FBA02EC}" type="slidenum">
              <a:rPr b="0" lang="en-US" sz="600" spc="-1" strike="noStrike">
                <a:solidFill>
                  <a:srgbClr val="d9d9d9"/>
                </a:solidFill>
                <a:latin typeface="Arial"/>
              </a:rPr>
              <a:t>&lt;number&gt;</a:t>
            </a:fld>
            <a:endParaRPr b="0" lang="en-JM" sz="600" spc="-1" strike="noStrike">
              <a:latin typeface="Arial"/>
            </a:endParaRPr>
          </a:p>
        </p:txBody>
      </p:sp>
      <p:sp>
        <p:nvSpPr>
          <p:cNvPr id="203" name="Rectangle 4"/>
          <p:cNvSpPr/>
          <p:nvPr/>
        </p:nvSpPr>
        <p:spPr>
          <a:xfrm>
            <a:off x="5668200" y="4741920"/>
            <a:ext cx="285696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04" name="Group 4"/>
          <p:cNvGrpSpPr/>
          <p:nvPr/>
        </p:nvGrpSpPr>
        <p:grpSpPr>
          <a:xfrm>
            <a:off x="507960" y="4715280"/>
            <a:ext cx="339840" cy="180360"/>
            <a:chOff x="507960" y="4715280"/>
            <a:chExt cx="339840" cy="180360"/>
          </a:xfrm>
        </p:grpSpPr>
        <p:sp>
          <p:nvSpPr>
            <p:cNvPr id="205"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06"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7"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8"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09"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10"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1"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2"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3"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4"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5"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6"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7"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8"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19" name="PlaceHolder 1"/>
          <p:cNvSpPr>
            <a:spLocks noGrp="1"/>
          </p:cNvSpPr>
          <p:nvPr>
            <p:ph type="body"/>
          </p:nvPr>
        </p:nvSpPr>
        <p:spPr>
          <a:xfrm>
            <a:off x="474840" y="1347840"/>
            <a:ext cx="8279640" cy="3073680"/>
          </a:xfrm>
          <a:prstGeom prst="rect">
            <a:avLst/>
          </a:prstGeom>
          <a:noFill/>
          <a:ln w="0">
            <a:noFill/>
          </a:ln>
        </p:spPr>
        <p:txBody>
          <a:bodyPr anchor="t">
            <a:noAutofit/>
          </a:bodyPr>
          <a:p>
            <a:pPr marL="285840" indent="-285840" algn="ctr">
              <a:lnSpc>
                <a:spcPct val="100000"/>
              </a:lnSpc>
              <a:spcBef>
                <a:spcPts val="400"/>
              </a:spcBef>
              <a:buNone/>
              <a:tabLst>
                <a:tab algn="l" pos="0"/>
              </a:tabLst>
            </a:pPr>
            <a:r>
              <a:rPr b="0" lang="en-US" sz="2000" spc="-1" strike="noStrike">
                <a:solidFill>
                  <a:srgbClr val="ffffff"/>
                </a:solidFill>
                <a:latin typeface="Arial"/>
                <a:ea typeface="ＭＳ Ｐゴシック"/>
              </a:rPr>
              <a:t>Click to edit Master text styles</a:t>
            </a:r>
            <a:endParaRPr b="0" lang="en-US" sz="2000" spc="-1" strike="noStrike">
              <a:solidFill>
                <a:srgbClr val="58585b"/>
              </a:solidFill>
              <a:latin typeface="Arial"/>
            </a:endParaRPr>
          </a:p>
        </p:txBody>
      </p:sp>
      <p:sp>
        <p:nvSpPr>
          <p:cNvPr id="220" name="PlaceHolder 2"/>
          <p:cNvSpPr>
            <a:spLocks noGrp="1"/>
          </p:cNvSpPr>
          <p:nvPr>
            <p:ph type="title"/>
          </p:nvPr>
        </p:nvSpPr>
        <p:spPr>
          <a:xfrm>
            <a:off x="437760" y="341280"/>
            <a:ext cx="8345160" cy="731520"/>
          </a:xfrm>
          <a:prstGeom prst="rect">
            <a:avLst/>
          </a:prstGeom>
          <a:noFill/>
          <a:ln w="0">
            <a:noFill/>
          </a:ln>
        </p:spPr>
        <p:txBody>
          <a:bodyPr numCol="1" spcCol="0" anchor="ctr">
            <a:noAutofit/>
          </a:bodyPr>
          <a:p>
            <a:pPr>
              <a:lnSpc>
                <a:spcPct val="80000"/>
              </a:lnSpc>
              <a:buNone/>
            </a:pPr>
            <a:r>
              <a:rPr b="0" lang="en-US" sz="3200" spc="-1" strike="noStrike">
                <a:solidFill>
                  <a:srgbClr val="004c69"/>
                </a:solidFill>
                <a:latin typeface="Arial"/>
                <a:ea typeface="ＭＳ Ｐゴシック"/>
              </a:rPr>
              <a:t>Click to edit Master title style</a:t>
            </a:r>
            <a:endParaRPr b="0" lang="en-US" sz="32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257"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382117FB-F080-41F4-BE3E-3CE4F096B120}" type="slidenum">
              <a:rPr b="0" lang="en-US" sz="600" spc="-1" strike="noStrike">
                <a:solidFill>
                  <a:srgbClr val="d9d9d9"/>
                </a:solidFill>
                <a:latin typeface="Arial"/>
              </a:rPr>
              <a:t>&lt;number&gt;</a:t>
            </a:fld>
            <a:endParaRPr b="0" lang="en-JM" sz="600" spc="-1" strike="noStrike">
              <a:latin typeface="Arial"/>
            </a:endParaRPr>
          </a:p>
        </p:txBody>
      </p:sp>
      <p:sp>
        <p:nvSpPr>
          <p:cNvPr id="258" name="Rectangle 4" hidden="1"/>
          <p:cNvSpPr/>
          <p:nvPr/>
        </p:nvSpPr>
        <p:spPr>
          <a:xfrm>
            <a:off x="5668200" y="4741920"/>
            <a:ext cx="285696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2021  Cisco and/or its affiliates. All rights reserved.   Cisco Confidential</a:t>
            </a:r>
            <a:endParaRPr b="0" lang="en-JM" sz="600" spc="-1" strike="noStrike">
              <a:latin typeface="Arial"/>
            </a:endParaRPr>
          </a:p>
        </p:txBody>
      </p:sp>
      <p:grpSp>
        <p:nvGrpSpPr>
          <p:cNvPr id="259" name="Group 4"/>
          <p:cNvGrpSpPr/>
          <p:nvPr/>
        </p:nvGrpSpPr>
        <p:grpSpPr>
          <a:xfrm>
            <a:off x="507960" y="4715280"/>
            <a:ext cx="339840" cy="180360"/>
            <a:chOff x="507960" y="4715280"/>
            <a:chExt cx="339840" cy="180360"/>
          </a:xfrm>
        </p:grpSpPr>
        <p:sp>
          <p:nvSpPr>
            <p:cNvPr id="260"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61"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2"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3"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64"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65"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66"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7"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68"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9"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70"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1"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72"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3"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274" name="Picture 1" descr=""/>
          <p:cNvPicPr/>
          <p:nvPr/>
        </p:nvPicPr>
        <p:blipFill>
          <a:blip r:embed="rId2"/>
          <a:stretch/>
        </p:blipFill>
        <p:spPr>
          <a:xfrm>
            <a:off x="0" y="0"/>
            <a:ext cx="9143640" cy="5165640"/>
          </a:xfrm>
          <a:prstGeom prst="rect">
            <a:avLst/>
          </a:prstGeom>
          <a:ln w="0">
            <a:noFill/>
          </a:ln>
        </p:spPr>
      </p:pic>
      <p:grpSp>
        <p:nvGrpSpPr>
          <p:cNvPr id="275" name="Group 4"/>
          <p:cNvGrpSpPr/>
          <p:nvPr/>
        </p:nvGrpSpPr>
        <p:grpSpPr>
          <a:xfrm>
            <a:off x="3746160" y="2129760"/>
            <a:ext cx="1617840" cy="860400"/>
            <a:chOff x="3746160" y="2129760"/>
            <a:chExt cx="1617840" cy="860400"/>
          </a:xfrm>
        </p:grpSpPr>
        <p:sp>
          <p:nvSpPr>
            <p:cNvPr id="276" name="Rectangle 5"/>
            <p:cNvSpPr/>
            <p:nvPr/>
          </p:nvSpPr>
          <p:spPr>
            <a:xfrm>
              <a:off x="4204080" y="2700360"/>
              <a:ext cx="70560" cy="283320"/>
            </a:xfrm>
            <a:prstGeom prst="rect">
              <a:avLst/>
            </a:prstGeom>
            <a:solidFill>
              <a:schemeClr val="accent5"/>
            </a:solidFill>
            <a:ln w="0">
              <a:noFill/>
            </a:ln>
          </p:spPr>
          <p:style>
            <a:lnRef idx="0"/>
            <a:fillRef idx="0"/>
            <a:effectRef idx="0"/>
            <a:fontRef idx="minor"/>
          </p:style>
        </p:sp>
        <p:sp>
          <p:nvSpPr>
            <p:cNvPr id="277" name="Freeform 6"/>
            <p:cNvSpPr/>
            <p:nvPr/>
          </p:nvSpPr>
          <p:spPr>
            <a:xfrm>
              <a:off x="4632480" y="2697120"/>
              <a:ext cx="212400" cy="29304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8" name="Freeform 7"/>
            <p:cNvSpPr/>
            <p:nvPr/>
          </p:nvSpPr>
          <p:spPr>
            <a:xfrm>
              <a:off x="3891240" y="2697120"/>
              <a:ext cx="215640" cy="29304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9" name="Freeform 8"/>
            <p:cNvSpPr/>
            <p:nvPr/>
          </p:nvSpPr>
          <p:spPr>
            <a:xfrm>
              <a:off x="4922640" y="2697120"/>
              <a:ext cx="293040" cy="29304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80" name="Freeform 9"/>
            <p:cNvSpPr/>
            <p:nvPr/>
          </p:nvSpPr>
          <p:spPr>
            <a:xfrm>
              <a:off x="4368240" y="2697120"/>
              <a:ext cx="192960" cy="29304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1" name="Freeform 10"/>
            <p:cNvSpPr/>
            <p:nvPr/>
          </p:nvSpPr>
          <p:spPr>
            <a:xfrm>
              <a:off x="374616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2" name="Freeform 11"/>
            <p:cNvSpPr/>
            <p:nvPr/>
          </p:nvSpPr>
          <p:spPr>
            <a:xfrm>
              <a:off x="393984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3" name="Freeform 12"/>
            <p:cNvSpPr/>
            <p:nvPr/>
          </p:nvSpPr>
          <p:spPr>
            <a:xfrm>
              <a:off x="4133160" y="2129760"/>
              <a:ext cx="70560" cy="44748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4" name="Freeform 13"/>
            <p:cNvSpPr/>
            <p:nvPr/>
          </p:nvSpPr>
          <p:spPr>
            <a:xfrm>
              <a:off x="432648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5" name="Freeform 14"/>
            <p:cNvSpPr/>
            <p:nvPr/>
          </p:nvSpPr>
          <p:spPr>
            <a:xfrm>
              <a:off x="451980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6" name="Freeform 15"/>
            <p:cNvSpPr/>
            <p:nvPr/>
          </p:nvSpPr>
          <p:spPr>
            <a:xfrm>
              <a:off x="4713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7" name="Freeform 16"/>
            <p:cNvSpPr/>
            <p:nvPr/>
          </p:nvSpPr>
          <p:spPr>
            <a:xfrm>
              <a:off x="4906440" y="2129760"/>
              <a:ext cx="70560" cy="44748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8" name="Freeform 17"/>
            <p:cNvSpPr/>
            <p:nvPr/>
          </p:nvSpPr>
          <p:spPr>
            <a:xfrm>
              <a:off x="5100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9" name="Freeform 18"/>
            <p:cNvSpPr/>
            <p:nvPr/>
          </p:nvSpPr>
          <p:spPr>
            <a:xfrm>
              <a:off x="5293440" y="2361960"/>
              <a:ext cx="70560" cy="1447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3200" spc="-1" strike="noStrike">
                <a:solidFill>
                  <a:srgbClr val="58585b"/>
                </a:solidFill>
                <a:latin typeface="Arial"/>
              </a:rPr>
              <a:t>Click to edit the title text format</a:t>
            </a:r>
            <a:endParaRPr b="0" lang="en-US" sz="3200" spc="-1" strike="noStrike">
              <a:solidFill>
                <a:srgbClr val="58585b"/>
              </a:solidFill>
              <a:latin typeface="Arial"/>
            </a:endParaRPr>
          </a:p>
        </p:txBody>
      </p:sp>
      <p:sp>
        <p:nvSpPr>
          <p:cNvPr id="29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7.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7.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7.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37.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37.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7.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37.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7.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37.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7.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7.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37.xml"/><Relationship Id="rId4"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37.xml"/><Relationship Id="rId5"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37.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37.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37.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37.xml"/><Relationship Id="rId4"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37.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37.xml"/><Relationship Id="rId4"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7.xml"/><Relationship Id="rId4"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37.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469440" y="2316600"/>
            <a:ext cx="6658200" cy="1079640"/>
          </a:xfrm>
          <a:prstGeom prst="rect">
            <a:avLst/>
          </a:prstGeom>
          <a:noFill/>
          <a:ln w="0">
            <a:noFill/>
          </a:ln>
        </p:spPr>
        <p:txBody>
          <a:bodyPr numCol="1" spcCol="0" anchor="b">
            <a:noAutofit/>
          </a:bodyPr>
          <a:p>
            <a:pPr>
              <a:lnSpc>
                <a:spcPct val="90000"/>
              </a:lnSpc>
              <a:buNone/>
              <a:tabLst>
                <a:tab algn="l" pos="0"/>
              </a:tabLst>
            </a:pPr>
            <a:r>
              <a:rPr b="0" lang="en-US" sz="4400" spc="-1" strike="noStrike">
                <a:solidFill>
                  <a:srgbClr val="afe8fb"/>
                </a:solidFill>
                <a:latin typeface="Arial"/>
                <a:ea typeface="ＭＳ Ｐゴシック"/>
              </a:rPr>
              <a:t>Module 11: IPv4 Addressing</a:t>
            </a:r>
            <a:endParaRPr b="0" lang="en-US" sz="4400" spc="-1" strike="noStrike">
              <a:solidFill>
                <a:srgbClr val="58585b"/>
              </a:solidFill>
              <a:latin typeface="Arial"/>
            </a:endParaRPr>
          </a:p>
        </p:txBody>
      </p:sp>
      <p:sp>
        <p:nvSpPr>
          <p:cNvPr id="335" name="PlaceHolder 2"/>
          <p:cNvSpPr>
            <a:spLocks noGrp="1"/>
          </p:cNvSpPr>
          <p:nvPr>
            <p:ph type="subTitle"/>
          </p:nvPr>
        </p:nvSpPr>
        <p:spPr>
          <a:xfrm>
            <a:off x="469440" y="3809520"/>
            <a:ext cx="2368440" cy="901800"/>
          </a:xfrm>
          <a:prstGeom prst="rect">
            <a:avLst/>
          </a:prstGeom>
          <a:noFill/>
          <a:ln w="0">
            <a:noFill/>
          </a:ln>
        </p:spPr>
        <p:txBody>
          <a:bodyPr anchor="b">
            <a:noAutofit/>
          </a:bodyPr>
          <a:p>
            <a:pPr>
              <a:lnSpc>
                <a:spcPct val="100000"/>
              </a:lnSpc>
              <a:buNone/>
              <a:tabLst>
                <a:tab algn="l" pos="0"/>
              </a:tabLst>
            </a:pPr>
            <a:r>
              <a:rPr b="0" lang="en-US" sz="1200" spc="-1" strike="noStrike">
                <a:solidFill>
                  <a:srgbClr val="afe8fb"/>
                </a:solidFill>
                <a:latin typeface="Arial"/>
              </a:rPr>
              <a:t>Introduction to Networks v7.0 (ITN)</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a:t>
            </a:r>
            <a:endParaRPr b="0" lang="en-US" sz="2400" spc="-1" strike="noStrike">
              <a:solidFill>
                <a:srgbClr val="58585b"/>
              </a:solidFill>
              <a:latin typeface="Arial"/>
            </a:endParaRPr>
          </a:p>
        </p:txBody>
      </p:sp>
      <p:sp>
        <p:nvSpPr>
          <p:cNvPr id="337" name="Rectangle 1"/>
          <p:cNvSpPr/>
          <p:nvPr/>
        </p:nvSpPr>
        <p:spPr>
          <a:xfrm>
            <a:off x="169560" y="774000"/>
            <a:ext cx="8804160" cy="822240"/>
          </a:xfrm>
          <a:prstGeom prst="rect">
            <a:avLst/>
          </a:prstGeom>
          <a:noFill/>
          <a:ln w="0">
            <a:noFill/>
          </a:ln>
        </p:spPr>
        <p:style>
          <a:lnRef idx="0"/>
          <a:fillRef idx="0"/>
          <a:effectRef idx="0"/>
          <a:fontRef idx="minor"/>
        </p:style>
        <p:txBody>
          <a:bodyPr numCol="1" spcCol="0" anchor="ctr">
            <a:spAutoFit/>
          </a:bodyPr>
          <a:p>
            <a:pPr>
              <a:lnSpc>
                <a:spcPct val="100000"/>
              </a:lnSpc>
              <a:buNone/>
              <a:tabLst>
                <a:tab algn="l" pos="0"/>
              </a:tabLst>
            </a:pPr>
            <a:r>
              <a:rPr b="1" lang="en-US" sz="1600" spc="-1" strike="noStrike">
                <a:solidFill>
                  <a:srgbClr val="58585b"/>
                </a:solidFill>
                <a:latin typeface="Arial"/>
                <a:ea typeface="Calibri"/>
              </a:rPr>
              <a:t>Module Title: </a:t>
            </a:r>
            <a:r>
              <a:rPr b="0" lang="en-US" sz="1600" spc="-1" strike="noStrike">
                <a:solidFill>
                  <a:srgbClr val="58585b"/>
                </a:solidFill>
                <a:latin typeface="Arial"/>
                <a:ea typeface="Calibri"/>
              </a:rPr>
              <a:t>IPv4 Addressing</a:t>
            </a:r>
            <a:endParaRPr b="0" lang="en-JM" sz="1600" spc="-1" strike="noStrike">
              <a:latin typeface="Arial"/>
            </a:endParaRPr>
          </a:p>
          <a:p>
            <a:pPr>
              <a:lnSpc>
                <a:spcPct val="100000"/>
              </a:lnSpc>
              <a:buNone/>
              <a:tabLst>
                <a:tab algn="l" pos="0"/>
              </a:tabLst>
            </a:pPr>
            <a:endParaRPr b="0" lang="en-JM" sz="1600" spc="-1" strike="noStrike">
              <a:latin typeface="Arial"/>
            </a:endParaRPr>
          </a:p>
          <a:p>
            <a:pPr>
              <a:lnSpc>
                <a:spcPct val="100000"/>
              </a:lnSpc>
              <a:buNone/>
              <a:tabLst>
                <a:tab algn="l" pos="0"/>
              </a:tabLst>
            </a:pPr>
            <a:r>
              <a:rPr b="1" lang="en-US" sz="1600" spc="-1" strike="noStrike">
                <a:solidFill>
                  <a:srgbClr val="58585b"/>
                </a:solidFill>
                <a:latin typeface="Arial"/>
                <a:ea typeface="Calibri"/>
              </a:rPr>
              <a:t>Module Objective</a:t>
            </a:r>
            <a:r>
              <a:rPr b="0" lang="en-US" sz="1600" spc="-1" strike="noStrike">
                <a:solidFill>
                  <a:srgbClr val="58585b"/>
                </a:solidFill>
                <a:latin typeface="Arial"/>
                <a:ea typeface="Calibri"/>
              </a:rPr>
              <a:t>: </a:t>
            </a:r>
            <a:r>
              <a:rPr b="0" lang="en-CA" sz="1600" spc="-1" strike="noStrike">
                <a:solidFill>
                  <a:srgbClr val="58585b"/>
                </a:solidFill>
                <a:latin typeface="Arial"/>
                <a:ea typeface="Calibri"/>
              </a:rPr>
              <a:t>Calculate an IPv4 subnetting scheme to efficiently segment your network.</a:t>
            </a:r>
            <a:endParaRPr b="0" lang="en-JM" sz="1600" spc="-1" strike="noStrike">
              <a:latin typeface="Arial"/>
            </a:endParaRPr>
          </a:p>
        </p:txBody>
      </p:sp>
      <p:graphicFrame>
        <p:nvGraphicFramePr>
          <p:cNvPr id="338" name="Table 1"/>
          <p:cNvGraphicFramePr/>
          <p:nvPr/>
        </p:nvGraphicFramePr>
        <p:xfrm>
          <a:off x="396000" y="1620000"/>
          <a:ext cx="8328600" cy="2308680"/>
        </p:xfrm>
        <a:graphic>
          <a:graphicData uri="http://schemas.openxmlformats.org/drawingml/2006/table">
            <a:tbl>
              <a:tblPr/>
              <a:tblGrid>
                <a:gridCol w="4119840"/>
                <a:gridCol w="4208760"/>
              </a:tblGrid>
              <a:tr h="228240">
                <a:tc>
                  <a:txBody>
                    <a:bodyPr lIns="68400" rIns="68400" tIns="0" bIns="0" anchor="t">
                      <a:noAutofit/>
                    </a:bodyPr>
                    <a:p>
                      <a:pPr>
                        <a:lnSpc>
                          <a:spcPct val="107000"/>
                        </a:lnSpc>
                        <a:buNone/>
                      </a:pPr>
                      <a:r>
                        <a:rPr b="1" lang="en-US" sz="1400" spc="-1" strike="noStrike">
                          <a:solidFill>
                            <a:srgbClr val="ffffff"/>
                          </a:solidFill>
                          <a:latin typeface="Arial"/>
                        </a:rPr>
                        <a:t>Topic Title</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68400" rIns="68400" tIns="0" bIns="0" anchor="t">
                      <a:noAutofit/>
                    </a:bodyPr>
                    <a:p>
                      <a:pPr>
                        <a:lnSpc>
                          <a:spcPct val="107000"/>
                        </a:lnSpc>
                        <a:buNone/>
                      </a:pPr>
                      <a:r>
                        <a:rPr b="1" lang="en-US" sz="1400" spc="-1" strike="noStrike">
                          <a:solidFill>
                            <a:srgbClr val="ffffff"/>
                          </a:solidFill>
                          <a:latin typeface="Arial"/>
                        </a:rPr>
                        <a:t>Topic Objective</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684000">
                <a:tc>
                  <a:txBody>
                    <a:bodyPr lIns="68400" rIns="68400" tIns="0" bIns="0" anchor="t">
                      <a:noAutofit/>
                    </a:bodyPr>
                    <a:p>
                      <a:pPr>
                        <a:lnSpc>
                          <a:spcPct val="107000"/>
                        </a:lnSpc>
                        <a:buNone/>
                      </a:pPr>
                      <a:r>
                        <a:rPr b="1" lang="en-US" sz="1400" spc="-1" strike="noStrike">
                          <a:solidFill>
                            <a:srgbClr val="ffffff"/>
                          </a:solidFill>
                          <a:latin typeface="Arial"/>
                          <a:ea typeface="Calibri"/>
                        </a:rPr>
                        <a:t>IPv4 Address Structure</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CA" sz="1400" spc="-1" strike="noStrike">
                          <a:solidFill>
                            <a:srgbClr val="000000"/>
                          </a:solidFill>
                          <a:latin typeface="Arial"/>
                        </a:rPr>
                        <a:t>Describe the structure of an IPv4 address including the network portion, the host portion, and the subnet mask.</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56120">
                <a:tc>
                  <a:txBody>
                    <a:bodyPr lIns="68400" rIns="68400" tIns="0" bIns="0" anchor="t">
                      <a:noAutofit/>
                    </a:bodyPr>
                    <a:p>
                      <a:pPr>
                        <a:lnSpc>
                          <a:spcPct val="107000"/>
                        </a:lnSpc>
                        <a:buNone/>
                      </a:pPr>
                      <a:r>
                        <a:rPr b="1" lang="en-CA" sz="1400" spc="-1" strike="noStrike">
                          <a:solidFill>
                            <a:srgbClr val="ffffff"/>
                          </a:solidFill>
                          <a:latin typeface="Arial"/>
                          <a:ea typeface="Calibri"/>
                        </a:rPr>
                        <a:t>IPv4 Unicast, Broadcast, and Multicast</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CA" sz="1400" spc="-1" strike="noStrike">
                          <a:solidFill>
                            <a:srgbClr val="000000"/>
                          </a:solidFill>
                          <a:latin typeface="Arial"/>
                        </a:rPr>
                        <a:t>Compare the characteristics and uses of the unicast, broadcast and multicast IPv4 addresses.</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56120">
                <a:tc>
                  <a:txBody>
                    <a:bodyPr lIns="68400" rIns="68400" tIns="0" bIns="0" anchor="t">
                      <a:noAutofit/>
                    </a:bodyPr>
                    <a:p>
                      <a:pPr>
                        <a:lnSpc>
                          <a:spcPct val="107000"/>
                        </a:lnSpc>
                        <a:buNone/>
                      </a:pPr>
                      <a:r>
                        <a:rPr b="1" lang="en-US" sz="1400" spc="-1" strike="noStrike">
                          <a:solidFill>
                            <a:srgbClr val="ffffff"/>
                          </a:solidFill>
                          <a:latin typeface="Arial"/>
                          <a:ea typeface="Calibri"/>
                        </a:rPr>
                        <a:t>Types of IPv4 Addresses</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CA" sz="1400" spc="-1" strike="noStrike">
                          <a:solidFill>
                            <a:srgbClr val="000000"/>
                          </a:solidFill>
                          <a:latin typeface="Arial"/>
                        </a:rPr>
                        <a:t>Explain public, private, and reserved IPv4 addresses.</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56120">
                <a:tc>
                  <a:txBody>
                    <a:bodyPr lIns="68400" rIns="68400" tIns="0" bIns="0" anchor="t">
                      <a:noAutofit/>
                    </a:bodyPr>
                    <a:p>
                      <a:pPr>
                        <a:lnSpc>
                          <a:spcPct val="107000"/>
                        </a:lnSpc>
                        <a:buNone/>
                      </a:pPr>
                      <a:r>
                        <a:rPr b="1" lang="en-US" sz="1400" spc="-1" strike="noStrike">
                          <a:solidFill>
                            <a:srgbClr val="ffffff"/>
                          </a:solidFill>
                          <a:latin typeface="Arial"/>
                          <a:ea typeface="Calibri"/>
                        </a:rPr>
                        <a:t>Network Segmentation</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CA" sz="1400" spc="-1" strike="noStrike">
                          <a:solidFill>
                            <a:srgbClr val="000000"/>
                          </a:solidFill>
                          <a:latin typeface="Arial"/>
                        </a:rPr>
                        <a:t>Explain how subnetting segments a network to enable better communication.</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43880">
                <a:tc>
                  <a:txBody>
                    <a:bodyPr lIns="68400" rIns="68400" tIns="0" bIns="0" anchor="t">
                      <a:noAutofit/>
                    </a:bodyPr>
                    <a:p>
                      <a:pPr>
                        <a:lnSpc>
                          <a:spcPct val="107000"/>
                        </a:lnSpc>
                        <a:buNone/>
                      </a:pPr>
                      <a:r>
                        <a:rPr b="1" lang="en-US" sz="1400" spc="-1" strike="noStrike">
                          <a:solidFill>
                            <a:srgbClr val="ffffff"/>
                          </a:solidFill>
                          <a:latin typeface="Arial"/>
                          <a:ea typeface="Calibri"/>
                        </a:rPr>
                        <a:t>Subnet an IPv4 Network</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400" spc="-1" strike="noStrike">
                          <a:solidFill>
                            <a:srgbClr val="000000"/>
                          </a:solidFill>
                          <a:latin typeface="Arial"/>
                        </a:rPr>
                        <a:t>Calculate IPv4 subnets for a /24 prefix.</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 (Cont.)</a:t>
            </a:r>
            <a:endParaRPr b="0" lang="en-US" sz="2400" spc="-1" strike="noStrike">
              <a:solidFill>
                <a:srgbClr val="58585b"/>
              </a:solidFill>
              <a:latin typeface="Arial"/>
            </a:endParaRPr>
          </a:p>
        </p:txBody>
      </p:sp>
      <p:sp>
        <p:nvSpPr>
          <p:cNvPr id="340" name="Rectangle 1"/>
          <p:cNvSpPr/>
          <p:nvPr/>
        </p:nvSpPr>
        <p:spPr>
          <a:xfrm>
            <a:off x="169560" y="774000"/>
            <a:ext cx="8804160" cy="822240"/>
          </a:xfrm>
          <a:prstGeom prst="rect">
            <a:avLst/>
          </a:prstGeom>
          <a:noFill/>
          <a:ln w="0">
            <a:noFill/>
          </a:ln>
        </p:spPr>
        <p:style>
          <a:lnRef idx="0"/>
          <a:fillRef idx="0"/>
          <a:effectRef idx="0"/>
          <a:fontRef idx="minor"/>
        </p:style>
        <p:txBody>
          <a:bodyPr numCol="1" spcCol="0" anchor="ctr">
            <a:spAutoFit/>
          </a:bodyPr>
          <a:p>
            <a:pPr>
              <a:lnSpc>
                <a:spcPct val="100000"/>
              </a:lnSpc>
              <a:buNone/>
              <a:tabLst>
                <a:tab algn="l" pos="0"/>
              </a:tabLst>
            </a:pPr>
            <a:r>
              <a:rPr b="1" lang="en-US" sz="1600" spc="-1" strike="noStrike">
                <a:solidFill>
                  <a:srgbClr val="58585b"/>
                </a:solidFill>
                <a:latin typeface="Arial"/>
                <a:ea typeface="Calibri"/>
              </a:rPr>
              <a:t>Module Title: </a:t>
            </a:r>
            <a:r>
              <a:rPr b="0" lang="en-US" sz="1600" spc="-1" strike="noStrike">
                <a:solidFill>
                  <a:srgbClr val="58585b"/>
                </a:solidFill>
                <a:latin typeface="Arial"/>
                <a:ea typeface="Calibri"/>
              </a:rPr>
              <a:t>IPv4 Addressing</a:t>
            </a:r>
            <a:endParaRPr b="0" lang="en-JM" sz="1600" spc="-1" strike="noStrike">
              <a:latin typeface="Arial"/>
            </a:endParaRPr>
          </a:p>
          <a:p>
            <a:pPr>
              <a:lnSpc>
                <a:spcPct val="100000"/>
              </a:lnSpc>
              <a:buNone/>
              <a:tabLst>
                <a:tab algn="l" pos="0"/>
              </a:tabLst>
            </a:pPr>
            <a:endParaRPr b="0" lang="en-JM" sz="1600" spc="-1" strike="noStrike">
              <a:latin typeface="Arial"/>
            </a:endParaRPr>
          </a:p>
          <a:p>
            <a:pPr>
              <a:lnSpc>
                <a:spcPct val="100000"/>
              </a:lnSpc>
              <a:buNone/>
              <a:tabLst>
                <a:tab algn="l" pos="0"/>
              </a:tabLst>
            </a:pPr>
            <a:r>
              <a:rPr b="1" lang="en-US" sz="1600" spc="-1" strike="noStrike">
                <a:solidFill>
                  <a:srgbClr val="58585b"/>
                </a:solidFill>
                <a:latin typeface="Arial"/>
                <a:ea typeface="Calibri"/>
              </a:rPr>
              <a:t>Module Objective</a:t>
            </a:r>
            <a:r>
              <a:rPr b="0" lang="en-US" sz="1600" spc="-1" strike="noStrike">
                <a:solidFill>
                  <a:srgbClr val="58585b"/>
                </a:solidFill>
                <a:latin typeface="Arial"/>
                <a:ea typeface="Calibri"/>
              </a:rPr>
              <a:t>: </a:t>
            </a:r>
            <a:r>
              <a:rPr b="0" lang="en-CA" sz="1600" spc="-1" strike="noStrike">
                <a:solidFill>
                  <a:srgbClr val="58585b"/>
                </a:solidFill>
                <a:latin typeface="Arial"/>
                <a:ea typeface="Calibri"/>
              </a:rPr>
              <a:t>Calculate an IPv4 subnetting scheme to efficiently segment your network.</a:t>
            </a:r>
            <a:endParaRPr b="0" lang="en-JM" sz="1600" spc="-1" strike="noStrike">
              <a:latin typeface="Arial"/>
            </a:endParaRPr>
          </a:p>
        </p:txBody>
      </p:sp>
      <p:graphicFrame>
        <p:nvGraphicFramePr>
          <p:cNvPr id="341" name="Table 1"/>
          <p:cNvGraphicFramePr/>
          <p:nvPr/>
        </p:nvGraphicFramePr>
        <p:xfrm>
          <a:off x="396000" y="1620000"/>
          <a:ext cx="8328600" cy="1864440"/>
        </p:xfrm>
        <a:graphic>
          <a:graphicData uri="http://schemas.openxmlformats.org/drawingml/2006/table">
            <a:tbl>
              <a:tblPr/>
              <a:tblGrid>
                <a:gridCol w="4119840"/>
                <a:gridCol w="4208760"/>
              </a:tblGrid>
              <a:tr h="228240">
                <a:tc>
                  <a:txBody>
                    <a:bodyPr lIns="68400" rIns="68400" tIns="0" bIns="0" anchor="t">
                      <a:noAutofit/>
                    </a:bodyPr>
                    <a:p>
                      <a:pPr>
                        <a:lnSpc>
                          <a:spcPct val="107000"/>
                        </a:lnSpc>
                        <a:buNone/>
                      </a:pPr>
                      <a:r>
                        <a:rPr b="1" lang="en-US" sz="1400" spc="-1" strike="noStrike">
                          <a:solidFill>
                            <a:srgbClr val="ffffff"/>
                          </a:solidFill>
                          <a:latin typeface="Arial"/>
                        </a:rPr>
                        <a:t>Topic Title</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68400" rIns="68400" tIns="0" bIns="0" anchor="t">
                      <a:noAutofit/>
                    </a:bodyPr>
                    <a:p>
                      <a:pPr>
                        <a:lnSpc>
                          <a:spcPct val="107000"/>
                        </a:lnSpc>
                        <a:buNone/>
                      </a:pPr>
                      <a:r>
                        <a:rPr b="1" lang="en-US" sz="1400" spc="-1" strike="noStrike">
                          <a:solidFill>
                            <a:srgbClr val="ffffff"/>
                          </a:solidFill>
                          <a:latin typeface="Arial"/>
                        </a:rPr>
                        <a:t>Topic Objective</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443880">
                <a:tc>
                  <a:txBody>
                    <a:bodyPr lIns="68400" rIns="68400" tIns="0" bIns="0" anchor="t">
                      <a:noAutofit/>
                    </a:bodyPr>
                    <a:p>
                      <a:pPr>
                        <a:lnSpc>
                          <a:spcPct val="107000"/>
                        </a:lnSpc>
                        <a:buNone/>
                      </a:pPr>
                      <a:r>
                        <a:rPr b="1" lang="en-US" sz="1400" spc="-1" strike="noStrike">
                          <a:solidFill>
                            <a:srgbClr val="ffffff"/>
                          </a:solidFill>
                          <a:latin typeface="Arial"/>
                          <a:ea typeface="Calibri"/>
                        </a:rPr>
                        <a:t>Subnetting a /16 and a /8 Prefix</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400" spc="-1" strike="noStrike">
                          <a:solidFill>
                            <a:srgbClr val="000000"/>
                          </a:solidFill>
                          <a:latin typeface="Arial"/>
                        </a:rPr>
                        <a:t>Calculate IPv4 subnets for a /16 and a /8 prefix.</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56120">
                <a:tc>
                  <a:txBody>
                    <a:bodyPr lIns="68400" rIns="68400" tIns="0" bIns="0" anchor="t">
                      <a:noAutofit/>
                    </a:bodyPr>
                    <a:p>
                      <a:pPr>
                        <a:lnSpc>
                          <a:spcPct val="107000"/>
                        </a:lnSpc>
                        <a:buNone/>
                      </a:pPr>
                      <a:r>
                        <a:rPr b="1" lang="en-US" sz="1400" spc="-1" strike="noStrike">
                          <a:solidFill>
                            <a:srgbClr val="ffffff"/>
                          </a:solidFill>
                          <a:latin typeface="Arial"/>
                          <a:ea typeface="Calibri"/>
                        </a:rPr>
                        <a:t>Subnetting to Meet Requirements</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400" spc="-1" strike="noStrike">
                          <a:solidFill>
                            <a:srgbClr val="000000"/>
                          </a:solidFill>
                          <a:latin typeface="Arial"/>
                        </a:rPr>
                        <a:t>Given a set of requirements for subnetting, implement an IPv4 addressing scheme.</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56120">
                <a:tc>
                  <a:txBody>
                    <a:bodyPr lIns="68400" rIns="68400" tIns="0" bIns="0" anchor="t">
                      <a:noAutofit/>
                    </a:bodyPr>
                    <a:p>
                      <a:pPr>
                        <a:lnSpc>
                          <a:spcPct val="107000"/>
                        </a:lnSpc>
                        <a:buNone/>
                      </a:pPr>
                      <a:r>
                        <a:rPr b="1" lang="en-US" sz="1400" spc="-1" strike="noStrike">
                          <a:solidFill>
                            <a:srgbClr val="ffffff"/>
                          </a:solidFill>
                          <a:latin typeface="Arial"/>
                          <a:ea typeface="Calibri"/>
                        </a:rPr>
                        <a:t>Variable Length Subnet Masking (VLSM)</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400" spc="-1" strike="noStrike">
                          <a:solidFill>
                            <a:srgbClr val="000000"/>
                          </a:solidFill>
                          <a:latin typeface="Arial"/>
                        </a:rPr>
                        <a:t>Explain how to create a flexible addressing scheme using variable length subnet masking (VLSM).</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43880">
                <a:tc>
                  <a:txBody>
                    <a:bodyPr lIns="68400" rIns="68400" tIns="0" bIns="0" anchor="t">
                      <a:noAutofit/>
                    </a:bodyPr>
                    <a:p>
                      <a:pPr>
                        <a:lnSpc>
                          <a:spcPct val="107000"/>
                        </a:lnSpc>
                        <a:buNone/>
                      </a:pPr>
                      <a:r>
                        <a:rPr b="1" lang="en-US" sz="1400" spc="-1" strike="noStrike">
                          <a:solidFill>
                            <a:srgbClr val="ffffff"/>
                          </a:solidFill>
                          <a:latin typeface="Arial"/>
                          <a:ea typeface="Calibri"/>
                        </a:rPr>
                        <a:t>Structured Design</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68400" rIns="68400" tIns="0" bIns="0" anchor="t">
                      <a:noAutofit/>
                    </a:bodyPr>
                    <a:p>
                      <a:pPr>
                        <a:lnSpc>
                          <a:spcPct val="107000"/>
                        </a:lnSpc>
                        <a:buNone/>
                      </a:pPr>
                      <a:r>
                        <a:rPr b="0" lang="en-US" sz="1400" spc="-1" strike="noStrike">
                          <a:solidFill>
                            <a:srgbClr val="000000"/>
                          </a:solidFill>
                          <a:latin typeface="Arial"/>
                        </a:rPr>
                        <a:t>Implement a VLSM addressing scheme.</a:t>
                      </a:r>
                      <a:endParaRPr b="0" lang="en-JM" sz="1400" spc="-1" strike="noStrike">
                        <a:latin typeface="Arial"/>
                      </a:endParaRPr>
                    </a:p>
                  </a:txBody>
                  <a:tcPr anchor="t" marL="68400" marR="6840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p:transition spd="slow">
    <p:wipe dir="l"/>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416520" y="1788120"/>
            <a:ext cx="75978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11.1 IPv4 Address Structure</a:t>
            </a:r>
            <a:br/>
            <a:endParaRPr b="0" lang="en-US" sz="4600" spc="-1" strike="noStrike">
              <a:solidFill>
                <a:srgbClr val="58585b"/>
              </a:solidFill>
              <a:latin typeface="Arial"/>
            </a:endParaRPr>
          </a:p>
        </p:txBody>
      </p:sp>
    </p:spTree>
  </p:cSld>
  <p:transition spd="slow">
    <p:wipe dir="l"/>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IPv4 Address Structure</a:t>
            </a:r>
            <a:br/>
            <a:r>
              <a:rPr b="0" lang="en-US" sz="2400" spc="-1" strike="noStrike">
                <a:solidFill>
                  <a:srgbClr val="004c69"/>
                </a:solidFill>
                <a:latin typeface="Arial"/>
                <a:ea typeface="ＭＳ Ｐゴシック"/>
              </a:rPr>
              <a:t>Network and Host Portions</a:t>
            </a:r>
            <a:endParaRPr b="0" lang="en-US" sz="2400" spc="-1" strike="noStrike">
              <a:solidFill>
                <a:srgbClr val="58585b"/>
              </a:solidFill>
              <a:latin typeface="Arial"/>
            </a:endParaRPr>
          </a:p>
        </p:txBody>
      </p:sp>
      <p:sp>
        <p:nvSpPr>
          <p:cNvPr id="344" name="PlaceHolder 2"/>
          <p:cNvSpPr>
            <a:spLocks noGrp="1"/>
          </p:cNvSpPr>
          <p:nvPr>
            <p:ph/>
          </p:nvPr>
        </p:nvSpPr>
        <p:spPr>
          <a:xfrm>
            <a:off x="432000" y="855360"/>
            <a:ext cx="8279640" cy="20854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An IPv4 address is a 32-bit hierarchical address that is made up of a network portion and a host portion. </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When determining the network portion versus the host portion, you must look at the 32-bit stream.</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A subnet mask is used to determine the network and host portions. </a:t>
            </a:r>
            <a:endParaRPr b="0" lang="en-US" sz="1600" spc="-1" strike="noStrike">
              <a:solidFill>
                <a:srgbClr val="58585b"/>
              </a:solidFill>
              <a:latin typeface="Arial"/>
            </a:endParaRPr>
          </a:p>
        </p:txBody>
      </p:sp>
      <p:pic>
        <p:nvPicPr>
          <p:cNvPr id="345" name="Picture 1" descr=""/>
          <p:cNvPicPr/>
          <p:nvPr/>
        </p:nvPicPr>
        <p:blipFill>
          <a:blip r:embed="rId1"/>
          <a:stretch/>
        </p:blipFill>
        <p:spPr>
          <a:xfrm>
            <a:off x="2050920" y="3066840"/>
            <a:ext cx="4457520" cy="15238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IPv4 Address Structure</a:t>
            </a:r>
            <a:br/>
            <a:r>
              <a:rPr b="0" lang="en-US" sz="2400" spc="-1" strike="noStrike">
                <a:solidFill>
                  <a:srgbClr val="004c69"/>
                </a:solidFill>
                <a:latin typeface="Arial"/>
                <a:ea typeface="ＭＳ Ｐゴシック"/>
              </a:rPr>
              <a:t>The Subnet Mask</a:t>
            </a:r>
            <a:endParaRPr b="0" lang="en-US" sz="2400" spc="-1" strike="noStrike">
              <a:solidFill>
                <a:srgbClr val="58585b"/>
              </a:solidFill>
              <a:latin typeface="Arial"/>
            </a:endParaRPr>
          </a:p>
        </p:txBody>
      </p:sp>
      <p:sp>
        <p:nvSpPr>
          <p:cNvPr id="347" name="PlaceHolder 2"/>
          <p:cNvSpPr>
            <a:spLocks noGrp="1"/>
          </p:cNvSpPr>
          <p:nvPr>
            <p:ph/>
          </p:nvPr>
        </p:nvSpPr>
        <p:spPr>
          <a:xfrm>
            <a:off x="432000" y="855360"/>
            <a:ext cx="8279640" cy="73152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To identify the network and host portions of an IPv4 address, the subnet mask is compared to the IPv4 address bit for bit, from left to right.</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p:txBody>
      </p:sp>
      <p:sp>
        <p:nvSpPr>
          <p:cNvPr id="348" name="Content Placeholder 3"/>
          <p:cNvSpPr/>
          <p:nvPr/>
        </p:nvSpPr>
        <p:spPr>
          <a:xfrm>
            <a:off x="432000" y="1684080"/>
            <a:ext cx="3031560" cy="1546560"/>
          </a:xfrm>
          <a:prstGeom prst="rect">
            <a:avLst/>
          </a:prstGeom>
          <a:noFill/>
          <a:ln w="0">
            <a:noFill/>
          </a:ln>
        </p:spPr>
        <p:style>
          <a:lnRef idx="0"/>
          <a:fillRef idx="0"/>
          <a:effectRef idx="0"/>
          <a:fontRef idx="minor"/>
        </p:style>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The actual process used to identify the network and host portions is called ANDing.</a:t>
            </a:r>
            <a:endParaRPr b="0" lang="en-JM" sz="1600" spc="-1" strike="noStrike">
              <a:latin typeface="Arial"/>
            </a:endParaRPr>
          </a:p>
          <a:p>
            <a:pPr>
              <a:lnSpc>
                <a:spcPct val="100000"/>
              </a:lnSpc>
              <a:spcBef>
                <a:spcPts val="320"/>
              </a:spcBef>
              <a:buNone/>
            </a:pPr>
            <a:endParaRPr b="0" lang="en-JM" sz="1600" spc="-1" strike="noStrike">
              <a:latin typeface="Arial"/>
            </a:endParaRPr>
          </a:p>
        </p:txBody>
      </p:sp>
      <p:pic>
        <p:nvPicPr>
          <p:cNvPr id="349" name="Picture 1" descr=""/>
          <p:cNvPicPr/>
          <p:nvPr/>
        </p:nvPicPr>
        <p:blipFill>
          <a:blip r:embed="rId1"/>
          <a:stretch/>
        </p:blipFill>
        <p:spPr>
          <a:xfrm>
            <a:off x="3874680" y="1710720"/>
            <a:ext cx="4470120" cy="2158920"/>
          </a:xfrm>
          <a:prstGeom prst="rect">
            <a:avLst/>
          </a:prstGeom>
          <a:ln w="0">
            <a:solidFill>
              <a:srgbClr val="0070c0"/>
            </a:solidFill>
          </a:ln>
        </p:spPr>
      </p:pic>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IPv4 Address Structure</a:t>
            </a:r>
            <a:br/>
            <a:r>
              <a:rPr b="0" lang="en-US" sz="2400" spc="-1" strike="noStrike">
                <a:solidFill>
                  <a:srgbClr val="004c69"/>
                </a:solidFill>
                <a:latin typeface="Arial"/>
                <a:ea typeface="ＭＳ Ｐゴシック"/>
              </a:rPr>
              <a:t>The Prefix Length</a:t>
            </a:r>
            <a:endParaRPr b="0" lang="en-US" sz="2400" spc="-1" strike="noStrike">
              <a:solidFill>
                <a:srgbClr val="58585b"/>
              </a:solidFill>
              <a:latin typeface="Arial"/>
            </a:endParaRPr>
          </a:p>
        </p:txBody>
      </p:sp>
      <p:sp>
        <p:nvSpPr>
          <p:cNvPr id="351" name="PlaceHolder 2"/>
          <p:cNvSpPr>
            <a:spLocks noGrp="1"/>
          </p:cNvSpPr>
          <p:nvPr>
            <p:ph/>
          </p:nvPr>
        </p:nvSpPr>
        <p:spPr>
          <a:xfrm>
            <a:off x="432000" y="855360"/>
            <a:ext cx="8279640" cy="5104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A prefix length is a less cumbersome method used to identify a subnet mask address.</a:t>
            </a:r>
            <a:endParaRPr b="0" lang="en-US" sz="1600" spc="-1" strike="noStrike">
              <a:solidFill>
                <a:srgbClr val="58585b"/>
              </a:solidFill>
              <a:latin typeface="Arial"/>
            </a:endParaRPr>
          </a:p>
        </p:txBody>
      </p:sp>
      <p:sp>
        <p:nvSpPr>
          <p:cNvPr id="352" name="Content Placeholder 3"/>
          <p:cNvSpPr/>
          <p:nvPr/>
        </p:nvSpPr>
        <p:spPr>
          <a:xfrm>
            <a:off x="432000" y="1447200"/>
            <a:ext cx="3375720" cy="3073680"/>
          </a:xfrm>
          <a:prstGeom prst="rect">
            <a:avLst/>
          </a:prstGeom>
          <a:noFill/>
          <a:ln w="0">
            <a:noFill/>
          </a:ln>
        </p:spPr>
        <p:style>
          <a:lnRef idx="0"/>
          <a:fillRef idx="0"/>
          <a:effectRef idx="0"/>
          <a:fontRef idx="minor"/>
        </p:style>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The prefix length is the number of bits set to 1 in the subnet mask. </a:t>
            </a:r>
            <a:endParaRPr b="0" lang="en-JM" sz="1600" spc="-1" strike="noStrike">
              <a:latin typeface="Arial"/>
            </a:endParaRPr>
          </a:p>
          <a:p>
            <a:pPr>
              <a:lnSpc>
                <a:spcPct val="100000"/>
              </a:lnSpc>
              <a:spcBef>
                <a:spcPts val="320"/>
              </a:spcBef>
              <a:buNone/>
            </a:pPr>
            <a:endParaRPr b="0" lang="en-JM" sz="1600" spc="-1" strike="noStrike">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It is written in “slash notation” therefore, count the number of bits in the subnet mask and prepend it with a slash.</a:t>
            </a:r>
            <a:endParaRPr b="0" lang="en-JM" sz="1600" spc="-1" strike="noStrike">
              <a:latin typeface="Arial"/>
            </a:endParaRPr>
          </a:p>
        </p:txBody>
      </p:sp>
      <p:graphicFrame>
        <p:nvGraphicFramePr>
          <p:cNvPr id="353" name="Table 1"/>
          <p:cNvGraphicFramePr/>
          <p:nvPr/>
        </p:nvGraphicFramePr>
        <p:xfrm>
          <a:off x="4046400" y="1366200"/>
          <a:ext cx="4762080" cy="3409200"/>
        </p:xfrm>
        <a:graphic>
          <a:graphicData uri="http://schemas.openxmlformats.org/drawingml/2006/table">
            <a:tbl>
              <a:tblPr/>
              <a:tblGrid>
                <a:gridCol w="1150560"/>
                <a:gridCol w="2628000"/>
                <a:gridCol w="983520"/>
              </a:tblGrid>
              <a:tr h="359640">
                <a:tc>
                  <a:txBody>
                    <a:bodyPr lIns="31680" rIns="31680" tIns="31680" bIns="31680" anchor="ctr">
                      <a:noAutofit/>
                    </a:bodyPr>
                    <a:p>
                      <a:pPr>
                        <a:lnSpc>
                          <a:spcPct val="100000"/>
                        </a:lnSpc>
                        <a:buNone/>
                      </a:pPr>
                      <a:r>
                        <a:rPr b="1" lang="en-CA" sz="1050" spc="-1" strike="noStrike">
                          <a:solidFill>
                            <a:srgbClr val="ffffff"/>
                          </a:solidFill>
                          <a:latin typeface="Arial"/>
                        </a:rPr>
                        <a:t>Subnet Mask</a:t>
                      </a:r>
                      <a:endParaRPr b="0" lang="en-JM" sz="105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50" spc="-1" strike="noStrike">
                          <a:solidFill>
                            <a:srgbClr val="ffffff"/>
                          </a:solidFill>
                          <a:latin typeface="Arial"/>
                        </a:rPr>
                        <a:t>32-bit Address</a:t>
                      </a:r>
                      <a:endParaRPr b="0" lang="en-JM" sz="105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50" spc="-1" strike="noStrike">
                          <a:solidFill>
                            <a:srgbClr val="ffffff"/>
                          </a:solidFill>
                          <a:latin typeface="Arial"/>
                        </a:rPr>
                        <a:t>Prefix </a:t>
                      </a:r>
                      <a:endParaRPr b="0" lang="en-JM" sz="1050" spc="-1" strike="noStrike">
                        <a:latin typeface="Arial"/>
                      </a:endParaRPr>
                    </a:p>
                    <a:p>
                      <a:pPr>
                        <a:lnSpc>
                          <a:spcPct val="100000"/>
                        </a:lnSpc>
                        <a:buNone/>
                      </a:pPr>
                      <a:r>
                        <a:rPr b="1" lang="en-CA" sz="1050" spc="-1" strike="noStrike">
                          <a:solidFill>
                            <a:srgbClr val="ffffff"/>
                          </a:solidFill>
                          <a:latin typeface="Arial"/>
                        </a:rPr>
                        <a:t>Length</a:t>
                      </a:r>
                      <a:endParaRPr b="0" lang="en-JM" sz="105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40920">
                <a:tc>
                  <a:txBody>
                    <a:bodyPr lIns="31680" rIns="31680" tIns="31680" bIns="31680" anchor="ctr">
                      <a:noAutofit/>
                    </a:bodyPr>
                    <a:p>
                      <a:pPr>
                        <a:lnSpc>
                          <a:spcPct val="100000"/>
                        </a:lnSpc>
                        <a:buNone/>
                      </a:pPr>
                      <a:r>
                        <a:rPr b="0" lang="en-CA" sz="1000" spc="-1" strike="noStrike">
                          <a:solidFill>
                            <a:srgbClr val="58585b"/>
                          </a:solidFill>
                          <a:latin typeface="Arial"/>
                        </a:rPr>
                        <a:t>255.0.0.0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11111111.00000000.00000000.00000000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40920">
                <a:tc>
                  <a:txBody>
                    <a:bodyPr lIns="31680" rIns="31680" tIns="31680" bIns="31680" anchor="ctr">
                      <a:noAutofit/>
                    </a:bodyPr>
                    <a:p>
                      <a:pPr>
                        <a:lnSpc>
                          <a:spcPct val="100000"/>
                        </a:lnSpc>
                        <a:buNone/>
                      </a:pPr>
                      <a:r>
                        <a:rPr b="0" lang="en-CA" sz="1000" spc="-1" strike="noStrike">
                          <a:solidFill>
                            <a:srgbClr val="58585b"/>
                          </a:solidFill>
                          <a:latin typeface="Arial"/>
                        </a:rPr>
                        <a:t>255.255.0.0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11111111.11111111.00000000.00000000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40920">
                <a:tc>
                  <a:txBody>
                    <a:bodyPr lIns="31680" rIns="31680" tIns="31680" bIns="31680" anchor="ctr">
                      <a:noAutofit/>
                    </a:bodyPr>
                    <a:p>
                      <a:pPr>
                        <a:lnSpc>
                          <a:spcPct val="100000"/>
                        </a:lnSpc>
                        <a:buNone/>
                      </a:pPr>
                      <a:r>
                        <a:rPr b="0" lang="en-CA" sz="1000" spc="-1" strike="noStrike">
                          <a:solidFill>
                            <a:srgbClr val="58585b"/>
                          </a:solidFill>
                          <a:latin typeface="Arial"/>
                        </a:rPr>
                        <a:t>255.255.255.0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11111111.11111111.11111111.00000000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40920">
                <a:tc>
                  <a:txBody>
                    <a:bodyPr lIns="31680" rIns="31680" tIns="31680" bIns="31680" anchor="ctr">
                      <a:noAutofit/>
                    </a:bodyPr>
                    <a:p>
                      <a:pPr>
                        <a:lnSpc>
                          <a:spcPct val="100000"/>
                        </a:lnSpc>
                        <a:buNone/>
                      </a:pPr>
                      <a:r>
                        <a:rPr b="0" lang="en-CA" sz="1000" spc="-1" strike="noStrike">
                          <a:solidFill>
                            <a:srgbClr val="58585b"/>
                          </a:solidFill>
                          <a:latin typeface="Arial"/>
                        </a:rPr>
                        <a:t>255.255.255.128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11111111.11111111.11111111.10000000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40920">
                <a:tc>
                  <a:txBody>
                    <a:bodyPr lIns="31680" rIns="31680" tIns="31680" bIns="31680" anchor="ctr">
                      <a:noAutofit/>
                    </a:bodyPr>
                    <a:p>
                      <a:pPr>
                        <a:lnSpc>
                          <a:spcPct val="100000"/>
                        </a:lnSpc>
                        <a:buNone/>
                      </a:pPr>
                      <a:r>
                        <a:rPr b="0" lang="en-CA" sz="1000" spc="-1" strike="noStrike">
                          <a:solidFill>
                            <a:srgbClr val="58585b"/>
                          </a:solidFill>
                          <a:latin typeface="Arial"/>
                        </a:rPr>
                        <a:t>255.255.255.192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11111111.11111111.11111111.11000000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40920">
                <a:tc>
                  <a:txBody>
                    <a:bodyPr lIns="31680" rIns="31680" tIns="31680" bIns="31680" anchor="ctr">
                      <a:noAutofit/>
                    </a:bodyPr>
                    <a:p>
                      <a:pPr>
                        <a:lnSpc>
                          <a:spcPct val="100000"/>
                        </a:lnSpc>
                        <a:buNone/>
                      </a:pPr>
                      <a:r>
                        <a:rPr b="0" lang="en-CA" sz="1000" spc="-1" strike="noStrike">
                          <a:solidFill>
                            <a:srgbClr val="58585b"/>
                          </a:solidFill>
                          <a:latin typeface="Arial"/>
                        </a:rPr>
                        <a:t>255.255.255.224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11111111.11111111.11111111.11100000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/27</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40920">
                <a:tc>
                  <a:txBody>
                    <a:bodyPr lIns="31680" rIns="31680" tIns="31680" bIns="31680" anchor="ctr">
                      <a:noAutofit/>
                    </a:bodyPr>
                    <a:p>
                      <a:pPr>
                        <a:lnSpc>
                          <a:spcPct val="100000"/>
                        </a:lnSpc>
                        <a:buNone/>
                      </a:pPr>
                      <a:r>
                        <a:rPr b="0" lang="en-CA" sz="1000" spc="-1" strike="noStrike">
                          <a:solidFill>
                            <a:srgbClr val="58585b"/>
                          </a:solidFill>
                          <a:latin typeface="Arial"/>
                        </a:rPr>
                        <a:t>255.255.255.240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11111111.11111111.11111111.11110000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40920">
                <a:tc>
                  <a:txBody>
                    <a:bodyPr lIns="31680" rIns="31680" tIns="31680" bIns="31680" anchor="ctr">
                      <a:noAutofit/>
                    </a:bodyPr>
                    <a:p>
                      <a:pPr>
                        <a:lnSpc>
                          <a:spcPct val="100000"/>
                        </a:lnSpc>
                        <a:buNone/>
                      </a:pPr>
                      <a:r>
                        <a:rPr b="0" lang="en-CA" sz="1000" spc="-1" strike="noStrike">
                          <a:solidFill>
                            <a:srgbClr val="58585b"/>
                          </a:solidFill>
                          <a:latin typeface="Arial"/>
                        </a:rPr>
                        <a:t>255.255.255.248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11111111.11111111.11111111.11111000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/29</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40920">
                <a:tc>
                  <a:txBody>
                    <a:bodyPr lIns="31680" rIns="31680" tIns="31680" bIns="31680" anchor="ctr">
                      <a:noAutofit/>
                    </a:bodyPr>
                    <a:p>
                      <a:pPr>
                        <a:lnSpc>
                          <a:spcPct val="100000"/>
                        </a:lnSpc>
                        <a:buNone/>
                      </a:pPr>
                      <a:r>
                        <a:rPr b="0" lang="en-CA" sz="1000" spc="-1" strike="noStrike">
                          <a:solidFill>
                            <a:srgbClr val="58585b"/>
                          </a:solidFill>
                          <a:latin typeface="Arial"/>
                        </a:rPr>
                        <a:t>255.255.255.252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11111111.11111111.11111111.11111100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/30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IPv4 Address Structure</a:t>
            </a:r>
            <a:br/>
            <a:r>
              <a:rPr b="0" lang="en-CA" sz="2400" spc="-1" strike="noStrike">
                <a:solidFill>
                  <a:srgbClr val="004c69"/>
                </a:solidFill>
                <a:latin typeface="Arial"/>
                <a:ea typeface="ＭＳ Ｐゴシック"/>
              </a:rPr>
              <a:t>Determining the Network: Logical AND</a:t>
            </a:r>
            <a:endParaRPr b="0" lang="en-US" sz="2400" spc="-1" strike="noStrike">
              <a:solidFill>
                <a:srgbClr val="58585b"/>
              </a:solidFill>
              <a:latin typeface="Arial"/>
            </a:endParaRPr>
          </a:p>
        </p:txBody>
      </p:sp>
      <p:sp>
        <p:nvSpPr>
          <p:cNvPr id="355" name="PlaceHolder 2"/>
          <p:cNvSpPr>
            <a:spLocks noGrp="1"/>
          </p:cNvSpPr>
          <p:nvPr>
            <p:ph/>
          </p:nvPr>
        </p:nvSpPr>
        <p:spPr>
          <a:xfrm>
            <a:off x="432000" y="855360"/>
            <a:ext cx="8279640" cy="152172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A logical AND Boolean operation is used in determining the network address.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CA" sz="1400" spc="-1" strike="noStrike">
                <a:solidFill>
                  <a:srgbClr val="000000"/>
                </a:solidFill>
                <a:latin typeface="Arial"/>
                <a:ea typeface="ＭＳ Ｐゴシック"/>
              </a:rPr>
              <a:t>Logical AND is the comparison of two bits where only a 1 AND 1 produces a 1 and any other combination results in a 0.</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CA" sz="1400" spc="-1" strike="noStrike">
                <a:solidFill>
                  <a:srgbClr val="000000"/>
                </a:solidFill>
                <a:latin typeface="Arial"/>
                <a:ea typeface="ＭＳ Ｐゴシック"/>
              </a:rPr>
              <a:t>1 AND 1 = 1, 0 AND 1 = 0, 1 AND 0 = 0, 0 AND 0 = 0</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CA" sz="1400" spc="-1" strike="noStrike">
                <a:solidFill>
                  <a:srgbClr val="000000"/>
                </a:solidFill>
                <a:latin typeface="Arial"/>
                <a:ea typeface="ＭＳ Ｐゴシック"/>
              </a:rPr>
              <a:t>1 = True and 0  = False</a:t>
            </a:r>
            <a:endParaRPr b="0" lang="en-US" sz="1400" spc="-1" strike="noStrike">
              <a:solidFill>
                <a:srgbClr val="58585b"/>
              </a:solidFill>
              <a:latin typeface="Arial"/>
            </a:endParaRPr>
          </a:p>
        </p:txBody>
      </p:sp>
      <p:sp>
        <p:nvSpPr>
          <p:cNvPr id="356" name="Content Placeholder 3"/>
          <p:cNvSpPr/>
          <p:nvPr/>
        </p:nvSpPr>
        <p:spPr>
          <a:xfrm>
            <a:off x="432000" y="2483640"/>
            <a:ext cx="3849120" cy="1987200"/>
          </a:xfrm>
          <a:prstGeom prst="rect">
            <a:avLst/>
          </a:prstGeom>
          <a:noFill/>
          <a:ln w="0">
            <a:noFill/>
          </a:ln>
        </p:spPr>
        <p:style>
          <a:lnRef idx="0"/>
          <a:fillRef idx="0"/>
          <a:effectRef idx="0"/>
          <a:fontRef idx="minor"/>
        </p:style>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To identify the network address, the host IPv4 address is logically ANDed, bit by bit, with the subnet mask to identify the network address.</a:t>
            </a:r>
            <a:endParaRPr b="0" lang="en-JM" sz="1600" spc="-1" strike="noStrike">
              <a:latin typeface="Arial"/>
            </a:endParaRPr>
          </a:p>
          <a:p>
            <a:pPr>
              <a:lnSpc>
                <a:spcPct val="100000"/>
              </a:lnSpc>
              <a:spcBef>
                <a:spcPts val="320"/>
              </a:spcBef>
              <a:buNone/>
            </a:pPr>
            <a:endParaRPr b="0" lang="en-JM" sz="1600" spc="-1" strike="noStrike">
              <a:latin typeface="Arial"/>
            </a:endParaRPr>
          </a:p>
        </p:txBody>
      </p:sp>
      <p:pic>
        <p:nvPicPr>
          <p:cNvPr id="357" name="Picture 1" descr=""/>
          <p:cNvPicPr/>
          <p:nvPr/>
        </p:nvPicPr>
        <p:blipFill>
          <a:blip r:embed="rId1"/>
          <a:stretch/>
        </p:blipFill>
        <p:spPr>
          <a:xfrm>
            <a:off x="4381200" y="2377440"/>
            <a:ext cx="4533840" cy="1987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IPv4 Address Structure</a:t>
            </a:r>
            <a:br/>
            <a:r>
              <a:rPr b="0" lang="en-CA" sz="2400" spc="-1" strike="noStrike">
                <a:solidFill>
                  <a:srgbClr val="004c69"/>
                </a:solidFill>
                <a:latin typeface="Arial"/>
                <a:ea typeface="ＭＳ Ｐゴシック"/>
              </a:rPr>
              <a:t>Video – Network, Host and Broadcast Addresses</a:t>
            </a:r>
            <a:endParaRPr b="0" lang="en-US" sz="2400" spc="-1" strike="noStrike">
              <a:solidFill>
                <a:srgbClr val="58585b"/>
              </a:solidFill>
              <a:latin typeface="Arial"/>
            </a:endParaRPr>
          </a:p>
        </p:txBody>
      </p:sp>
      <p:sp>
        <p:nvSpPr>
          <p:cNvPr id="359" name="Content Placeholder 3"/>
          <p:cNvSpPr/>
          <p:nvPr/>
        </p:nvSpPr>
        <p:spPr>
          <a:xfrm>
            <a:off x="432000" y="864720"/>
            <a:ext cx="8279640" cy="1521720"/>
          </a:xfrm>
          <a:prstGeom prst="rect">
            <a:avLst/>
          </a:prstGeom>
          <a:noFill/>
          <a:ln w="0">
            <a:noFill/>
          </a:ln>
        </p:spPr>
        <p:style>
          <a:lnRef idx="0"/>
          <a:fillRef idx="0"/>
          <a:effectRef idx="0"/>
          <a:fontRef idx="minor"/>
        </p:style>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This video will cover the following:</a:t>
            </a:r>
            <a:endParaRPr b="0" lang="en-JM" sz="1600" spc="-1" strike="noStrike">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Network address</a:t>
            </a:r>
            <a:endParaRPr b="0" lang="en-JM" sz="1600" spc="-1" strike="noStrike">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Broadcast Address</a:t>
            </a:r>
            <a:endParaRPr b="0" lang="en-JM" sz="1600" spc="-1" strike="noStrike">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First usable host</a:t>
            </a:r>
            <a:endParaRPr b="0" lang="en-JM" sz="1600" spc="-1" strike="noStrike">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Last usable host</a:t>
            </a:r>
            <a:endParaRPr b="0" lang="en-JM" sz="16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IPv4 Address Structure</a:t>
            </a:r>
            <a:br/>
            <a:r>
              <a:rPr b="0" lang="en-CA" sz="2400" spc="-1" strike="noStrike">
                <a:solidFill>
                  <a:srgbClr val="004c69"/>
                </a:solidFill>
                <a:latin typeface="Arial"/>
                <a:ea typeface="ＭＳ Ｐゴシック"/>
              </a:rPr>
              <a:t>Network, Host, and Broadcast Addresses</a:t>
            </a:r>
            <a:endParaRPr b="0" lang="en-US" sz="2400" spc="-1" strike="noStrike">
              <a:solidFill>
                <a:srgbClr val="58585b"/>
              </a:solidFill>
              <a:latin typeface="Arial"/>
            </a:endParaRPr>
          </a:p>
        </p:txBody>
      </p:sp>
      <p:pic>
        <p:nvPicPr>
          <p:cNvPr id="361" name="Picture 1" descr=""/>
          <p:cNvPicPr/>
          <p:nvPr/>
        </p:nvPicPr>
        <p:blipFill>
          <a:blip r:embed="rId1"/>
          <a:stretch/>
        </p:blipFill>
        <p:spPr>
          <a:xfrm>
            <a:off x="432000" y="2222280"/>
            <a:ext cx="2898360" cy="1607040"/>
          </a:xfrm>
          <a:prstGeom prst="rect">
            <a:avLst/>
          </a:prstGeom>
          <a:ln w="0">
            <a:noFill/>
          </a:ln>
        </p:spPr>
      </p:pic>
      <p:sp>
        <p:nvSpPr>
          <p:cNvPr id="362" name="PlaceHolder 2"/>
          <p:cNvSpPr>
            <a:spLocks noGrp="1"/>
          </p:cNvSpPr>
          <p:nvPr>
            <p:ph/>
          </p:nvPr>
        </p:nvSpPr>
        <p:spPr>
          <a:xfrm>
            <a:off x="432000" y="855360"/>
            <a:ext cx="5667120" cy="13280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Within each network are three types of IP addresses: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CA" sz="1400" spc="-1" strike="noStrike">
                <a:solidFill>
                  <a:srgbClr val="000000"/>
                </a:solidFill>
                <a:latin typeface="Arial"/>
                <a:ea typeface="ＭＳ Ｐゴシック"/>
              </a:rPr>
              <a:t>Network address</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CA" sz="1400" spc="-1" strike="noStrike">
                <a:solidFill>
                  <a:srgbClr val="000000"/>
                </a:solidFill>
                <a:latin typeface="Arial"/>
                <a:ea typeface="ＭＳ Ｐゴシック"/>
              </a:rPr>
              <a:t>Host addresses</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pPr>
            <a:r>
              <a:rPr b="0" lang="en-CA" sz="1400" spc="-1" strike="noStrike">
                <a:solidFill>
                  <a:srgbClr val="000000"/>
                </a:solidFill>
                <a:latin typeface="Arial"/>
                <a:ea typeface="ＭＳ Ｐゴシック"/>
              </a:rPr>
              <a:t>Broadcast address</a:t>
            </a:r>
            <a:endParaRPr b="0" lang="en-US" sz="1400" spc="-1" strike="noStrike">
              <a:solidFill>
                <a:srgbClr val="58585b"/>
              </a:solidFill>
              <a:latin typeface="Arial"/>
            </a:endParaRPr>
          </a:p>
        </p:txBody>
      </p:sp>
      <p:graphicFrame>
        <p:nvGraphicFramePr>
          <p:cNvPr id="363" name="Table 5"/>
          <p:cNvGraphicFramePr/>
          <p:nvPr/>
        </p:nvGraphicFramePr>
        <p:xfrm>
          <a:off x="3512880" y="2247120"/>
          <a:ext cx="5493600" cy="2224800"/>
        </p:xfrm>
        <a:graphic>
          <a:graphicData uri="http://schemas.openxmlformats.org/drawingml/2006/table">
            <a:tbl>
              <a:tblPr/>
              <a:tblGrid>
                <a:gridCol w="1363680"/>
                <a:gridCol w="2460960"/>
                <a:gridCol w="822960"/>
                <a:gridCol w="846000"/>
              </a:tblGrid>
              <a:tr h="370800">
                <a:tc>
                  <a:tcPr anchor="ctr" marL="31680" marR="31680">
                    <a:lnL w="12240">
                      <a:solidFill>
                        <a:srgbClr val="ffffff"/>
                      </a:solidFill>
                    </a:lnL>
                    <a:lnR w="12240">
                      <a:solidFill>
                        <a:srgbClr val="ffffff"/>
                      </a:solidFill>
                    </a:lnR>
                    <a:lnT w="12240">
                      <a:solidFill>
                        <a:srgbClr val="ffffff"/>
                      </a:solidFill>
                    </a:lnT>
                    <a:lnB w="38160">
                      <a:solidFill>
                        <a:srgbClr val="ffffff"/>
                      </a:solidFill>
                    </a:lnB>
                    <a:noFill/>
                  </a:tcPr>
                </a:tc>
                <a:tc>
                  <a:txBody>
                    <a:bodyPr lIns="31680" rIns="31680" tIns="31680" bIns="31680" anchor="ctr">
                      <a:noAutofit/>
                    </a:bodyPr>
                    <a:p>
                      <a:pPr algn="ctr">
                        <a:lnSpc>
                          <a:spcPct val="100000"/>
                        </a:lnSpc>
                        <a:buNone/>
                      </a:pPr>
                      <a:r>
                        <a:rPr b="1" lang="en-CA" sz="1050" spc="-1" strike="noStrike">
                          <a:solidFill>
                            <a:srgbClr val="ffffff"/>
                          </a:solidFill>
                          <a:latin typeface="Arial"/>
                        </a:rPr>
                        <a:t>Network Portion</a:t>
                      </a:r>
                      <a:endParaRPr b="0" lang="en-JM" sz="105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gn="ctr">
                        <a:lnSpc>
                          <a:spcPct val="100000"/>
                        </a:lnSpc>
                        <a:buNone/>
                      </a:pPr>
                      <a:r>
                        <a:rPr b="1" lang="en-CA" sz="1050" spc="-1" strike="noStrike">
                          <a:solidFill>
                            <a:srgbClr val="ffffff"/>
                          </a:solidFill>
                          <a:latin typeface="Arial"/>
                        </a:rPr>
                        <a:t>Host Portion</a:t>
                      </a:r>
                      <a:endParaRPr b="0" lang="en-JM" sz="105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gn="ctr">
                        <a:lnSpc>
                          <a:spcPct val="100000"/>
                        </a:lnSpc>
                        <a:buNone/>
                      </a:pPr>
                      <a:r>
                        <a:rPr b="1" lang="en-CA" sz="1050" spc="-1" strike="noStrike">
                          <a:solidFill>
                            <a:srgbClr val="ffffff"/>
                          </a:solidFill>
                          <a:latin typeface="Arial"/>
                        </a:rPr>
                        <a:t>Host Bits</a:t>
                      </a:r>
                      <a:endParaRPr b="0" lang="en-JM" sz="105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Subnet mask </a:t>
                      </a:r>
                      <a:endParaRPr b="0" lang="en-JM" sz="1000" spc="-1" strike="noStrike">
                        <a:latin typeface="Arial"/>
                      </a:endParaRPr>
                    </a:p>
                    <a:p>
                      <a:pPr>
                        <a:lnSpc>
                          <a:spcPct val="100000"/>
                        </a:lnSpc>
                        <a:buNone/>
                      </a:pPr>
                      <a:r>
                        <a:rPr b="1" lang="en-CA" sz="1000" spc="-1" strike="noStrike">
                          <a:solidFill>
                            <a:srgbClr val="58585b"/>
                          </a:solidFill>
                          <a:latin typeface="Arial"/>
                        </a:rPr>
                        <a:t>255.255.255.</a:t>
                      </a:r>
                      <a:r>
                        <a:rPr b="0" lang="en-CA" sz="1000" spc="-1" strike="noStrike">
                          <a:solidFill>
                            <a:srgbClr val="58585b"/>
                          </a:solidFill>
                          <a:latin typeface="Arial"/>
                        </a:rPr>
                        <a:t>0 or </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255      255      255</a:t>
                      </a:r>
                      <a:br/>
                      <a:r>
                        <a:rPr b="0" lang="en-CA" sz="1000" spc="-1" strike="noStrike">
                          <a:solidFill>
                            <a:srgbClr val="58585b"/>
                          </a:solidFill>
                          <a:latin typeface="Courier New"/>
                        </a:rPr>
                        <a:t>11111111 11111111 11111111</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0</a:t>
                      </a:r>
                      <a:br/>
                      <a:r>
                        <a:rPr b="0" lang="en-CA" sz="1000" spc="-1" strike="noStrike">
                          <a:solidFill>
                            <a:srgbClr val="58585b"/>
                          </a:solidFill>
                          <a:latin typeface="Courier New"/>
                        </a:rPr>
                        <a:t>00000000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Network address </a:t>
                      </a:r>
                      <a:endParaRPr b="0" lang="en-JM" sz="1000" spc="-1" strike="noStrike">
                        <a:latin typeface="Arial"/>
                      </a:endParaRPr>
                    </a:p>
                    <a:p>
                      <a:pPr>
                        <a:lnSpc>
                          <a:spcPct val="100000"/>
                        </a:lnSpc>
                        <a:buNone/>
                      </a:pPr>
                      <a:r>
                        <a:rPr b="1" lang="en-CA" sz="1000" spc="-1" strike="noStrike">
                          <a:solidFill>
                            <a:srgbClr val="58585b"/>
                          </a:solidFill>
                          <a:latin typeface="Arial"/>
                        </a:rPr>
                        <a:t>192.168.10.</a:t>
                      </a:r>
                      <a:r>
                        <a:rPr b="0" lang="en-CA" sz="1000" spc="-1" strike="noStrike">
                          <a:solidFill>
                            <a:srgbClr val="58585b"/>
                          </a:solidFill>
                          <a:latin typeface="Arial"/>
                        </a:rPr>
                        <a:t>0 or </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192      168      10</a:t>
                      </a:r>
                      <a:br/>
                      <a:r>
                        <a:rPr b="0" lang="en-CA" sz="1000" spc="-1" strike="noStrike">
                          <a:solidFill>
                            <a:srgbClr val="58585b"/>
                          </a:solidFill>
                          <a:latin typeface="Courier New"/>
                        </a:rPr>
                        <a:t>11000000 10100000 00001010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0</a:t>
                      </a:r>
                      <a:br/>
                      <a:r>
                        <a:rPr b="0" lang="en-CA" sz="1000" spc="-1" strike="noStrike">
                          <a:solidFill>
                            <a:srgbClr val="58585b"/>
                          </a:solidFill>
                          <a:latin typeface="Courier New"/>
                        </a:rPr>
                        <a:t>00000000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gn="ctr">
                        <a:lnSpc>
                          <a:spcPct val="100000"/>
                        </a:lnSpc>
                        <a:buNone/>
                      </a:pPr>
                      <a:r>
                        <a:rPr b="0" lang="en-CA" sz="1000" spc="-1" strike="noStrike">
                          <a:solidFill>
                            <a:srgbClr val="58585b"/>
                          </a:solidFill>
                          <a:latin typeface="Arial"/>
                        </a:rPr>
                        <a:t>All 0s</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First address </a:t>
                      </a:r>
                      <a:endParaRPr b="0" lang="en-JM" sz="1000" spc="-1" strike="noStrike">
                        <a:latin typeface="Arial"/>
                      </a:endParaRPr>
                    </a:p>
                    <a:p>
                      <a:pPr>
                        <a:lnSpc>
                          <a:spcPct val="100000"/>
                        </a:lnSpc>
                        <a:buNone/>
                      </a:pPr>
                      <a:r>
                        <a:rPr b="1" lang="en-CA" sz="1000" spc="-1" strike="noStrike">
                          <a:solidFill>
                            <a:srgbClr val="58585b"/>
                          </a:solidFill>
                          <a:latin typeface="Arial"/>
                        </a:rPr>
                        <a:t>192.168.10</a:t>
                      </a:r>
                      <a:r>
                        <a:rPr b="0" lang="en-CA" sz="1000" spc="-1" strike="noStrike">
                          <a:solidFill>
                            <a:srgbClr val="58585b"/>
                          </a:solidFill>
                          <a:latin typeface="Arial"/>
                        </a:rPr>
                        <a:t>.1 or </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192      168      10</a:t>
                      </a:r>
                      <a:br/>
                      <a:r>
                        <a:rPr b="0" lang="en-CA" sz="1000" spc="-1" strike="noStrike">
                          <a:solidFill>
                            <a:srgbClr val="58585b"/>
                          </a:solidFill>
                          <a:latin typeface="Courier New"/>
                        </a:rPr>
                        <a:t>11000000 10100000 00001010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1</a:t>
                      </a:r>
                      <a:br/>
                      <a:r>
                        <a:rPr b="0" lang="en-CA" sz="1000" spc="-1" strike="noStrike">
                          <a:solidFill>
                            <a:srgbClr val="58585b"/>
                          </a:solidFill>
                          <a:latin typeface="Courier New"/>
                        </a:rPr>
                        <a:t>00000001</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gn="ctr">
                        <a:lnSpc>
                          <a:spcPct val="100000"/>
                        </a:lnSpc>
                        <a:buNone/>
                      </a:pPr>
                      <a:r>
                        <a:rPr b="0" lang="en-CA" sz="1000" spc="-1" strike="noStrike">
                          <a:solidFill>
                            <a:srgbClr val="58585b"/>
                          </a:solidFill>
                          <a:latin typeface="Arial"/>
                        </a:rPr>
                        <a:t>All 0s and a 1</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Last address </a:t>
                      </a:r>
                      <a:endParaRPr b="0" lang="en-JM" sz="1000" spc="-1" strike="noStrike">
                        <a:latin typeface="Arial"/>
                      </a:endParaRPr>
                    </a:p>
                    <a:p>
                      <a:pPr>
                        <a:lnSpc>
                          <a:spcPct val="100000"/>
                        </a:lnSpc>
                        <a:buNone/>
                      </a:pPr>
                      <a:r>
                        <a:rPr b="1" lang="en-CA" sz="1000" spc="-1" strike="noStrike">
                          <a:solidFill>
                            <a:srgbClr val="58585b"/>
                          </a:solidFill>
                          <a:latin typeface="Arial"/>
                        </a:rPr>
                        <a:t>192.168.10</a:t>
                      </a:r>
                      <a:r>
                        <a:rPr b="0" lang="en-CA" sz="1000" spc="-1" strike="noStrike">
                          <a:solidFill>
                            <a:srgbClr val="58585b"/>
                          </a:solidFill>
                          <a:latin typeface="Arial"/>
                        </a:rPr>
                        <a:t>.254 or </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192      168      10</a:t>
                      </a:r>
                      <a:br/>
                      <a:r>
                        <a:rPr b="0" lang="en-CA" sz="1000" spc="-1" strike="noStrike">
                          <a:solidFill>
                            <a:srgbClr val="58585b"/>
                          </a:solidFill>
                          <a:latin typeface="Courier New"/>
                        </a:rPr>
                        <a:t>11000000 10100000 00001010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254</a:t>
                      </a:r>
                      <a:br/>
                      <a:r>
                        <a:rPr b="0" lang="en-CA" sz="1000" spc="-1" strike="noStrike">
                          <a:solidFill>
                            <a:srgbClr val="58585b"/>
                          </a:solidFill>
                          <a:latin typeface="Courier New"/>
                        </a:rPr>
                        <a:t>11111110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gn="ctr">
                        <a:lnSpc>
                          <a:spcPct val="100000"/>
                        </a:lnSpc>
                        <a:buNone/>
                      </a:pPr>
                      <a:r>
                        <a:rPr b="0" lang="en-CA" sz="1000" spc="-1" strike="noStrike">
                          <a:solidFill>
                            <a:srgbClr val="58585b"/>
                          </a:solidFill>
                          <a:latin typeface="Arial"/>
                        </a:rPr>
                        <a:t>All 1s and a 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Broadcast address</a:t>
                      </a:r>
                      <a:endParaRPr b="0" lang="en-JM" sz="1000" spc="-1" strike="noStrike">
                        <a:latin typeface="Arial"/>
                      </a:endParaRPr>
                    </a:p>
                    <a:p>
                      <a:pPr>
                        <a:lnSpc>
                          <a:spcPct val="100000"/>
                        </a:lnSpc>
                        <a:buNone/>
                      </a:pPr>
                      <a:r>
                        <a:rPr b="1" lang="en-CA" sz="1000" spc="-1" strike="noStrike">
                          <a:solidFill>
                            <a:srgbClr val="58585b"/>
                          </a:solidFill>
                          <a:latin typeface="Arial"/>
                        </a:rPr>
                        <a:t>192.168.10</a:t>
                      </a:r>
                      <a:r>
                        <a:rPr b="0" lang="en-CA" sz="1000" spc="-1" strike="noStrike">
                          <a:solidFill>
                            <a:srgbClr val="58585b"/>
                          </a:solidFill>
                          <a:latin typeface="Arial"/>
                        </a:rPr>
                        <a:t>.255 or </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192      168      10</a:t>
                      </a:r>
                      <a:br/>
                      <a:r>
                        <a:rPr b="0" lang="en-CA" sz="1000" spc="-1" strike="noStrike">
                          <a:solidFill>
                            <a:srgbClr val="58585b"/>
                          </a:solidFill>
                          <a:latin typeface="Courier New"/>
                        </a:rPr>
                        <a:t>11000000 10100000 00001010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gn="ctr">
                        <a:lnSpc>
                          <a:spcPct val="100000"/>
                        </a:lnSpc>
                        <a:buNone/>
                      </a:pPr>
                      <a:r>
                        <a:rPr b="0" lang="en-CA" sz="1000" spc="-1" strike="noStrike">
                          <a:solidFill>
                            <a:srgbClr val="58585b"/>
                          </a:solidFill>
                          <a:latin typeface="Courier New"/>
                        </a:rPr>
                        <a:t>255</a:t>
                      </a:r>
                      <a:br/>
                      <a:r>
                        <a:rPr b="0" lang="en-CA" sz="1000" spc="-1" strike="noStrike">
                          <a:solidFill>
                            <a:srgbClr val="58585b"/>
                          </a:solidFill>
                          <a:latin typeface="Courier New"/>
                        </a:rPr>
                        <a:t>11111111</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gn="ctr">
                        <a:lnSpc>
                          <a:spcPct val="100000"/>
                        </a:lnSpc>
                        <a:buNone/>
                      </a:pPr>
                      <a:r>
                        <a:rPr b="0" lang="en-CA" sz="1000" spc="-1" strike="noStrike">
                          <a:solidFill>
                            <a:srgbClr val="58585b"/>
                          </a:solidFill>
                          <a:latin typeface="Arial"/>
                        </a:rPr>
                        <a:t>All 1s</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11.2 </a:t>
            </a:r>
            <a:r>
              <a:rPr b="0" lang="en-CA" sz="4600" spc="-1" strike="noStrike">
                <a:solidFill>
                  <a:srgbClr val="afe8fb"/>
                </a:solidFill>
                <a:latin typeface="Arial"/>
                <a:ea typeface="ＭＳ Ｐゴシック"/>
              </a:rPr>
              <a:t>IPv4 Unicast, Broadcast, and Multicast</a:t>
            </a:r>
            <a:endParaRPr b="0" lang="en-US" sz="4600" spc="-1" strike="noStrike">
              <a:solidFill>
                <a:srgbClr val="58585b"/>
              </a:solidFill>
              <a:latin typeface="Arial"/>
            </a:endParaRPr>
          </a:p>
        </p:txBody>
      </p:sp>
    </p:spTree>
  </p:cSld>
  <p:transition spd="slow">
    <p:wipe dir="l"/>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IPv4 Unicast, Broadcast, and Multicast</a:t>
            </a:r>
            <a:br/>
            <a:r>
              <a:rPr b="0" lang="en-US" sz="2400" spc="-1" strike="noStrike">
                <a:solidFill>
                  <a:srgbClr val="004c69"/>
                </a:solidFill>
                <a:latin typeface="Arial"/>
                <a:ea typeface="ＭＳ Ｐゴシック"/>
              </a:rPr>
              <a:t>Unicast</a:t>
            </a:r>
            <a:endParaRPr b="0" lang="en-US" sz="2400" spc="-1" strike="noStrike">
              <a:solidFill>
                <a:srgbClr val="58585b"/>
              </a:solidFill>
              <a:latin typeface="Arial"/>
            </a:endParaRPr>
          </a:p>
        </p:txBody>
      </p:sp>
      <p:sp>
        <p:nvSpPr>
          <p:cNvPr id="366" name="PlaceHolder 2"/>
          <p:cNvSpPr>
            <a:spLocks noGrp="1"/>
          </p:cNvSpPr>
          <p:nvPr>
            <p:ph/>
          </p:nvPr>
        </p:nvSpPr>
        <p:spPr>
          <a:xfrm>
            <a:off x="432000" y="855360"/>
            <a:ext cx="8279640" cy="11804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Unicast transmission is sending a packet to one destination IP address.</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For example, the PC at 172.16.4.1 sends a unicast packet to the printer at 172.16.4.253.</a:t>
            </a:r>
            <a:endParaRPr b="0" lang="en-US" sz="1600" spc="-1" strike="noStrike">
              <a:solidFill>
                <a:srgbClr val="58585b"/>
              </a:solidFill>
              <a:latin typeface="Arial"/>
            </a:endParaRPr>
          </a:p>
        </p:txBody>
      </p:sp>
      <p:pic>
        <p:nvPicPr>
          <p:cNvPr id="367" name="Picture 1" descr=""/>
          <p:cNvPicPr/>
          <p:nvPr/>
        </p:nvPicPr>
        <p:blipFill>
          <a:blip r:embed="rId1"/>
          <a:stretch/>
        </p:blipFill>
        <p:spPr>
          <a:xfrm>
            <a:off x="876240" y="2132280"/>
            <a:ext cx="2829600" cy="2315880"/>
          </a:xfrm>
          <a:prstGeom prst="rect">
            <a:avLst/>
          </a:prstGeom>
          <a:ln w="0">
            <a:noFill/>
          </a:ln>
        </p:spPr>
      </p:pic>
      <p:sp>
        <p:nvSpPr>
          <p:cNvPr id="368" name="Arrow: Right 5"/>
          <p:cNvSpPr/>
          <p:nvPr/>
        </p:nvSpPr>
        <p:spPr>
          <a:xfrm>
            <a:off x="3971520" y="2840040"/>
            <a:ext cx="1050120" cy="246960"/>
          </a:xfrm>
          <a:prstGeom prst="rightArrow">
            <a:avLst>
              <a:gd name="adj1" fmla="val 50000"/>
              <a:gd name="adj2" fmla="val 50000"/>
            </a:avLst>
          </a:prstGeom>
          <a:gradFill rotWithShape="0">
            <a:gsLst>
              <a:gs pos="0">
                <a:srgbClr val="cc8400"/>
              </a:gs>
              <a:gs pos="100000">
                <a:srgbClr val="ffa80b"/>
              </a:gs>
            </a:gsLst>
            <a:lin ang="16200000"/>
          </a:gradFill>
          <a:ln w="0">
            <a:noFill/>
          </a:ln>
          <a:effectLst>
            <a:outerShdw blurRad="39960" dir="5400000" dist="23040" rotWithShape="0">
              <a:srgbClr val="000000">
                <a:alpha val="35000"/>
              </a:srgbClr>
            </a:outerShdw>
          </a:effectLst>
        </p:spPr>
        <p:style>
          <a:lnRef idx="0">
            <a:schemeClr val="accent6"/>
          </a:lnRef>
          <a:fillRef idx="3">
            <a:schemeClr val="accent6"/>
          </a:fillRef>
          <a:effectRef idx="3">
            <a:schemeClr val="accent6"/>
          </a:effectRef>
          <a:fontRef idx="minor"/>
        </p:style>
      </p:sp>
      <p:pic>
        <p:nvPicPr>
          <p:cNvPr id="369" name="Picture 4" descr=""/>
          <p:cNvPicPr/>
          <p:nvPr/>
        </p:nvPicPr>
        <p:blipFill>
          <a:blip r:embed="rId2"/>
          <a:stretch/>
        </p:blipFill>
        <p:spPr>
          <a:xfrm>
            <a:off x="5052240" y="2132280"/>
            <a:ext cx="2829600" cy="23158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IPv4 Unicast, Broadcast, and Multicast</a:t>
            </a:r>
            <a:br/>
            <a:r>
              <a:rPr b="0" lang="en-US" sz="2400" spc="-1" strike="noStrike">
                <a:solidFill>
                  <a:srgbClr val="004c69"/>
                </a:solidFill>
                <a:latin typeface="Arial"/>
                <a:ea typeface="ＭＳ Ｐゴシック"/>
              </a:rPr>
              <a:t>Broadcast</a:t>
            </a:r>
            <a:endParaRPr b="0" lang="en-US" sz="2400" spc="-1" strike="noStrike">
              <a:solidFill>
                <a:srgbClr val="58585b"/>
              </a:solidFill>
              <a:latin typeface="Arial"/>
            </a:endParaRPr>
          </a:p>
        </p:txBody>
      </p:sp>
      <p:sp>
        <p:nvSpPr>
          <p:cNvPr id="371" name="PlaceHolder 2"/>
          <p:cNvSpPr>
            <a:spLocks noGrp="1"/>
          </p:cNvSpPr>
          <p:nvPr>
            <p:ph/>
          </p:nvPr>
        </p:nvSpPr>
        <p:spPr>
          <a:xfrm>
            <a:off x="432000" y="855360"/>
            <a:ext cx="8279640" cy="100116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Broadcast </a:t>
            </a:r>
            <a:r>
              <a:rPr b="0" lang="en-CA" sz="1600" spc="-1" strike="noStrike">
                <a:solidFill>
                  <a:srgbClr val="000000"/>
                </a:solidFill>
                <a:latin typeface="Arial"/>
                <a:ea typeface="ＭＳ Ｐゴシック"/>
              </a:rPr>
              <a:t>transmission is sending a packet to all other destination IP addresses.</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For example, the PC at 172.16.4.1 sends a broadcast packet to all IPv4 hosts.</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p:txBody>
      </p:sp>
      <p:pic>
        <p:nvPicPr>
          <p:cNvPr id="372" name="Picture 8" descr=""/>
          <p:cNvPicPr/>
          <p:nvPr/>
        </p:nvPicPr>
        <p:blipFill>
          <a:blip r:embed="rId1"/>
          <a:stretch/>
        </p:blipFill>
        <p:spPr>
          <a:xfrm>
            <a:off x="896760" y="1992960"/>
            <a:ext cx="2814120" cy="2422800"/>
          </a:xfrm>
          <a:prstGeom prst="rect">
            <a:avLst/>
          </a:prstGeom>
          <a:ln w="0">
            <a:noFill/>
          </a:ln>
        </p:spPr>
      </p:pic>
      <p:sp>
        <p:nvSpPr>
          <p:cNvPr id="373" name="Arrow: Right 5"/>
          <p:cNvSpPr/>
          <p:nvPr/>
        </p:nvSpPr>
        <p:spPr>
          <a:xfrm>
            <a:off x="4046760" y="2840040"/>
            <a:ext cx="1050120" cy="246960"/>
          </a:xfrm>
          <a:prstGeom prst="rightArrow">
            <a:avLst>
              <a:gd name="adj1" fmla="val 50000"/>
              <a:gd name="adj2" fmla="val 50000"/>
            </a:avLst>
          </a:prstGeom>
          <a:gradFill rotWithShape="0">
            <a:gsLst>
              <a:gs pos="0">
                <a:srgbClr val="cc8400"/>
              </a:gs>
              <a:gs pos="100000">
                <a:srgbClr val="ffa80b"/>
              </a:gs>
            </a:gsLst>
            <a:lin ang="16200000"/>
          </a:gradFill>
          <a:ln w="0">
            <a:noFill/>
          </a:ln>
          <a:effectLst>
            <a:outerShdw blurRad="39960" dir="5400000" dist="23040" rotWithShape="0">
              <a:srgbClr val="000000">
                <a:alpha val="35000"/>
              </a:srgbClr>
            </a:outerShdw>
          </a:effectLst>
        </p:spPr>
        <p:style>
          <a:lnRef idx="0">
            <a:schemeClr val="accent6"/>
          </a:lnRef>
          <a:fillRef idx="3">
            <a:schemeClr val="accent6"/>
          </a:fillRef>
          <a:effectRef idx="3">
            <a:schemeClr val="accent6"/>
          </a:effectRef>
          <a:fontRef idx="minor"/>
        </p:style>
      </p:sp>
      <p:pic>
        <p:nvPicPr>
          <p:cNvPr id="374" name="Picture 10" descr=""/>
          <p:cNvPicPr/>
          <p:nvPr/>
        </p:nvPicPr>
        <p:blipFill>
          <a:blip r:embed="rId2"/>
          <a:stretch/>
        </p:blipFill>
        <p:spPr>
          <a:xfrm>
            <a:off x="5066640" y="1992600"/>
            <a:ext cx="2814120" cy="24228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IPv4 Unicast, Broadcast, and Multicast</a:t>
            </a:r>
            <a:br/>
            <a:r>
              <a:rPr b="0" lang="en-US" sz="2400" spc="-1" strike="noStrike">
                <a:solidFill>
                  <a:srgbClr val="004c69"/>
                </a:solidFill>
                <a:latin typeface="Arial"/>
                <a:ea typeface="ＭＳ Ｐゴシック"/>
              </a:rPr>
              <a:t>Multicast</a:t>
            </a:r>
            <a:endParaRPr b="0" lang="en-US" sz="2400" spc="-1" strike="noStrike">
              <a:solidFill>
                <a:srgbClr val="58585b"/>
              </a:solidFill>
              <a:latin typeface="Arial"/>
            </a:endParaRPr>
          </a:p>
        </p:txBody>
      </p:sp>
      <p:sp>
        <p:nvSpPr>
          <p:cNvPr id="376" name="PlaceHolder 2"/>
          <p:cNvSpPr>
            <a:spLocks noGrp="1"/>
          </p:cNvSpPr>
          <p:nvPr>
            <p:ph/>
          </p:nvPr>
        </p:nvSpPr>
        <p:spPr>
          <a:xfrm>
            <a:off x="432000" y="855360"/>
            <a:ext cx="8279640" cy="11804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Multicast </a:t>
            </a:r>
            <a:r>
              <a:rPr b="0" lang="en-CA" sz="1600" spc="-1" strike="noStrike">
                <a:solidFill>
                  <a:srgbClr val="000000"/>
                </a:solidFill>
                <a:latin typeface="Arial"/>
                <a:ea typeface="ＭＳ Ｐゴシック"/>
              </a:rPr>
              <a:t>transmission is sending a packet to a multicast address group.</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For example, the PC at 172.16.4.1 sends a multicast packet to the multicast group address 224.10.10.5.</a:t>
            </a:r>
            <a:endParaRPr b="0" lang="en-US" sz="1600" spc="-1" strike="noStrike">
              <a:solidFill>
                <a:srgbClr val="58585b"/>
              </a:solidFill>
              <a:latin typeface="Arial"/>
            </a:endParaRPr>
          </a:p>
        </p:txBody>
      </p:sp>
      <p:pic>
        <p:nvPicPr>
          <p:cNvPr id="377" name="Picture 5" descr=""/>
          <p:cNvPicPr/>
          <p:nvPr/>
        </p:nvPicPr>
        <p:blipFill>
          <a:blip r:embed="rId1"/>
          <a:stretch/>
        </p:blipFill>
        <p:spPr>
          <a:xfrm>
            <a:off x="918360" y="2278440"/>
            <a:ext cx="2862720" cy="2169000"/>
          </a:xfrm>
          <a:prstGeom prst="rect">
            <a:avLst/>
          </a:prstGeom>
          <a:ln w="0">
            <a:noFill/>
          </a:ln>
        </p:spPr>
      </p:pic>
      <p:sp>
        <p:nvSpPr>
          <p:cNvPr id="378" name="Arrow: Right 7"/>
          <p:cNvSpPr/>
          <p:nvPr/>
        </p:nvSpPr>
        <p:spPr>
          <a:xfrm>
            <a:off x="3999600" y="2840040"/>
            <a:ext cx="1050120" cy="246960"/>
          </a:xfrm>
          <a:prstGeom prst="rightArrow">
            <a:avLst>
              <a:gd name="adj1" fmla="val 50000"/>
              <a:gd name="adj2" fmla="val 50000"/>
            </a:avLst>
          </a:prstGeom>
          <a:gradFill rotWithShape="0">
            <a:gsLst>
              <a:gs pos="0">
                <a:srgbClr val="cc8400"/>
              </a:gs>
              <a:gs pos="100000">
                <a:srgbClr val="ffa80b"/>
              </a:gs>
            </a:gsLst>
            <a:lin ang="16200000"/>
          </a:gradFill>
          <a:ln w="0">
            <a:noFill/>
          </a:ln>
          <a:effectLst>
            <a:outerShdw blurRad="39960" dir="5400000" dist="23040" rotWithShape="0">
              <a:srgbClr val="000000">
                <a:alpha val="35000"/>
              </a:srgbClr>
            </a:outerShdw>
          </a:effectLst>
        </p:spPr>
        <p:style>
          <a:lnRef idx="0">
            <a:schemeClr val="accent6"/>
          </a:lnRef>
          <a:fillRef idx="3">
            <a:schemeClr val="accent6"/>
          </a:fillRef>
          <a:effectRef idx="3">
            <a:schemeClr val="accent6"/>
          </a:effectRef>
          <a:fontRef idx="minor"/>
        </p:style>
      </p:sp>
      <p:pic>
        <p:nvPicPr>
          <p:cNvPr id="379" name="Picture 6" descr=""/>
          <p:cNvPicPr/>
          <p:nvPr/>
        </p:nvPicPr>
        <p:blipFill>
          <a:blip r:embed="rId2"/>
          <a:stretch/>
        </p:blipFill>
        <p:spPr>
          <a:xfrm>
            <a:off x="5073840" y="2280600"/>
            <a:ext cx="2862720" cy="2169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11.3 </a:t>
            </a:r>
            <a:r>
              <a:rPr b="0" lang="en-CA" sz="4600" spc="-1" strike="noStrike">
                <a:solidFill>
                  <a:srgbClr val="afe8fb"/>
                </a:solidFill>
                <a:latin typeface="Arial"/>
                <a:ea typeface="ＭＳ Ｐゴシック"/>
              </a:rPr>
              <a:t>Types of IPv4 Addresses</a:t>
            </a:r>
            <a:endParaRPr b="0" lang="en-US" sz="4600" spc="-1" strike="noStrike">
              <a:solidFill>
                <a:srgbClr val="58585b"/>
              </a:solidFill>
              <a:latin typeface="Arial"/>
            </a:endParaRPr>
          </a:p>
        </p:txBody>
      </p:sp>
    </p:spTree>
  </p:cSld>
  <p:transition spd="slow">
    <p:wipe dir="l"/>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Types of IPv4 Addresses</a:t>
            </a:r>
            <a:br/>
            <a:r>
              <a:rPr b="0" lang="en-CA" sz="2400" spc="-1" strike="noStrike">
                <a:solidFill>
                  <a:srgbClr val="004c69"/>
                </a:solidFill>
                <a:latin typeface="Arial"/>
                <a:ea typeface="ＭＳ Ｐゴシック"/>
              </a:rPr>
              <a:t>Public and Private IPv4 Addresses</a:t>
            </a:r>
            <a:endParaRPr b="0" lang="en-US" sz="2400" spc="-1" strike="noStrike">
              <a:solidFill>
                <a:srgbClr val="58585b"/>
              </a:solidFill>
              <a:latin typeface="Arial"/>
            </a:endParaRPr>
          </a:p>
        </p:txBody>
      </p:sp>
      <p:sp>
        <p:nvSpPr>
          <p:cNvPr id="382" name="PlaceHolder 2"/>
          <p:cNvSpPr>
            <a:spLocks noGrp="1"/>
          </p:cNvSpPr>
          <p:nvPr>
            <p:ph/>
          </p:nvPr>
        </p:nvSpPr>
        <p:spPr>
          <a:xfrm>
            <a:off x="432000" y="855360"/>
            <a:ext cx="8279640" cy="8254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As defined in in RFC 1918, public IPv4 addresses are globally routed between internet service provider (ISP) routers. </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However, private addresses are not globally routable.</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p:txBody>
      </p:sp>
      <p:sp>
        <p:nvSpPr>
          <p:cNvPr id="383" name="Content Placeholder 3"/>
          <p:cNvSpPr/>
          <p:nvPr/>
        </p:nvSpPr>
        <p:spPr>
          <a:xfrm>
            <a:off x="432000" y="1681200"/>
            <a:ext cx="4268880" cy="2459880"/>
          </a:xfrm>
          <a:prstGeom prst="rect">
            <a:avLst/>
          </a:prstGeom>
          <a:noFill/>
          <a:ln w="0">
            <a:noFill/>
          </a:ln>
        </p:spPr>
        <p:style>
          <a:lnRef idx="0"/>
          <a:fillRef idx="0"/>
          <a:effectRef idx="0"/>
          <a:fontRef idx="minor"/>
        </p:style>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Private addresses are common blocks of addresses used by most organizations to assign IPv4 addresses to internal hosts.</a:t>
            </a:r>
            <a:endParaRPr b="0" lang="en-JM" sz="1600" spc="-1" strike="noStrike">
              <a:latin typeface="Arial"/>
            </a:endParaRPr>
          </a:p>
          <a:p>
            <a:pPr>
              <a:lnSpc>
                <a:spcPct val="100000"/>
              </a:lnSpc>
              <a:spcBef>
                <a:spcPts val="320"/>
              </a:spcBef>
              <a:buNone/>
            </a:pPr>
            <a:endParaRPr b="0" lang="en-JM" sz="1600" spc="-1" strike="noStrike">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Private IPv4 addresses are not unique and can be used internally within any network.</a:t>
            </a:r>
            <a:endParaRPr b="0" lang="en-JM" sz="1600" spc="-1" strike="noStrike">
              <a:latin typeface="Arial"/>
            </a:endParaRPr>
          </a:p>
          <a:p>
            <a:pPr>
              <a:lnSpc>
                <a:spcPct val="100000"/>
              </a:lnSpc>
              <a:spcBef>
                <a:spcPts val="320"/>
              </a:spcBef>
              <a:buNone/>
            </a:pPr>
            <a:endParaRPr b="0" lang="en-JM" sz="1600" spc="-1" strike="noStrike">
              <a:latin typeface="Arial"/>
            </a:endParaRPr>
          </a:p>
          <a:p>
            <a:pPr>
              <a:lnSpc>
                <a:spcPct val="100000"/>
              </a:lnSpc>
              <a:spcBef>
                <a:spcPts val="320"/>
              </a:spcBef>
              <a:buNone/>
            </a:pPr>
            <a:endParaRPr b="0" lang="en-JM" sz="1600" spc="-1" strike="noStrike">
              <a:latin typeface="Arial"/>
            </a:endParaRPr>
          </a:p>
        </p:txBody>
      </p:sp>
      <p:graphicFrame>
        <p:nvGraphicFramePr>
          <p:cNvPr id="384" name="Table 5"/>
          <p:cNvGraphicFramePr/>
          <p:nvPr/>
        </p:nvGraphicFramePr>
        <p:xfrm>
          <a:off x="5173560" y="1805040"/>
          <a:ext cx="3643920" cy="1482840"/>
        </p:xfrm>
        <a:graphic>
          <a:graphicData uri="http://schemas.openxmlformats.org/drawingml/2006/table">
            <a:tbl>
              <a:tblPr/>
              <a:tblGrid>
                <a:gridCol w="1219320"/>
                <a:gridCol w="2424600"/>
              </a:tblGrid>
              <a:tr h="370800">
                <a:tc>
                  <a:txBody>
                    <a:bodyPr lIns="31680" rIns="31680" tIns="31680" bIns="31680" anchor="ctr">
                      <a:noAutofit/>
                    </a:bodyPr>
                    <a:p>
                      <a:pPr>
                        <a:lnSpc>
                          <a:spcPct val="100000"/>
                        </a:lnSpc>
                        <a:buNone/>
                      </a:pPr>
                      <a:r>
                        <a:rPr b="1" lang="en-CA" sz="1100" spc="-1" strike="noStrike">
                          <a:solidFill>
                            <a:srgbClr val="ffffff"/>
                          </a:solidFill>
                          <a:latin typeface="Arial"/>
                        </a:rPr>
                        <a:t>Network Address and Prefix</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100" spc="-1" strike="noStrike">
                          <a:solidFill>
                            <a:srgbClr val="ffffff"/>
                          </a:solidFill>
                          <a:latin typeface="Arial"/>
                        </a:rPr>
                        <a:t>RFC 1918 Private Address Range</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31680" rIns="31680" tIns="31680" bIns="31680" anchor="ctr">
                      <a:noAutofit/>
                    </a:bodyPr>
                    <a:p>
                      <a:pPr>
                        <a:lnSpc>
                          <a:spcPct val="100000"/>
                        </a:lnSpc>
                        <a:buNone/>
                      </a:pPr>
                      <a:r>
                        <a:rPr b="0" lang="en-CA" sz="1100" spc="-1" strike="noStrike">
                          <a:solidFill>
                            <a:srgbClr val="58585b"/>
                          </a:solidFill>
                          <a:latin typeface="Arial"/>
                        </a:rPr>
                        <a:t>10.0.0.0/8</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100" spc="-1" strike="noStrike">
                          <a:solidFill>
                            <a:srgbClr val="58585b"/>
                          </a:solidFill>
                          <a:latin typeface="Arial"/>
                        </a:rPr>
                        <a:t>10.0.0.0 - 10.255.255.255</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0" lang="en-CA" sz="1100" spc="-1" strike="noStrike">
                          <a:solidFill>
                            <a:srgbClr val="58585b"/>
                          </a:solidFill>
                          <a:latin typeface="Arial"/>
                        </a:rPr>
                        <a:t>172.16.0.0/12</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100" spc="-1" strike="noStrike">
                          <a:solidFill>
                            <a:srgbClr val="58585b"/>
                          </a:solidFill>
                          <a:latin typeface="Arial"/>
                        </a:rPr>
                        <a:t>172.16.0.0 - 172.31.255.255</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31680" rIns="31680" tIns="31680" bIns="31680" anchor="ctr">
                      <a:noAutofit/>
                    </a:bodyPr>
                    <a:p>
                      <a:pPr>
                        <a:lnSpc>
                          <a:spcPct val="100000"/>
                        </a:lnSpc>
                        <a:buNone/>
                      </a:pPr>
                      <a:r>
                        <a:rPr b="0" lang="en-CA" sz="1100" spc="-1" strike="noStrike">
                          <a:solidFill>
                            <a:srgbClr val="58585b"/>
                          </a:solidFill>
                          <a:latin typeface="Arial"/>
                        </a:rPr>
                        <a:t>192.168.0.0/16</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100" spc="-1" strike="noStrike">
                          <a:solidFill>
                            <a:srgbClr val="58585b"/>
                          </a:solidFill>
                          <a:latin typeface="Arial"/>
                        </a:rPr>
                        <a:t>192.168.0.0 - 192.168.255.255</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Types of IPv4 Addresses</a:t>
            </a:r>
            <a:br/>
            <a:r>
              <a:rPr b="0" lang="en-US" sz="2400" spc="-1" strike="noStrike">
                <a:solidFill>
                  <a:srgbClr val="004c69"/>
                </a:solidFill>
                <a:latin typeface="Arial"/>
                <a:ea typeface="ＭＳ Ｐゴシック"/>
              </a:rPr>
              <a:t>Routing to the Internet</a:t>
            </a:r>
            <a:endParaRPr b="0" lang="en-US" sz="2400" spc="-1" strike="noStrike">
              <a:solidFill>
                <a:srgbClr val="58585b"/>
              </a:solidFill>
              <a:latin typeface="Arial"/>
            </a:endParaRPr>
          </a:p>
        </p:txBody>
      </p:sp>
      <p:sp>
        <p:nvSpPr>
          <p:cNvPr id="386" name="PlaceHolder 2"/>
          <p:cNvSpPr>
            <a:spLocks noGrp="1"/>
          </p:cNvSpPr>
          <p:nvPr>
            <p:ph/>
          </p:nvPr>
        </p:nvSpPr>
        <p:spPr>
          <a:xfrm>
            <a:off x="432000" y="855360"/>
            <a:ext cx="8279640" cy="72792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Network Address Translation (NAT) translates private IPv4 addresses to public IPv4 addresses.</a:t>
            </a:r>
            <a:endParaRPr b="0" lang="en-US" sz="1600" spc="-1" strike="noStrike">
              <a:solidFill>
                <a:srgbClr val="58585b"/>
              </a:solidFill>
              <a:latin typeface="Arial"/>
            </a:endParaRPr>
          </a:p>
        </p:txBody>
      </p:sp>
      <p:sp>
        <p:nvSpPr>
          <p:cNvPr id="387" name="Content Placeholder 3"/>
          <p:cNvSpPr/>
          <p:nvPr/>
        </p:nvSpPr>
        <p:spPr>
          <a:xfrm>
            <a:off x="432000" y="1683720"/>
            <a:ext cx="2905200" cy="3073680"/>
          </a:xfrm>
          <a:prstGeom prst="rect">
            <a:avLst/>
          </a:prstGeom>
          <a:noFill/>
          <a:ln w="0">
            <a:noFill/>
          </a:ln>
        </p:spPr>
        <p:style>
          <a:lnRef idx="0"/>
          <a:fillRef idx="0"/>
          <a:effectRef idx="0"/>
          <a:fontRef idx="minor"/>
        </p:style>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NAT is typically enabled on the edge router connecting to the internet.</a:t>
            </a:r>
            <a:endParaRPr b="0" lang="en-JM" sz="1600" spc="-1" strike="noStrike">
              <a:latin typeface="Arial"/>
            </a:endParaRPr>
          </a:p>
          <a:p>
            <a:pPr>
              <a:lnSpc>
                <a:spcPct val="100000"/>
              </a:lnSpc>
              <a:spcBef>
                <a:spcPts val="320"/>
              </a:spcBef>
              <a:buNone/>
            </a:pPr>
            <a:endParaRPr b="0" lang="en-JM" sz="1600" spc="-1" strike="noStrike">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It translates the internal private address to a public global IP address.</a:t>
            </a:r>
            <a:endParaRPr b="0" lang="en-JM" sz="1600" spc="-1" strike="noStrike">
              <a:latin typeface="Arial"/>
            </a:endParaRPr>
          </a:p>
        </p:txBody>
      </p:sp>
      <p:pic>
        <p:nvPicPr>
          <p:cNvPr id="388" name="Picture 1" descr=""/>
          <p:cNvPicPr/>
          <p:nvPr/>
        </p:nvPicPr>
        <p:blipFill>
          <a:blip r:embed="rId1"/>
          <a:stretch/>
        </p:blipFill>
        <p:spPr>
          <a:xfrm>
            <a:off x="3337560" y="1583640"/>
            <a:ext cx="5288040" cy="34398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Types of IPv4 Addresses</a:t>
            </a:r>
            <a:br/>
            <a:r>
              <a:rPr b="0" lang="en-US" sz="2400" spc="-1" strike="noStrike">
                <a:solidFill>
                  <a:srgbClr val="004c69"/>
                </a:solidFill>
                <a:latin typeface="Arial"/>
                <a:ea typeface="ＭＳ Ｐゴシック"/>
              </a:rPr>
              <a:t>Special Use IPv4 Addresses</a:t>
            </a:r>
            <a:endParaRPr b="0" lang="en-US" sz="2400" spc="-1" strike="noStrike">
              <a:solidFill>
                <a:srgbClr val="58585b"/>
              </a:solidFill>
              <a:latin typeface="Arial"/>
            </a:endParaRPr>
          </a:p>
        </p:txBody>
      </p:sp>
      <p:sp>
        <p:nvSpPr>
          <p:cNvPr id="390" name="PlaceHolder 2"/>
          <p:cNvSpPr>
            <a:spLocks noGrp="1"/>
          </p:cNvSpPr>
          <p:nvPr>
            <p:ph/>
          </p:nvPr>
        </p:nvSpPr>
        <p:spPr>
          <a:xfrm>
            <a:off x="432000" y="855360"/>
            <a:ext cx="4799520" cy="1478520"/>
          </a:xfrm>
          <a:prstGeom prst="rect">
            <a:avLst/>
          </a:prstGeom>
          <a:noFill/>
          <a:ln w="0">
            <a:noFill/>
          </a:ln>
        </p:spPr>
        <p:txBody>
          <a:bodyPr anchor="t">
            <a:noAutofit/>
          </a:bodyPr>
          <a:p>
            <a:pPr>
              <a:lnSpc>
                <a:spcPct val="100000"/>
              </a:lnSpc>
              <a:spcBef>
                <a:spcPts val="400"/>
              </a:spcBef>
              <a:buNone/>
              <a:tabLst>
                <a:tab algn="l" pos="0"/>
              </a:tabLst>
            </a:pPr>
            <a:r>
              <a:rPr b="0" lang="en-CA" sz="2000" spc="-1" strike="noStrike">
                <a:solidFill>
                  <a:srgbClr val="000000"/>
                </a:solidFill>
                <a:latin typeface="Arial"/>
                <a:ea typeface="ＭＳ Ｐゴシック"/>
              </a:rPr>
              <a:t>Loopback addresses</a:t>
            </a:r>
            <a:endParaRPr b="0" lang="en-US" sz="20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127.0.0.0 /8 (127.0.0.1 to 127.255.255.254)</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Commonly identified as only 127.0.0.1</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Used on a host to test if TCP/IP is operational.</a:t>
            </a:r>
            <a:endParaRPr b="0" lang="en-US" sz="1600" spc="-1" strike="noStrike">
              <a:solidFill>
                <a:srgbClr val="58585b"/>
              </a:solidFill>
              <a:latin typeface="Arial"/>
            </a:endParaRPr>
          </a:p>
        </p:txBody>
      </p:sp>
      <p:pic>
        <p:nvPicPr>
          <p:cNvPr id="391" name="Picture 1" descr=""/>
          <p:cNvPicPr/>
          <p:nvPr/>
        </p:nvPicPr>
        <p:blipFill>
          <a:blip r:embed="rId1"/>
          <a:stretch/>
        </p:blipFill>
        <p:spPr>
          <a:xfrm>
            <a:off x="5357160" y="1214280"/>
            <a:ext cx="3563640" cy="876600"/>
          </a:xfrm>
          <a:prstGeom prst="rect">
            <a:avLst/>
          </a:prstGeom>
          <a:ln w="0">
            <a:noFill/>
          </a:ln>
        </p:spPr>
      </p:pic>
      <p:sp>
        <p:nvSpPr>
          <p:cNvPr id="392" name="Content Placeholder 3"/>
          <p:cNvSpPr/>
          <p:nvPr/>
        </p:nvSpPr>
        <p:spPr>
          <a:xfrm>
            <a:off x="432000" y="2385360"/>
            <a:ext cx="8206200" cy="1906560"/>
          </a:xfrm>
          <a:prstGeom prst="rect">
            <a:avLst/>
          </a:prstGeom>
          <a:noFill/>
          <a:ln w="0">
            <a:noFill/>
          </a:ln>
        </p:spPr>
        <p:style>
          <a:lnRef idx="0"/>
          <a:fillRef idx="0"/>
          <a:effectRef idx="0"/>
          <a:fontRef idx="minor"/>
        </p:style>
        <p:txBody>
          <a:bodyPr anchor="t">
            <a:noAutofit/>
          </a:bodyPr>
          <a:p>
            <a:pPr>
              <a:lnSpc>
                <a:spcPct val="100000"/>
              </a:lnSpc>
              <a:spcBef>
                <a:spcPts val="400"/>
              </a:spcBef>
              <a:buNone/>
              <a:tabLst>
                <a:tab algn="l" pos="0"/>
              </a:tabLst>
            </a:pPr>
            <a:r>
              <a:rPr b="0" lang="en-CA" sz="2000" spc="-1" strike="noStrike">
                <a:solidFill>
                  <a:srgbClr val="000000"/>
                </a:solidFill>
                <a:latin typeface="Arial"/>
                <a:ea typeface="ＭＳ Ｐゴシック"/>
              </a:rPr>
              <a:t>Link-Local addresses</a:t>
            </a:r>
            <a:endParaRPr b="0" lang="en-JM" sz="2000" spc="-1" strike="noStrike">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169.254.0.0 /16 (169.254.0.1 to 169.254.255.254)</a:t>
            </a:r>
            <a:endParaRPr b="0" lang="en-JM" sz="1600" spc="-1" strike="noStrike">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Commonly known as the Automatic Private IP Addressing (APIPA) addresses or self-assigned addresses. </a:t>
            </a:r>
            <a:endParaRPr b="0" lang="en-JM" sz="1600" spc="-1" strike="noStrike">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Used by Windows DHCP clients to self-configure when no DHCP servers are available.</a:t>
            </a:r>
            <a:endParaRPr b="0" lang="en-JM" sz="16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Types of IPv4 Addresses</a:t>
            </a:r>
            <a:br/>
            <a:r>
              <a:rPr b="0" lang="en-US" sz="2400" spc="-1" strike="noStrike">
                <a:solidFill>
                  <a:srgbClr val="004c69"/>
                </a:solidFill>
                <a:latin typeface="Arial"/>
                <a:ea typeface="ＭＳ Ｐゴシック"/>
              </a:rPr>
              <a:t>Legacy Classful Addressing</a:t>
            </a:r>
            <a:endParaRPr b="0" lang="en-US" sz="2400" spc="-1" strike="noStrike">
              <a:solidFill>
                <a:srgbClr val="58585b"/>
              </a:solidFill>
              <a:latin typeface="Arial"/>
            </a:endParaRPr>
          </a:p>
        </p:txBody>
      </p:sp>
      <p:pic>
        <p:nvPicPr>
          <p:cNvPr id="394" name="Picture 1" descr=""/>
          <p:cNvPicPr/>
          <p:nvPr/>
        </p:nvPicPr>
        <p:blipFill>
          <a:blip r:embed="rId1"/>
          <a:stretch/>
        </p:blipFill>
        <p:spPr>
          <a:xfrm>
            <a:off x="5482440" y="1248120"/>
            <a:ext cx="3163320" cy="1836360"/>
          </a:xfrm>
          <a:prstGeom prst="rect">
            <a:avLst/>
          </a:prstGeom>
          <a:ln w="0">
            <a:noFill/>
          </a:ln>
        </p:spPr>
      </p:pic>
      <p:sp>
        <p:nvSpPr>
          <p:cNvPr id="395" name="PlaceHolder 2"/>
          <p:cNvSpPr>
            <a:spLocks noGrp="1"/>
          </p:cNvSpPr>
          <p:nvPr>
            <p:ph/>
          </p:nvPr>
        </p:nvSpPr>
        <p:spPr>
          <a:xfrm>
            <a:off x="432000" y="685800"/>
            <a:ext cx="4956120" cy="4060440"/>
          </a:xfrm>
          <a:prstGeom prst="rect">
            <a:avLst/>
          </a:prstGeom>
          <a:noFill/>
          <a:ln w="0">
            <a:noFill/>
          </a:ln>
        </p:spPr>
        <p:txBody>
          <a:bodyPr anchor="t">
            <a:noAutofit/>
          </a:bodyPr>
          <a:p>
            <a:pPr>
              <a:lnSpc>
                <a:spcPct val="100000"/>
              </a:lnSpc>
              <a:spcBef>
                <a:spcPts val="400"/>
              </a:spcBef>
              <a:buNone/>
              <a:tabLst>
                <a:tab algn="l" pos="0"/>
              </a:tabLst>
            </a:pPr>
            <a:r>
              <a:rPr b="0" lang="en-US" sz="2000" spc="-1" strike="noStrike">
                <a:solidFill>
                  <a:srgbClr val="000000"/>
                </a:solidFill>
                <a:latin typeface="Arial"/>
                <a:ea typeface="ＭＳ Ｐゴシック"/>
              </a:rPr>
              <a:t>RFC 790 (1981) allocated IPv4 addresses in classes</a:t>
            </a:r>
            <a:endParaRPr b="0" lang="en-US" sz="20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Class A (0.0.0.0/8 to 127.0.0.0/8)</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Class B (128.0.0.0 /16 – 191.255.0.0 /16)</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Class C (192.0.0.0 /24 – 223.255.255.0 /24)</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Class D (224.0.0.0 to 239.0.0.0)</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Class E (240.0.0.0 – 255.0.0.0)</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Classful addressing wasted many IPv4 addresses.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CA" sz="1600" spc="-1" strike="noStrike">
                <a:solidFill>
                  <a:srgbClr val="000000"/>
                </a:solidFill>
                <a:latin typeface="Arial"/>
                <a:ea typeface="ＭＳ Ｐゴシック"/>
              </a:rPr>
              <a:t>Classful address allocation was replaced with classless addressing which ignores the rules of classes (A, B, C). </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Types of IPv4 Addresses</a:t>
            </a:r>
            <a:br/>
            <a:r>
              <a:rPr b="0" lang="en-US" sz="2400" spc="-1" strike="noStrike">
                <a:solidFill>
                  <a:srgbClr val="004c69"/>
                </a:solidFill>
                <a:latin typeface="Arial"/>
                <a:ea typeface="ＭＳ Ｐゴシック"/>
              </a:rPr>
              <a:t>Assignment of IP Addresses</a:t>
            </a:r>
            <a:endParaRPr b="0" lang="en-US" sz="2400" spc="-1" strike="noStrike">
              <a:solidFill>
                <a:srgbClr val="58585b"/>
              </a:solidFill>
              <a:latin typeface="Arial"/>
            </a:endParaRPr>
          </a:p>
        </p:txBody>
      </p:sp>
      <p:sp>
        <p:nvSpPr>
          <p:cNvPr id="397" name="PlaceHolder 2"/>
          <p:cNvSpPr>
            <a:spLocks noGrp="1"/>
          </p:cNvSpPr>
          <p:nvPr>
            <p:ph/>
          </p:nvPr>
        </p:nvSpPr>
        <p:spPr>
          <a:xfrm>
            <a:off x="432000" y="855360"/>
            <a:ext cx="8279640" cy="7372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The Internet Assigned Numbers Authority (IANA) manages and allocates blocks of IPv4 and IPv6 addresses to five Regional Internet Registries (RIRs). </a:t>
            </a:r>
            <a:endParaRPr b="0" lang="en-US" sz="1600" spc="-1" strike="noStrike">
              <a:solidFill>
                <a:srgbClr val="58585b"/>
              </a:solidFill>
              <a:latin typeface="Arial"/>
            </a:endParaRPr>
          </a:p>
        </p:txBody>
      </p:sp>
      <p:sp>
        <p:nvSpPr>
          <p:cNvPr id="398" name="Content Placeholder 3"/>
          <p:cNvSpPr/>
          <p:nvPr/>
        </p:nvSpPr>
        <p:spPr>
          <a:xfrm>
            <a:off x="432000" y="1681200"/>
            <a:ext cx="3337560" cy="2247840"/>
          </a:xfrm>
          <a:prstGeom prst="rect">
            <a:avLst/>
          </a:prstGeom>
          <a:noFill/>
          <a:ln w="0">
            <a:noFill/>
          </a:ln>
        </p:spPr>
        <p:style>
          <a:lnRef idx="0"/>
          <a:fillRef idx="0"/>
          <a:effectRef idx="0"/>
          <a:fontRef idx="minor"/>
        </p:style>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RIRs are responsible for allocating IP addresses to ISPs who provide IPv4 address blocks to smaller ISPs and organizations. </a:t>
            </a:r>
            <a:endParaRPr b="0" lang="en-JM" sz="1600" spc="-1" strike="noStrike">
              <a:latin typeface="Arial"/>
            </a:endParaRPr>
          </a:p>
        </p:txBody>
      </p:sp>
      <p:pic>
        <p:nvPicPr>
          <p:cNvPr id="399" name="Picture 1" descr=""/>
          <p:cNvPicPr/>
          <p:nvPr/>
        </p:nvPicPr>
        <p:blipFill>
          <a:blip r:embed="rId1"/>
          <a:stretch/>
        </p:blipFill>
        <p:spPr>
          <a:xfrm>
            <a:off x="3937320" y="1681200"/>
            <a:ext cx="4606920" cy="2371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11.4 </a:t>
            </a:r>
            <a:r>
              <a:rPr b="0" lang="en-CA" sz="4600" spc="-1" strike="noStrike">
                <a:solidFill>
                  <a:srgbClr val="afe8fb"/>
                </a:solidFill>
                <a:latin typeface="Arial"/>
                <a:ea typeface="ＭＳ Ｐゴシック"/>
              </a:rPr>
              <a:t>Network Segmentation</a:t>
            </a:r>
            <a:br/>
            <a:endParaRPr b="0" lang="en-US" sz="4600" spc="-1" strike="noStrike">
              <a:solidFill>
                <a:srgbClr val="58585b"/>
              </a:solidFill>
              <a:latin typeface="Arial"/>
            </a:endParaRPr>
          </a:p>
        </p:txBody>
      </p:sp>
    </p:spTree>
  </p:cSld>
  <p:transition spd="slow">
    <p:wipe dir="l"/>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Network Segmentation</a:t>
            </a:r>
            <a:br/>
            <a:r>
              <a:rPr b="0" lang="en-US" sz="2400" spc="-1" strike="noStrike">
                <a:solidFill>
                  <a:srgbClr val="004c69"/>
                </a:solidFill>
                <a:latin typeface="Arial"/>
                <a:ea typeface="ＭＳ Ｐゴシック"/>
              </a:rPr>
              <a:t>Broadcast Domains and Segmentation</a:t>
            </a:r>
            <a:endParaRPr b="0" lang="en-US" sz="2400" spc="-1" strike="noStrike">
              <a:solidFill>
                <a:srgbClr val="58585b"/>
              </a:solidFill>
              <a:latin typeface="Arial"/>
            </a:endParaRPr>
          </a:p>
        </p:txBody>
      </p:sp>
      <p:sp>
        <p:nvSpPr>
          <p:cNvPr id="402" name="PlaceHolder 2"/>
          <p:cNvSpPr>
            <a:spLocks noGrp="1"/>
          </p:cNvSpPr>
          <p:nvPr>
            <p:ph/>
          </p:nvPr>
        </p:nvSpPr>
        <p:spPr>
          <a:xfrm>
            <a:off x="432000" y="855360"/>
            <a:ext cx="8216640" cy="118980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Many protocols use broadcasts or multicasts (e.g., ARP use broadcasts to locate other devices, hosts send DHCP discover broadcasts to locate a DHCP server.)</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Switches propagate broadcasts out all interfaces except the interface on which it was received. </a:t>
            </a:r>
            <a:endParaRPr b="0" lang="en-US" sz="1600" spc="-1" strike="noStrike">
              <a:solidFill>
                <a:srgbClr val="58585b"/>
              </a:solidFill>
              <a:latin typeface="Arial"/>
            </a:endParaRPr>
          </a:p>
        </p:txBody>
      </p:sp>
      <p:pic>
        <p:nvPicPr>
          <p:cNvPr id="403" name="Picture 1" descr=""/>
          <p:cNvPicPr/>
          <p:nvPr/>
        </p:nvPicPr>
        <p:blipFill>
          <a:blip r:embed="rId1"/>
          <a:stretch/>
        </p:blipFill>
        <p:spPr>
          <a:xfrm>
            <a:off x="936000" y="1910880"/>
            <a:ext cx="4431600" cy="2638440"/>
          </a:xfrm>
          <a:prstGeom prst="rect">
            <a:avLst/>
          </a:prstGeom>
          <a:ln w="0">
            <a:noFill/>
          </a:ln>
        </p:spPr>
      </p:pic>
      <p:sp>
        <p:nvSpPr>
          <p:cNvPr id="404" name="Content Placeholder 3"/>
          <p:cNvSpPr/>
          <p:nvPr/>
        </p:nvSpPr>
        <p:spPr>
          <a:xfrm>
            <a:off x="5464800" y="2205360"/>
            <a:ext cx="3323880" cy="2343960"/>
          </a:xfrm>
          <a:prstGeom prst="rect">
            <a:avLst/>
          </a:prstGeom>
          <a:noFill/>
          <a:ln w="0">
            <a:noFill/>
          </a:ln>
        </p:spPr>
        <p:style>
          <a:lnRef idx="0"/>
          <a:fillRef idx="0"/>
          <a:effectRef idx="0"/>
          <a:fontRef idx="minor"/>
        </p:style>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The only device that stops broadcasts is a router.</a:t>
            </a:r>
            <a:endParaRPr b="0" lang="en-JM" sz="1600" spc="-1" strike="noStrike">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Routers do not propagate broadcasts. </a:t>
            </a:r>
            <a:endParaRPr b="0" lang="en-JM" sz="1600" spc="-1" strike="noStrike">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Each router interface connects to a broadcast domain and broadcasts are only propagated within that specific broadcast domain.</a:t>
            </a:r>
            <a:endParaRPr b="0" lang="en-JM" sz="16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Network Segmentation</a:t>
            </a:r>
            <a:br/>
            <a:r>
              <a:rPr b="0" lang="en-CA" sz="2400" spc="-1" strike="noStrike">
                <a:solidFill>
                  <a:srgbClr val="004c69"/>
                </a:solidFill>
                <a:latin typeface="Arial"/>
                <a:ea typeface="ＭＳ Ｐゴシック"/>
              </a:rPr>
              <a:t>Problems with Large Broadcast Domains</a:t>
            </a:r>
            <a:endParaRPr b="0" lang="en-US" sz="2400" spc="-1" strike="noStrike">
              <a:solidFill>
                <a:srgbClr val="58585b"/>
              </a:solidFill>
              <a:latin typeface="Arial"/>
            </a:endParaRPr>
          </a:p>
        </p:txBody>
      </p:sp>
      <p:sp>
        <p:nvSpPr>
          <p:cNvPr id="406" name="PlaceHolder 2"/>
          <p:cNvSpPr>
            <a:spLocks noGrp="1"/>
          </p:cNvSpPr>
          <p:nvPr>
            <p:ph/>
          </p:nvPr>
        </p:nvSpPr>
        <p:spPr>
          <a:xfrm>
            <a:off x="432000" y="855360"/>
            <a:ext cx="4806720" cy="389916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A problem with a large broadcast domain is that these hosts can generate excessive broadcasts and negatively affect the network.</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The solution is to reduce the size of the network to create smaller broadcast domains in a process called subnetting. </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Dividing the network address 172.16.0.0 /16 into two subnets of 200 users each: 172.16.0.0 /24 and 172.16.1.0 /24.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Broadcasts are only propagated within the smaller broadcast domains. </a:t>
            </a:r>
            <a:endParaRPr b="0" lang="en-US" sz="1600" spc="-1" strike="noStrike">
              <a:solidFill>
                <a:srgbClr val="58585b"/>
              </a:solidFill>
              <a:latin typeface="Arial"/>
            </a:endParaRPr>
          </a:p>
        </p:txBody>
      </p:sp>
      <p:pic>
        <p:nvPicPr>
          <p:cNvPr id="407" name="Picture 1" descr=""/>
          <p:cNvPicPr/>
          <p:nvPr/>
        </p:nvPicPr>
        <p:blipFill>
          <a:blip r:embed="rId1"/>
          <a:stretch/>
        </p:blipFill>
        <p:spPr>
          <a:xfrm>
            <a:off x="5447880" y="582120"/>
            <a:ext cx="3330000" cy="1979640"/>
          </a:xfrm>
          <a:prstGeom prst="rect">
            <a:avLst/>
          </a:prstGeom>
          <a:ln w="0">
            <a:noFill/>
          </a:ln>
        </p:spPr>
      </p:pic>
      <p:pic>
        <p:nvPicPr>
          <p:cNvPr id="408" name="Picture 4" descr=""/>
          <p:cNvPicPr/>
          <p:nvPr/>
        </p:nvPicPr>
        <p:blipFill>
          <a:blip r:embed="rId2"/>
          <a:stretch/>
        </p:blipFill>
        <p:spPr>
          <a:xfrm>
            <a:off x="5165280" y="2791080"/>
            <a:ext cx="3802320" cy="17553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Network Segmentation</a:t>
            </a:r>
            <a:br/>
            <a:r>
              <a:rPr b="0" lang="en-US" sz="2400" spc="-1" strike="noStrike">
                <a:solidFill>
                  <a:srgbClr val="004c69"/>
                </a:solidFill>
                <a:latin typeface="Arial"/>
                <a:ea typeface="ＭＳ Ｐゴシック"/>
              </a:rPr>
              <a:t>Reasons for Segmenting Networks</a:t>
            </a:r>
            <a:endParaRPr b="0" lang="en-US" sz="2400" spc="-1" strike="noStrike">
              <a:solidFill>
                <a:srgbClr val="58585b"/>
              </a:solidFill>
              <a:latin typeface="Arial"/>
            </a:endParaRPr>
          </a:p>
        </p:txBody>
      </p:sp>
      <p:sp>
        <p:nvSpPr>
          <p:cNvPr id="410" name="PlaceHolder 2"/>
          <p:cNvSpPr>
            <a:spLocks noGrp="1"/>
          </p:cNvSpPr>
          <p:nvPr>
            <p:ph/>
          </p:nvPr>
        </p:nvSpPr>
        <p:spPr>
          <a:xfrm>
            <a:off x="432000" y="855360"/>
            <a:ext cx="8279640" cy="154980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Subnetting reduces overall network traffic and improves network performance.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It can be used to implement security policies between subnets.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Subnetting reduces the number of devices affected by abnormal broadcast traffic.</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Subnets are used for a variety of reasons including by:</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p:txBody>
      </p:sp>
      <p:sp>
        <p:nvSpPr>
          <p:cNvPr id="411" name="Rectangle 6"/>
          <p:cNvSpPr/>
          <p:nvPr/>
        </p:nvSpPr>
        <p:spPr>
          <a:xfrm>
            <a:off x="375480" y="2491920"/>
            <a:ext cx="2697840" cy="1806480"/>
          </a:xfrm>
          <a:prstGeom prst="rect">
            <a:avLst/>
          </a:prstGeom>
          <a:noFill/>
          <a:ln>
            <a:solidFill>
              <a:srgbClr val="31c3f3"/>
            </a:solidFill>
            <a:round/>
          </a:ln>
          <a:effectLst>
            <a:outerShdw blurRad="39960" dir="5400000" dist="2016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rIns="90000" tIns="45000" bIns="45000" anchor="t">
            <a:noAutofit/>
          </a:bodyPr>
          <a:p>
            <a:pPr>
              <a:lnSpc>
                <a:spcPct val="100000"/>
              </a:lnSpc>
              <a:buNone/>
            </a:pPr>
            <a:r>
              <a:rPr b="0" lang="en-US" sz="1600" spc="-1" strike="noStrike">
                <a:solidFill>
                  <a:srgbClr val="58585b"/>
                </a:solidFill>
                <a:latin typeface="Arial"/>
                <a:ea typeface="ＭＳ Ｐゴシック"/>
              </a:rPr>
              <a:t>Location</a:t>
            </a:r>
            <a:endParaRPr b="0" lang="en-JM" sz="1600" spc="-1" strike="noStrike">
              <a:latin typeface="Arial"/>
            </a:endParaRPr>
          </a:p>
        </p:txBody>
      </p:sp>
      <p:pic>
        <p:nvPicPr>
          <p:cNvPr id="412" name="Picture 1" descr=""/>
          <p:cNvPicPr/>
          <p:nvPr/>
        </p:nvPicPr>
        <p:blipFill>
          <a:blip r:embed="rId1"/>
          <a:stretch/>
        </p:blipFill>
        <p:spPr>
          <a:xfrm>
            <a:off x="342720" y="2914560"/>
            <a:ext cx="2788560" cy="1317960"/>
          </a:xfrm>
          <a:prstGeom prst="rect">
            <a:avLst/>
          </a:prstGeom>
          <a:ln w="0">
            <a:noFill/>
          </a:ln>
        </p:spPr>
      </p:pic>
      <p:sp>
        <p:nvSpPr>
          <p:cNvPr id="413" name="Rectangle 7"/>
          <p:cNvSpPr/>
          <p:nvPr/>
        </p:nvSpPr>
        <p:spPr>
          <a:xfrm>
            <a:off x="3342960" y="2491920"/>
            <a:ext cx="2697840" cy="2036520"/>
          </a:xfrm>
          <a:prstGeom prst="rect">
            <a:avLst/>
          </a:prstGeom>
          <a:noFill/>
          <a:ln>
            <a:solidFill>
              <a:srgbClr val="31c3f3"/>
            </a:solidFill>
            <a:round/>
          </a:ln>
          <a:effectLst>
            <a:outerShdw blurRad="39960" dir="5400000" dist="2016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rIns="90000" tIns="45000" bIns="45000" anchor="t">
            <a:noAutofit/>
          </a:bodyPr>
          <a:p>
            <a:pPr>
              <a:lnSpc>
                <a:spcPct val="100000"/>
              </a:lnSpc>
              <a:buNone/>
            </a:pPr>
            <a:r>
              <a:rPr b="0" lang="en-US" sz="1600" spc="-1" strike="noStrike">
                <a:solidFill>
                  <a:srgbClr val="58585b"/>
                </a:solidFill>
                <a:latin typeface="Arial"/>
                <a:ea typeface="ＭＳ Ｐゴシック"/>
              </a:rPr>
              <a:t>Group or Function</a:t>
            </a:r>
            <a:endParaRPr b="0" lang="en-JM" sz="1600" spc="-1" strike="noStrike">
              <a:latin typeface="Arial"/>
            </a:endParaRPr>
          </a:p>
        </p:txBody>
      </p:sp>
      <p:pic>
        <p:nvPicPr>
          <p:cNvPr id="414" name="Picture 4" descr=""/>
          <p:cNvPicPr/>
          <p:nvPr/>
        </p:nvPicPr>
        <p:blipFill>
          <a:blip r:embed="rId2"/>
          <a:stretch/>
        </p:blipFill>
        <p:spPr>
          <a:xfrm>
            <a:off x="3497400" y="2879280"/>
            <a:ext cx="2372040" cy="1571400"/>
          </a:xfrm>
          <a:prstGeom prst="rect">
            <a:avLst/>
          </a:prstGeom>
          <a:ln w="0">
            <a:noFill/>
          </a:ln>
        </p:spPr>
      </p:pic>
      <p:sp>
        <p:nvSpPr>
          <p:cNvPr id="415" name="Rectangle 8"/>
          <p:cNvSpPr/>
          <p:nvPr/>
        </p:nvSpPr>
        <p:spPr>
          <a:xfrm>
            <a:off x="6319800" y="2483640"/>
            <a:ext cx="2522880" cy="2036520"/>
          </a:xfrm>
          <a:prstGeom prst="rect">
            <a:avLst/>
          </a:prstGeom>
          <a:noFill/>
          <a:ln>
            <a:solidFill>
              <a:srgbClr val="31c3f3"/>
            </a:solidFill>
            <a:round/>
          </a:ln>
          <a:effectLst>
            <a:outerShdw blurRad="39960" dir="5400000" dist="2016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rIns="90000" tIns="45000" bIns="45000" anchor="t">
            <a:noAutofit/>
          </a:bodyPr>
          <a:p>
            <a:pPr>
              <a:lnSpc>
                <a:spcPct val="100000"/>
              </a:lnSpc>
              <a:buNone/>
            </a:pPr>
            <a:r>
              <a:rPr b="0" lang="en-US" sz="1600" spc="-1" strike="noStrike">
                <a:solidFill>
                  <a:srgbClr val="58585b"/>
                </a:solidFill>
                <a:latin typeface="Arial"/>
                <a:ea typeface="ＭＳ Ｐゴシック"/>
              </a:rPr>
              <a:t>Device Type</a:t>
            </a:r>
            <a:endParaRPr b="0" lang="en-JM" sz="1600" spc="-1" strike="noStrike">
              <a:latin typeface="Arial"/>
            </a:endParaRPr>
          </a:p>
        </p:txBody>
      </p:sp>
      <p:pic>
        <p:nvPicPr>
          <p:cNvPr id="416" name="Picture 5" descr=""/>
          <p:cNvPicPr/>
          <p:nvPr/>
        </p:nvPicPr>
        <p:blipFill>
          <a:blip r:embed="rId3"/>
          <a:stretch/>
        </p:blipFill>
        <p:spPr>
          <a:xfrm>
            <a:off x="6382800" y="2900880"/>
            <a:ext cx="2372040" cy="15714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11.5 </a:t>
            </a:r>
            <a:r>
              <a:rPr b="0" lang="en-CA" sz="4600" spc="-1" strike="noStrike">
                <a:solidFill>
                  <a:srgbClr val="afe8fb"/>
                </a:solidFill>
                <a:latin typeface="Arial"/>
                <a:ea typeface="ＭＳ Ｐゴシック"/>
              </a:rPr>
              <a:t>Subnet an IPv4 Network</a:t>
            </a:r>
            <a:br/>
            <a:endParaRPr b="0" lang="en-US" sz="4600" spc="-1" strike="noStrike">
              <a:solidFill>
                <a:srgbClr val="58585b"/>
              </a:solidFill>
              <a:latin typeface="Arial"/>
            </a:endParaRPr>
          </a:p>
        </p:txBody>
      </p:sp>
    </p:spTree>
  </p:cSld>
  <p:transition spd="slow">
    <p:wipe dir="l"/>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an IPv4 Network</a:t>
            </a:r>
            <a:br/>
            <a:r>
              <a:rPr b="0" lang="en-CA" sz="2400" spc="-1" strike="noStrike">
                <a:solidFill>
                  <a:srgbClr val="004c69"/>
                </a:solidFill>
                <a:latin typeface="Arial"/>
                <a:ea typeface="ＭＳ Ｐゴシック"/>
              </a:rPr>
              <a:t>Subnet on an Octet Boundary</a:t>
            </a:r>
            <a:endParaRPr b="0" lang="en-US" sz="2400" spc="-1" strike="noStrike">
              <a:solidFill>
                <a:srgbClr val="58585b"/>
              </a:solidFill>
              <a:latin typeface="Arial"/>
            </a:endParaRPr>
          </a:p>
        </p:txBody>
      </p:sp>
      <p:sp>
        <p:nvSpPr>
          <p:cNvPr id="419" name="PlaceHolder 2"/>
          <p:cNvSpPr>
            <a:spLocks noGrp="1"/>
          </p:cNvSpPr>
          <p:nvPr>
            <p:ph/>
          </p:nvPr>
        </p:nvSpPr>
        <p:spPr>
          <a:xfrm>
            <a:off x="432000" y="855360"/>
            <a:ext cx="8279640" cy="111456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Networks are most easily subnetted at the octet boundary of /8, /16, and /24. </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Notice that using longer prefix lengths decreases the number of hosts per subnet.</a:t>
            </a:r>
            <a:endParaRPr b="0" lang="en-US" sz="1600" spc="-1" strike="noStrike">
              <a:solidFill>
                <a:srgbClr val="58585b"/>
              </a:solidFill>
              <a:latin typeface="Arial"/>
            </a:endParaRPr>
          </a:p>
        </p:txBody>
      </p:sp>
      <p:graphicFrame>
        <p:nvGraphicFramePr>
          <p:cNvPr id="420" name="Table 4"/>
          <p:cNvGraphicFramePr/>
          <p:nvPr/>
        </p:nvGraphicFramePr>
        <p:xfrm>
          <a:off x="991800" y="2111040"/>
          <a:ext cx="6895800" cy="1482840"/>
        </p:xfrm>
        <a:graphic>
          <a:graphicData uri="http://schemas.openxmlformats.org/drawingml/2006/table">
            <a:tbl>
              <a:tblPr/>
              <a:tblGrid>
                <a:gridCol w="1103040"/>
                <a:gridCol w="1215360"/>
                <a:gridCol w="3474000"/>
                <a:gridCol w="1103400"/>
              </a:tblGrid>
              <a:tr h="370800">
                <a:tc>
                  <a:txBody>
                    <a:bodyPr lIns="31680" rIns="31680" tIns="31680" bIns="31680" anchor="ctr">
                      <a:noAutofit/>
                    </a:bodyPr>
                    <a:p>
                      <a:pPr>
                        <a:lnSpc>
                          <a:spcPct val="100000"/>
                        </a:lnSpc>
                        <a:buNone/>
                      </a:pPr>
                      <a:r>
                        <a:rPr b="1" lang="en-CA" sz="1100" spc="-1" strike="noStrike">
                          <a:solidFill>
                            <a:srgbClr val="ffffff"/>
                          </a:solidFill>
                          <a:latin typeface="Arial"/>
                        </a:rPr>
                        <a:t>Prefix Length</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100" spc="-1" strike="noStrike">
                          <a:solidFill>
                            <a:srgbClr val="ffffff"/>
                          </a:solidFill>
                          <a:latin typeface="Arial"/>
                        </a:rPr>
                        <a:t>Subnet Mask</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100" spc="-1" strike="noStrike">
                          <a:solidFill>
                            <a:srgbClr val="ffffff"/>
                          </a:solidFill>
                          <a:latin typeface="Arial"/>
                        </a:rPr>
                        <a:t>Subnet Mask in Binary (n = network, h = host)</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100" spc="-1" strike="noStrike">
                          <a:solidFill>
                            <a:srgbClr val="ffffff"/>
                          </a:solidFill>
                          <a:latin typeface="Arial"/>
                        </a:rPr>
                        <a:t># of hosts</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31680" rIns="31680" tIns="31680" bIns="31680" anchor="ctr">
                      <a:noAutofit/>
                    </a:bodyPr>
                    <a:p>
                      <a:pPr>
                        <a:lnSpc>
                          <a:spcPct val="100000"/>
                        </a:lnSpc>
                        <a:buNone/>
                      </a:pPr>
                      <a:r>
                        <a:rPr b="1" lang="en-CA" sz="1100" spc="-1" strike="noStrike">
                          <a:solidFill>
                            <a:srgbClr val="58585b"/>
                          </a:solidFill>
                          <a:latin typeface="Arial"/>
                        </a:rPr>
                        <a:t>/8</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100" spc="-1" strike="noStrike">
                          <a:solidFill>
                            <a:srgbClr val="58585b"/>
                          </a:solidFill>
                          <a:latin typeface="Arial"/>
                        </a:rPr>
                        <a:t>255</a:t>
                      </a:r>
                      <a:r>
                        <a:rPr b="0" lang="en-CA" sz="1100" spc="-1" strike="noStrike">
                          <a:solidFill>
                            <a:srgbClr val="58585b"/>
                          </a:solidFill>
                          <a:latin typeface="Arial"/>
                        </a:rPr>
                        <a:t>.0.0.0</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100" spc="-1" strike="noStrike">
                          <a:solidFill>
                            <a:srgbClr val="58585b"/>
                          </a:solidFill>
                          <a:latin typeface="Courier New"/>
                        </a:rPr>
                        <a:t>nnnnnnnn</a:t>
                      </a:r>
                      <a:r>
                        <a:rPr b="0" lang="en-CA" sz="1100" spc="-1" strike="noStrike">
                          <a:solidFill>
                            <a:srgbClr val="58585b"/>
                          </a:solidFill>
                          <a:latin typeface="Courier New"/>
                        </a:rPr>
                        <a:t>.hhhhhhhh.hhhhhhhh.hhhhhhhh </a:t>
                      </a:r>
                      <a:br/>
                      <a:r>
                        <a:rPr b="1" lang="en-CA" sz="1100" spc="-1" strike="noStrike">
                          <a:solidFill>
                            <a:srgbClr val="58585b"/>
                          </a:solidFill>
                          <a:latin typeface="Courier New"/>
                        </a:rPr>
                        <a:t>11111111</a:t>
                      </a:r>
                      <a:r>
                        <a:rPr b="0" lang="en-CA" sz="1100" spc="-1" strike="noStrike">
                          <a:solidFill>
                            <a:srgbClr val="58585b"/>
                          </a:solidFill>
                          <a:latin typeface="Courier New"/>
                        </a:rPr>
                        <a:t>.00000000.00000000.00000000</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16,777,214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1" lang="en-CA" sz="1100" spc="-1" strike="noStrike">
                          <a:solidFill>
                            <a:srgbClr val="58585b"/>
                          </a:solidFill>
                          <a:latin typeface="Arial"/>
                        </a:rPr>
                        <a:t>/16</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100" spc="-1" strike="noStrike">
                          <a:solidFill>
                            <a:srgbClr val="58585b"/>
                          </a:solidFill>
                          <a:latin typeface="Arial"/>
                        </a:rPr>
                        <a:t>255.255</a:t>
                      </a:r>
                      <a:r>
                        <a:rPr b="0" lang="en-CA" sz="1100" spc="-1" strike="noStrike">
                          <a:solidFill>
                            <a:srgbClr val="58585b"/>
                          </a:solidFill>
                          <a:latin typeface="Arial"/>
                        </a:rPr>
                        <a:t>.0.0</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100" spc="-1" strike="noStrike">
                          <a:solidFill>
                            <a:srgbClr val="58585b"/>
                          </a:solidFill>
                          <a:latin typeface="Courier New"/>
                        </a:rPr>
                        <a:t>nnnnnnnn.nnnnnnnn</a:t>
                      </a:r>
                      <a:r>
                        <a:rPr b="0" lang="en-CA" sz="1100" spc="-1" strike="noStrike">
                          <a:solidFill>
                            <a:srgbClr val="58585b"/>
                          </a:solidFill>
                          <a:latin typeface="Courier New"/>
                        </a:rPr>
                        <a:t>.hhhhhhhh.hhhhhhhh </a:t>
                      </a:r>
                      <a:br/>
                      <a:r>
                        <a:rPr b="1" lang="en-CA" sz="1100" spc="-1" strike="noStrike">
                          <a:solidFill>
                            <a:srgbClr val="58585b"/>
                          </a:solidFill>
                          <a:latin typeface="Courier New"/>
                        </a:rPr>
                        <a:t>11111111.11111111</a:t>
                      </a:r>
                      <a:r>
                        <a:rPr b="0" lang="en-CA" sz="1100" spc="-1" strike="noStrike">
                          <a:solidFill>
                            <a:srgbClr val="58585b"/>
                          </a:solidFill>
                          <a:latin typeface="Courier New"/>
                        </a:rPr>
                        <a:t>.00000000.00000000</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65,534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31680" rIns="31680" tIns="31680" bIns="31680" anchor="ctr">
                      <a:noAutofit/>
                    </a:bodyPr>
                    <a:p>
                      <a:pPr>
                        <a:lnSpc>
                          <a:spcPct val="100000"/>
                        </a:lnSpc>
                        <a:buNone/>
                      </a:pPr>
                      <a:r>
                        <a:rPr b="1" lang="en-CA" sz="1100" spc="-1" strike="noStrike">
                          <a:solidFill>
                            <a:srgbClr val="58585b"/>
                          </a:solidFill>
                          <a:latin typeface="Arial"/>
                        </a:rPr>
                        <a:t>/24</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100" spc="-1" strike="noStrike">
                          <a:solidFill>
                            <a:srgbClr val="58585b"/>
                          </a:solidFill>
                          <a:latin typeface="Arial"/>
                        </a:rPr>
                        <a:t>255.255.255</a:t>
                      </a:r>
                      <a:r>
                        <a:rPr b="0" lang="en-CA" sz="1100" spc="-1" strike="noStrike">
                          <a:solidFill>
                            <a:srgbClr val="58585b"/>
                          </a:solidFill>
                          <a:latin typeface="Arial"/>
                        </a:rPr>
                        <a:t>.0</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100" spc="-1" strike="noStrike">
                          <a:solidFill>
                            <a:srgbClr val="58585b"/>
                          </a:solidFill>
                          <a:latin typeface="Courier New"/>
                        </a:rPr>
                        <a:t>nnnnnnnn.nnnnnnnn</a:t>
                      </a:r>
                      <a:r>
                        <a:rPr b="0" lang="en-CA" sz="1100" spc="-1" strike="noStrike">
                          <a:solidFill>
                            <a:srgbClr val="58585b"/>
                          </a:solidFill>
                          <a:latin typeface="Courier New"/>
                        </a:rPr>
                        <a:t>.</a:t>
                      </a:r>
                      <a:r>
                        <a:rPr b="1" lang="en-CA" sz="1100" spc="-1" strike="noStrike">
                          <a:solidFill>
                            <a:srgbClr val="58585b"/>
                          </a:solidFill>
                          <a:latin typeface="Courier New"/>
                        </a:rPr>
                        <a:t>nnnnnnnn</a:t>
                      </a:r>
                      <a:r>
                        <a:rPr b="0" lang="en-CA" sz="1100" spc="-1" strike="noStrike">
                          <a:solidFill>
                            <a:srgbClr val="58585b"/>
                          </a:solidFill>
                          <a:latin typeface="Courier New"/>
                        </a:rPr>
                        <a:t>.hhhhhhhh </a:t>
                      </a:r>
                      <a:br/>
                      <a:r>
                        <a:rPr b="1" lang="en-CA" sz="1100" spc="-1" strike="noStrike">
                          <a:solidFill>
                            <a:srgbClr val="58585b"/>
                          </a:solidFill>
                          <a:latin typeface="Courier New"/>
                        </a:rPr>
                        <a:t>11111111.11111111.11111111</a:t>
                      </a:r>
                      <a:r>
                        <a:rPr b="0" lang="en-CA" sz="1100" spc="-1" strike="noStrike">
                          <a:solidFill>
                            <a:srgbClr val="58585b"/>
                          </a:solidFill>
                          <a:latin typeface="Courier New"/>
                        </a:rPr>
                        <a:t>.00000000</a:t>
                      </a:r>
                      <a:endParaRPr b="0" lang="en-JM" sz="11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an IPv4 Network</a:t>
            </a:r>
            <a:br/>
            <a:r>
              <a:rPr b="0" lang="en-CA" sz="2400" spc="-1" strike="noStrike">
                <a:solidFill>
                  <a:srgbClr val="004c69"/>
                </a:solidFill>
                <a:latin typeface="Arial"/>
                <a:ea typeface="ＭＳ Ｐゴシック"/>
              </a:rPr>
              <a:t>Subnet on an Octet Boundary (Cont.)</a:t>
            </a:r>
            <a:endParaRPr b="0" lang="en-US" sz="2400" spc="-1" strike="noStrike">
              <a:solidFill>
                <a:srgbClr val="58585b"/>
              </a:solidFill>
              <a:latin typeface="Arial"/>
            </a:endParaRPr>
          </a:p>
        </p:txBody>
      </p:sp>
      <p:sp>
        <p:nvSpPr>
          <p:cNvPr id="422" name="PlaceHolder 2"/>
          <p:cNvSpPr>
            <a:spLocks noGrp="1"/>
          </p:cNvSpPr>
          <p:nvPr>
            <p:ph/>
          </p:nvPr>
        </p:nvSpPr>
        <p:spPr>
          <a:xfrm>
            <a:off x="457200" y="807840"/>
            <a:ext cx="8279640" cy="36216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In the first table 10.0.0.0/8 is subnetted using /16 and in the second table, a /24 mask.</a:t>
            </a:r>
            <a:endParaRPr b="0" lang="en-US" sz="1600" spc="-1" strike="noStrike">
              <a:solidFill>
                <a:srgbClr val="58585b"/>
              </a:solidFill>
              <a:latin typeface="Arial"/>
            </a:endParaRPr>
          </a:p>
        </p:txBody>
      </p:sp>
      <p:graphicFrame>
        <p:nvGraphicFramePr>
          <p:cNvPr id="423" name="Table 1"/>
          <p:cNvGraphicFramePr/>
          <p:nvPr/>
        </p:nvGraphicFramePr>
        <p:xfrm>
          <a:off x="457200" y="1246320"/>
          <a:ext cx="3870720" cy="3323160"/>
        </p:xfrm>
        <a:graphic>
          <a:graphicData uri="http://schemas.openxmlformats.org/drawingml/2006/table">
            <a:tbl>
              <a:tblPr/>
              <a:tblGrid>
                <a:gridCol w="1116000"/>
                <a:gridCol w="1740960"/>
                <a:gridCol w="1013760"/>
              </a:tblGrid>
              <a:tr h="489240">
                <a:tc>
                  <a:txBody>
                    <a:bodyPr lIns="31680" rIns="31680" tIns="31680" bIns="31680" anchor="ctr">
                      <a:noAutofit/>
                    </a:bodyPr>
                    <a:p>
                      <a:pPr>
                        <a:lnSpc>
                          <a:spcPct val="100000"/>
                        </a:lnSpc>
                        <a:buNone/>
                      </a:pPr>
                      <a:r>
                        <a:rPr b="1" lang="en-CA" sz="1000" spc="-1" strike="noStrike">
                          <a:solidFill>
                            <a:srgbClr val="ffffff"/>
                          </a:solidFill>
                          <a:latin typeface="Arial"/>
                        </a:rPr>
                        <a:t>Subnet Address</a:t>
                      </a:r>
                      <a:br/>
                      <a:r>
                        <a:rPr b="0" lang="en-CA" sz="1000" spc="-1" strike="noStrike">
                          <a:solidFill>
                            <a:srgbClr val="ffffff"/>
                          </a:solidFill>
                          <a:latin typeface="Arial"/>
                        </a:rPr>
                        <a:t>(256 Possible Subnets)</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Host Range</a:t>
                      </a:r>
                      <a:br/>
                      <a:r>
                        <a:rPr b="0" lang="en-CA" sz="1000" spc="-1" strike="noStrike">
                          <a:solidFill>
                            <a:srgbClr val="ffffff"/>
                          </a:solidFill>
                          <a:latin typeface="Arial"/>
                        </a:rPr>
                        <a:t>(65,534 possible hosts per subnet)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Broadcast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291240">
                <a:tc>
                  <a:txBody>
                    <a:bodyPr lIns="31680" rIns="31680" tIns="31680" bIns="31680" anchor="ctr">
                      <a:noAutofit/>
                    </a:bodyPr>
                    <a:p>
                      <a:pPr>
                        <a:lnSpc>
                          <a:spcPct val="100000"/>
                        </a:lnSpc>
                        <a:buNone/>
                      </a:pPr>
                      <a:r>
                        <a:rPr b="1" lang="en-CA" sz="1000" spc="-1" strike="noStrike">
                          <a:solidFill>
                            <a:srgbClr val="58585b"/>
                          </a:solidFill>
                          <a:latin typeface="Arial"/>
                        </a:rPr>
                        <a:t>10.0</a:t>
                      </a:r>
                      <a:r>
                        <a:rPr b="0" lang="en-CA" sz="1000" spc="-1" strike="noStrike">
                          <a:solidFill>
                            <a:srgbClr val="58585b"/>
                          </a:solidFill>
                          <a:latin typeface="Arial"/>
                        </a:rPr>
                        <a:t>.0.0</a:t>
                      </a: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a:t>
                      </a:r>
                      <a:r>
                        <a:rPr b="0" lang="en-CA" sz="1000" spc="-1" strike="noStrike">
                          <a:solidFill>
                            <a:srgbClr val="58585b"/>
                          </a:solidFill>
                          <a:latin typeface="Arial"/>
                        </a:rPr>
                        <a:t>.0.1 - </a:t>
                      </a:r>
                      <a:r>
                        <a:rPr b="1" lang="en-CA" sz="1000" spc="-1" strike="noStrike">
                          <a:solidFill>
                            <a:srgbClr val="58585b"/>
                          </a:solidFill>
                          <a:latin typeface="Arial"/>
                        </a:rPr>
                        <a:t>10.0</a:t>
                      </a:r>
                      <a:r>
                        <a:rPr b="0" lang="en-CA" sz="1000" spc="-1" strike="noStrike">
                          <a:solidFill>
                            <a:srgbClr val="58585b"/>
                          </a:solidFill>
                          <a:latin typeface="Arial"/>
                        </a:rPr>
                        <a:t>.255.254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a:t>
                      </a:r>
                      <a:r>
                        <a:rPr b="0" lang="en-CA" sz="1000" spc="-1" strike="noStrike">
                          <a:solidFill>
                            <a:srgbClr val="58585b"/>
                          </a:solidFill>
                          <a:latin typeface="Arial"/>
                        </a:rPr>
                        <a:t>.255.255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1240">
                <a:tc>
                  <a:txBody>
                    <a:bodyPr lIns="31680" rIns="31680" tIns="31680" bIns="31680" anchor="ctr">
                      <a:noAutofit/>
                    </a:bodyPr>
                    <a:p>
                      <a:pPr>
                        <a:lnSpc>
                          <a:spcPct val="100000"/>
                        </a:lnSpc>
                        <a:buNone/>
                      </a:pPr>
                      <a:r>
                        <a:rPr b="1" lang="en-CA" sz="1000" spc="-1" strike="noStrike">
                          <a:solidFill>
                            <a:srgbClr val="58585b"/>
                          </a:solidFill>
                          <a:latin typeface="Arial"/>
                        </a:rPr>
                        <a:t>10.1.</a:t>
                      </a:r>
                      <a:r>
                        <a:rPr b="0" lang="en-CA" sz="1000" spc="-1" strike="noStrike">
                          <a:solidFill>
                            <a:srgbClr val="58585b"/>
                          </a:solidFill>
                          <a:latin typeface="Arial"/>
                        </a:rPr>
                        <a:t>0.0</a:t>
                      </a: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a:t>
                      </a:r>
                      <a:r>
                        <a:rPr b="0" lang="en-CA" sz="1000" spc="-1" strike="noStrike">
                          <a:solidFill>
                            <a:srgbClr val="58585b"/>
                          </a:solidFill>
                          <a:latin typeface="Arial"/>
                        </a:rPr>
                        <a:t>.0.1 - </a:t>
                      </a:r>
                      <a:r>
                        <a:rPr b="1" lang="en-CA" sz="1000" spc="-1" strike="noStrike">
                          <a:solidFill>
                            <a:srgbClr val="58585b"/>
                          </a:solidFill>
                          <a:latin typeface="Arial"/>
                        </a:rPr>
                        <a:t>10.1</a:t>
                      </a:r>
                      <a:r>
                        <a:rPr b="0" lang="en-CA" sz="1000" spc="-1" strike="noStrike">
                          <a:solidFill>
                            <a:srgbClr val="58585b"/>
                          </a:solidFill>
                          <a:latin typeface="Arial"/>
                        </a:rPr>
                        <a:t>.255.254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a:t>
                      </a:r>
                      <a:r>
                        <a:rPr b="0" lang="en-CA" sz="1000" spc="-1" strike="noStrike">
                          <a:solidFill>
                            <a:srgbClr val="58585b"/>
                          </a:solidFill>
                          <a:latin typeface="Arial"/>
                        </a:rPr>
                        <a:t>.255.255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1240">
                <a:tc>
                  <a:txBody>
                    <a:bodyPr lIns="31680" rIns="31680" tIns="31680" bIns="31680" anchor="ctr">
                      <a:noAutofit/>
                    </a:bodyPr>
                    <a:p>
                      <a:pPr>
                        <a:lnSpc>
                          <a:spcPct val="100000"/>
                        </a:lnSpc>
                        <a:buNone/>
                      </a:pPr>
                      <a:r>
                        <a:rPr b="1" lang="en-CA" sz="1000" spc="-1" strike="noStrike">
                          <a:solidFill>
                            <a:srgbClr val="58585b"/>
                          </a:solidFill>
                          <a:latin typeface="Arial"/>
                        </a:rPr>
                        <a:t>10.2</a:t>
                      </a:r>
                      <a:r>
                        <a:rPr b="0" lang="en-CA" sz="1000" spc="-1" strike="noStrike">
                          <a:solidFill>
                            <a:srgbClr val="58585b"/>
                          </a:solidFill>
                          <a:latin typeface="Arial"/>
                        </a:rPr>
                        <a:t>.0.0</a:t>
                      </a: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10.2</a:t>
                      </a:r>
                      <a:r>
                        <a:rPr b="0" lang="en-CA" sz="1000" spc="-1" strike="noStrike">
                          <a:solidFill>
                            <a:srgbClr val="58585b"/>
                          </a:solidFill>
                          <a:latin typeface="Arial"/>
                        </a:rPr>
                        <a:t>.0.1 - </a:t>
                      </a:r>
                      <a:r>
                        <a:rPr b="1" lang="en-CA" sz="1000" spc="-1" strike="noStrike">
                          <a:solidFill>
                            <a:srgbClr val="58585b"/>
                          </a:solidFill>
                          <a:latin typeface="Arial"/>
                        </a:rPr>
                        <a:t>10.2</a:t>
                      </a:r>
                      <a:r>
                        <a:rPr b="0" lang="en-CA" sz="1000" spc="-1" strike="noStrike">
                          <a:solidFill>
                            <a:srgbClr val="58585b"/>
                          </a:solidFill>
                          <a:latin typeface="Arial"/>
                        </a:rPr>
                        <a:t>.255.254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10.2</a:t>
                      </a:r>
                      <a:r>
                        <a:rPr b="0" lang="en-CA" sz="1000" spc="-1" strike="noStrike">
                          <a:solidFill>
                            <a:srgbClr val="58585b"/>
                          </a:solidFill>
                          <a:latin typeface="Arial"/>
                        </a:rPr>
                        <a:t>.255.255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1240">
                <a:tc>
                  <a:txBody>
                    <a:bodyPr lIns="31680" rIns="31680" tIns="31680" bIns="31680" anchor="ctr">
                      <a:noAutofit/>
                    </a:bodyPr>
                    <a:p>
                      <a:pPr>
                        <a:lnSpc>
                          <a:spcPct val="100000"/>
                        </a:lnSpc>
                        <a:buNone/>
                      </a:pPr>
                      <a:r>
                        <a:rPr b="1" lang="en-CA" sz="1000" spc="-1" strike="noStrike">
                          <a:solidFill>
                            <a:srgbClr val="58585b"/>
                          </a:solidFill>
                          <a:latin typeface="Arial"/>
                        </a:rPr>
                        <a:t>10.3</a:t>
                      </a:r>
                      <a:r>
                        <a:rPr b="0" lang="en-CA" sz="1000" spc="-1" strike="noStrike">
                          <a:solidFill>
                            <a:srgbClr val="58585b"/>
                          </a:solidFill>
                          <a:latin typeface="Arial"/>
                        </a:rPr>
                        <a:t>.0.0</a:t>
                      </a: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10.3</a:t>
                      </a:r>
                      <a:r>
                        <a:rPr b="0" lang="en-CA" sz="1000" spc="-1" strike="noStrike">
                          <a:solidFill>
                            <a:srgbClr val="58585b"/>
                          </a:solidFill>
                          <a:latin typeface="Arial"/>
                        </a:rPr>
                        <a:t>.0.1 - </a:t>
                      </a:r>
                      <a:r>
                        <a:rPr b="1" lang="en-CA" sz="1000" spc="-1" strike="noStrike">
                          <a:solidFill>
                            <a:srgbClr val="58585b"/>
                          </a:solidFill>
                          <a:latin typeface="Arial"/>
                        </a:rPr>
                        <a:t>10.3</a:t>
                      </a:r>
                      <a:r>
                        <a:rPr b="0" lang="en-CA" sz="1000" spc="-1" strike="noStrike">
                          <a:solidFill>
                            <a:srgbClr val="58585b"/>
                          </a:solidFill>
                          <a:latin typeface="Arial"/>
                        </a:rPr>
                        <a:t>.255.254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10.3</a:t>
                      </a:r>
                      <a:r>
                        <a:rPr b="0" lang="en-CA" sz="1000" spc="-1" strike="noStrike">
                          <a:solidFill>
                            <a:srgbClr val="58585b"/>
                          </a:solidFill>
                          <a:latin typeface="Arial"/>
                        </a:rPr>
                        <a:t>.255.255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1240">
                <a:tc>
                  <a:txBody>
                    <a:bodyPr lIns="31680" rIns="31680" tIns="31680" bIns="31680" anchor="ctr">
                      <a:noAutofit/>
                    </a:bodyPr>
                    <a:p>
                      <a:pPr>
                        <a:lnSpc>
                          <a:spcPct val="100000"/>
                        </a:lnSpc>
                        <a:buNone/>
                      </a:pPr>
                      <a:r>
                        <a:rPr b="1" lang="en-CA" sz="1000" spc="-1" strike="noStrike">
                          <a:solidFill>
                            <a:srgbClr val="58585b"/>
                          </a:solidFill>
                          <a:latin typeface="Arial"/>
                        </a:rPr>
                        <a:t>10.4</a:t>
                      </a:r>
                      <a:r>
                        <a:rPr b="0" lang="en-CA" sz="1000" spc="-1" strike="noStrike">
                          <a:solidFill>
                            <a:srgbClr val="58585b"/>
                          </a:solidFill>
                          <a:latin typeface="Arial"/>
                        </a:rPr>
                        <a:t>.0.0</a:t>
                      </a: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10.4</a:t>
                      </a:r>
                      <a:r>
                        <a:rPr b="0" lang="en-CA" sz="1000" spc="-1" strike="noStrike">
                          <a:solidFill>
                            <a:srgbClr val="58585b"/>
                          </a:solidFill>
                          <a:latin typeface="Arial"/>
                        </a:rPr>
                        <a:t>.0.1 - </a:t>
                      </a:r>
                      <a:r>
                        <a:rPr b="1" lang="en-CA" sz="1000" spc="-1" strike="noStrike">
                          <a:solidFill>
                            <a:srgbClr val="58585b"/>
                          </a:solidFill>
                          <a:latin typeface="Arial"/>
                        </a:rPr>
                        <a:t>10.4</a:t>
                      </a:r>
                      <a:r>
                        <a:rPr b="0" lang="en-CA" sz="1000" spc="-1" strike="noStrike">
                          <a:solidFill>
                            <a:srgbClr val="58585b"/>
                          </a:solidFill>
                          <a:latin typeface="Arial"/>
                        </a:rPr>
                        <a:t>.255.254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10.4</a:t>
                      </a:r>
                      <a:r>
                        <a:rPr b="0" lang="en-CA" sz="1000" spc="-1" strike="noStrike">
                          <a:solidFill>
                            <a:srgbClr val="58585b"/>
                          </a:solidFill>
                          <a:latin typeface="Arial"/>
                        </a:rPr>
                        <a:t>.255.255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1240">
                <a:tc>
                  <a:txBody>
                    <a:bodyPr lIns="31680" rIns="31680" tIns="31680" bIns="31680" anchor="ctr">
                      <a:noAutofit/>
                    </a:bodyPr>
                    <a:p>
                      <a:pPr>
                        <a:lnSpc>
                          <a:spcPct val="100000"/>
                        </a:lnSpc>
                        <a:buNone/>
                      </a:pPr>
                      <a:r>
                        <a:rPr b="1" lang="en-CA" sz="1000" spc="-1" strike="noStrike">
                          <a:solidFill>
                            <a:srgbClr val="58585b"/>
                          </a:solidFill>
                          <a:latin typeface="Arial"/>
                        </a:rPr>
                        <a:t>10.5</a:t>
                      </a:r>
                      <a:r>
                        <a:rPr b="0" lang="en-CA" sz="1000" spc="-1" strike="noStrike">
                          <a:solidFill>
                            <a:srgbClr val="58585b"/>
                          </a:solidFill>
                          <a:latin typeface="Arial"/>
                        </a:rPr>
                        <a:t>.0.0</a:t>
                      </a: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10.5</a:t>
                      </a:r>
                      <a:r>
                        <a:rPr b="0" lang="en-CA" sz="1000" spc="-1" strike="noStrike">
                          <a:solidFill>
                            <a:srgbClr val="58585b"/>
                          </a:solidFill>
                          <a:latin typeface="Arial"/>
                        </a:rPr>
                        <a:t>.0.1 - </a:t>
                      </a:r>
                      <a:r>
                        <a:rPr b="1" lang="en-CA" sz="1000" spc="-1" strike="noStrike">
                          <a:solidFill>
                            <a:srgbClr val="58585b"/>
                          </a:solidFill>
                          <a:latin typeface="Arial"/>
                        </a:rPr>
                        <a:t>10.5</a:t>
                      </a:r>
                      <a:r>
                        <a:rPr b="0" lang="en-CA" sz="1000" spc="-1" strike="noStrike">
                          <a:solidFill>
                            <a:srgbClr val="58585b"/>
                          </a:solidFill>
                          <a:latin typeface="Arial"/>
                        </a:rPr>
                        <a:t>.255.254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10.5</a:t>
                      </a:r>
                      <a:r>
                        <a:rPr b="0" lang="en-CA" sz="1000" spc="-1" strike="noStrike">
                          <a:solidFill>
                            <a:srgbClr val="58585b"/>
                          </a:solidFill>
                          <a:latin typeface="Arial"/>
                        </a:rPr>
                        <a:t>.255.255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1240">
                <a:tc>
                  <a:txBody>
                    <a:bodyPr lIns="31680" rIns="31680" tIns="31680" bIns="31680" anchor="ctr">
                      <a:noAutofit/>
                    </a:bodyPr>
                    <a:p>
                      <a:pPr>
                        <a:lnSpc>
                          <a:spcPct val="100000"/>
                        </a:lnSpc>
                        <a:buNone/>
                      </a:pPr>
                      <a:r>
                        <a:rPr b="1" lang="en-CA" sz="1000" spc="-1" strike="noStrike">
                          <a:solidFill>
                            <a:srgbClr val="58585b"/>
                          </a:solidFill>
                          <a:latin typeface="Arial"/>
                        </a:rPr>
                        <a:t>10.6</a:t>
                      </a:r>
                      <a:r>
                        <a:rPr b="0" lang="en-CA" sz="1000" spc="-1" strike="noStrike">
                          <a:solidFill>
                            <a:srgbClr val="58585b"/>
                          </a:solidFill>
                          <a:latin typeface="Arial"/>
                        </a:rPr>
                        <a:t>.0.0</a:t>
                      </a: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10.6</a:t>
                      </a:r>
                      <a:r>
                        <a:rPr b="0" lang="en-CA" sz="1000" spc="-1" strike="noStrike">
                          <a:solidFill>
                            <a:srgbClr val="58585b"/>
                          </a:solidFill>
                          <a:latin typeface="Arial"/>
                        </a:rPr>
                        <a:t>.0.1 - </a:t>
                      </a:r>
                      <a:r>
                        <a:rPr b="1" lang="en-CA" sz="1000" spc="-1" strike="noStrike">
                          <a:solidFill>
                            <a:srgbClr val="58585b"/>
                          </a:solidFill>
                          <a:latin typeface="Arial"/>
                        </a:rPr>
                        <a:t>10.6</a:t>
                      </a:r>
                      <a:r>
                        <a:rPr b="0" lang="en-CA" sz="1000" spc="-1" strike="noStrike">
                          <a:solidFill>
                            <a:srgbClr val="58585b"/>
                          </a:solidFill>
                          <a:latin typeface="Arial"/>
                        </a:rPr>
                        <a:t>.255.254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10.6</a:t>
                      </a:r>
                      <a:r>
                        <a:rPr b="0" lang="en-CA" sz="1000" spc="-1" strike="noStrike">
                          <a:solidFill>
                            <a:srgbClr val="58585b"/>
                          </a:solidFill>
                          <a:latin typeface="Arial"/>
                        </a:rPr>
                        <a:t>.255.255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1240">
                <a:tc>
                  <a:txBody>
                    <a:bodyPr lIns="31680" rIns="31680" tIns="31680" bIns="31680" anchor="ctr">
                      <a:noAutofit/>
                    </a:bodyPr>
                    <a:p>
                      <a:pPr>
                        <a:lnSpc>
                          <a:spcPct val="100000"/>
                        </a:lnSpc>
                        <a:buNone/>
                      </a:pPr>
                      <a:r>
                        <a:rPr b="1" lang="en-CA" sz="1000" spc="-1" strike="noStrike">
                          <a:solidFill>
                            <a:srgbClr val="58585b"/>
                          </a:solidFill>
                          <a:latin typeface="Arial"/>
                        </a:rPr>
                        <a:t>10.7</a:t>
                      </a:r>
                      <a:r>
                        <a:rPr b="0" lang="en-CA" sz="1000" spc="-1" strike="noStrike">
                          <a:solidFill>
                            <a:srgbClr val="58585b"/>
                          </a:solidFill>
                          <a:latin typeface="Arial"/>
                        </a:rPr>
                        <a:t>.0.0</a:t>
                      </a: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10.7</a:t>
                      </a:r>
                      <a:r>
                        <a:rPr b="0" lang="en-CA" sz="1000" spc="-1" strike="noStrike">
                          <a:solidFill>
                            <a:srgbClr val="58585b"/>
                          </a:solidFill>
                          <a:latin typeface="Arial"/>
                        </a:rPr>
                        <a:t>.0.1 - </a:t>
                      </a:r>
                      <a:r>
                        <a:rPr b="1" lang="en-CA" sz="1000" spc="-1" strike="noStrike">
                          <a:solidFill>
                            <a:srgbClr val="58585b"/>
                          </a:solidFill>
                          <a:latin typeface="Arial"/>
                        </a:rPr>
                        <a:t>10.7</a:t>
                      </a:r>
                      <a:r>
                        <a:rPr b="0" lang="en-CA" sz="1000" spc="-1" strike="noStrike">
                          <a:solidFill>
                            <a:srgbClr val="58585b"/>
                          </a:solidFill>
                          <a:latin typeface="Arial"/>
                        </a:rPr>
                        <a:t>.255.254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10.7</a:t>
                      </a:r>
                      <a:r>
                        <a:rPr b="0" lang="en-CA" sz="1000" spc="-1" strike="noStrike">
                          <a:solidFill>
                            <a:srgbClr val="58585b"/>
                          </a:solidFill>
                          <a:latin typeface="Arial"/>
                        </a:rPr>
                        <a:t>.255.255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1240">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1240">
                <a:tc>
                  <a:txBody>
                    <a:bodyPr lIns="31680" rIns="31680" tIns="31680" bIns="31680" anchor="ctr">
                      <a:noAutofit/>
                    </a:bodyPr>
                    <a:p>
                      <a:pPr>
                        <a:lnSpc>
                          <a:spcPct val="100000"/>
                        </a:lnSpc>
                        <a:buNone/>
                      </a:pPr>
                      <a:r>
                        <a:rPr b="1" lang="en-CA" sz="1000" spc="-1" strike="noStrike">
                          <a:solidFill>
                            <a:srgbClr val="58585b"/>
                          </a:solidFill>
                          <a:latin typeface="Arial"/>
                        </a:rPr>
                        <a:t>10.255</a:t>
                      </a:r>
                      <a:r>
                        <a:rPr b="0" lang="en-CA" sz="1000" spc="-1" strike="noStrike">
                          <a:solidFill>
                            <a:srgbClr val="58585b"/>
                          </a:solidFill>
                          <a:latin typeface="Arial"/>
                        </a:rPr>
                        <a:t>.0.0</a:t>
                      </a: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10.255</a:t>
                      </a:r>
                      <a:r>
                        <a:rPr b="0" lang="en-CA" sz="1000" spc="-1" strike="noStrike">
                          <a:solidFill>
                            <a:srgbClr val="58585b"/>
                          </a:solidFill>
                          <a:latin typeface="Arial"/>
                        </a:rPr>
                        <a:t>.0.1 - </a:t>
                      </a:r>
                      <a:r>
                        <a:rPr b="1" lang="en-CA" sz="1000" spc="-1" strike="noStrike">
                          <a:solidFill>
                            <a:srgbClr val="58585b"/>
                          </a:solidFill>
                          <a:latin typeface="Arial"/>
                        </a:rPr>
                        <a:t>10.255</a:t>
                      </a:r>
                      <a:r>
                        <a:rPr b="0" lang="en-CA" sz="1000" spc="-1" strike="noStrike">
                          <a:solidFill>
                            <a:srgbClr val="58585b"/>
                          </a:solidFill>
                          <a:latin typeface="Arial"/>
                        </a:rPr>
                        <a:t>.255.254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10.255</a:t>
                      </a:r>
                      <a:r>
                        <a:rPr b="0" lang="en-CA" sz="1000" spc="-1" strike="noStrike">
                          <a:solidFill>
                            <a:srgbClr val="58585b"/>
                          </a:solidFill>
                          <a:latin typeface="Arial"/>
                        </a:rPr>
                        <a:t>.255.255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graphicFrame>
        <p:nvGraphicFramePr>
          <p:cNvPr id="424" name="Table 6"/>
          <p:cNvGraphicFramePr/>
          <p:nvPr/>
        </p:nvGraphicFramePr>
        <p:xfrm>
          <a:off x="4671000" y="1246320"/>
          <a:ext cx="4152600" cy="3434760"/>
        </p:xfrm>
        <a:graphic>
          <a:graphicData uri="http://schemas.openxmlformats.org/drawingml/2006/table">
            <a:tbl>
              <a:tblPr/>
              <a:tblGrid>
                <a:gridCol w="1197360"/>
                <a:gridCol w="1998720"/>
                <a:gridCol w="956520"/>
              </a:tblGrid>
              <a:tr h="520200">
                <a:tc>
                  <a:txBody>
                    <a:bodyPr lIns="31680" rIns="31680" tIns="31680" bIns="31680" anchor="ctr">
                      <a:noAutofit/>
                    </a:bodyPr>
                    <a:p>
                      <a:pPr>
                        <a:lnSpc>
                          <a:spcPct val="100000"/>
                        </a:lnSpc>
                        <a:buNone/>
                      </a:pPr>
                      <a:r>
                        <a:rPr b="1" lang="en-CA" sz="1000" spc="-1" strike="noStrike">
                          <a:solidFill>
                            <a:srgbClr val="ffffff"/>
                          </a:solidFill>
                          <a:latin typeface="Arial"/>
                        </a:rPr>
                        <a:t>Subnet Address</a:t>
                      </a:r>
                      <a:br/>
                      <a:r>
                        <a:rPr b="0" lang="en-CA" sz="1000" spc="-1" strike="noStrike">
                          <a:solidFill>
                            <a:srgbClr val="ffffff"/>
                          </a:solidFill>
                          <a:latin typeface="Arial"/>
                        </a:rPr>
                        <a:t>(65,536 Possible Subnets)</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Host Range</a:t>
                      </a:r>
                      <a:br/>
                      <a:r>
                        <a:rPr b="0" lang="en-CA" sz="1000" spc="-1" strike="noStrike">
                          <a:solidFill>
                            <a:srgbClr val="ffffff"/>
                          </a:solidFill>
                          <a:latin typeface="Arial"/>
                        </a:rPr>
                        <a:t>(254 possible hosts per subnet)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Broadcast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242640">
                <a:tc>
                  <a:txBody>
                    <a:bodyPr lIns="31680" rIns="31680" tIns="31680" bIns="31680" anchor="ctr">
                      <a:noAutofit/>
                    </a:bodyPr>
                    <a:p>
                      <a:pPr>
                        <a:lnSpc>
                          <a:spcPct val="100000"/>
                        </a:lnSpc>
                        <a:buNone/>
                      </a:pPr>
                      <a:r>
                        <a:rPr b="1" lang="en-CA" sz="1000" spc="-1" strike="noStrike">
                          <a:solidFill>
                            <a:srgbClr val="58585b"/>
                          </a:solidFill>
                          <a:latin typeface="Arial"/>
                        </a:rPr>
                        <a:t>10.0.0</a:t>
                      </a:r>
                      <a:r>
                        <a:rPr b="0" lang="en-CA" sz="1000" spc="-1" strike="noStrike">
                          <a:solidFill>
                            <a:srgbClr val="58585b"/>
                          </a:solidFill>
                          <a:latin typeface="Arial"/>
                        </a:rPr>
                        <a:t>.0</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10.0.0</a:t>
                      </a:r>
                      <a:r>
                        <a:rPr b="0" lang="en-CA" sz="1000" spc="-1" strike="noStrike">
                          <a:solidFill>
                            <a:srgbClr val="58585b"/>
                          </a:solidFill>
                          <a:latin typeface="Arial"/>
                        </a:rPr>
                        <a:t>.1 - </a:t>
                      </a:r>
                      <a:r>
                        <a:rPr b="1" lang="en-CA" sz="1000" spc="-1" strike="noStrike">
                          <a:solidFill>
                            <a:srgbClr val="58585b"/>
                          </a:solidFill>
                          <a:latin typeface="Arial"/>
                        </a:rPr>
                        <a:t>10.0.0</a:t>
                      </a: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10.0.0</a:t>
                      </a:r>
                      <a:r>
                        <a:rPr b="0" lang="en-CA" sz="1000" spc="-1" strike="noStrike">
                          <a:solidFill>
                            <a:srgbClr val="58585b"/>
                          </a:solidFill>
                          <a:latin typeface="Arial"/>
                        </a:rPr>
                        <a:t>.255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42640">
                <a:tc>
                  <a:txBody>
                    <a:bodyPr lIns="31680" rIns="31680" tIns="31680" bIns="31680" anchor="ctr">
                      <a:noAutofit/>
                    </a:bodyPr>
                    <a:p>
                      <a:pPr>
                        <a:lnSpc>
                          <a:spcPct val="100000"/>
                        </a:lnSpc>
                        <a:buNone/>
                      </a:pPr>
                      <a:r>
                        <a:rPr b="1" lang="en-CA" sz="1000" spc="-1" strike="noStrike">
                          <a:solidFill>
                            <a:srgbClr val="58585b"/>
                          </a:solidFill>
                          <a:latin typeface="Arial"/>
                        </a:rPr>
                        <a:t>10.0.1</a:t>
                      </a:r>
                      <a:r>
                        <a:rPr b="0" lang="en-CA" sz="1000" spc="-1" strike="noStrike">
                          <a:solidFill>
                            <a:srgbClr val="58585b"/>
                          </a:solidFill>
                          <a:latin typeface="Arial"/>
                        </a:rPr>
                        <a:t>.0</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10.0.1</a:t>
                      </a:r>
                      <a:r>
                        <a:rPr b="0" lang="en-CA" sz="1000" spc="-1" strike="noStrike">
                          <a:solidFill>
                            <a:srgbClr val="58585b"/>
                          </a:solidFill>
                          <a:latin typeface="Arial"/>
                        </a:rPr>
                        <a:t>.1 - </a:t>
                      </a:r>
                      <a:r>
                        <a:rPr b="1" lang="en-CA" sz="1000" spc="-1" strike="noStrike">
                          <a:solidFill>
                            <a:srgbClr val="58585b"/>
                          </a:solidFill>
                          <a:latin typeface="Arial"/>
                        </a:rPr>
                        <a:t>10.0.1</a:t>
                      </a: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10.0.1</a:t>
                      </a:r>
                      <a:r>
                        <a:rPr b="0" lang="en-CA" sz="1000" spc="-1" strike="noStrike">
                          <a:solidFill>
                            <a:srgbClr val="58585b"/>
                          </a:solidFill>
                          <a:latin typeface="Arial"/>
                        </a:rPr>
                        <a:t>.255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42640">
                <a:tc>
                  <a:txBody>
                    <a:bodyPr lIns="31680" rIns="31680" tIns="31680" bIns="31680" anchor="ctr">
                      <a:noAutofit/>
                    </a:bodyPr>
                    <a:p>
                      <a:pPr>
                        <a:lnSpc>
                          <a:spcPct val="100000"/>
                        </a:lnSpc>
                        <a:buNone/>
                      </a:pPr>
                      <a:r>
                        <a:rPr b="1" lang="en-CA" sz="1000" spc="-1" strike="noStrike">
                          <a:solidFill>
                            <a:srgbClr val="58585b"/>
                          </a:solidFill>
                          <a:latin typeface="Arial"/>
                        </a:rPr>
                        <a:t>10.0.2</a:t>
                      </a:r>
                      <a:r>
                        <a:rPr b="0" lang="en-CA" sz="1000" spc="-1" strike="noStrike">
                          <a:solidFill>
                            <a:srgbClr val="58585b"/>
                          </a:solidFill>
                          <a:latin typeface="Arial"/>
                        </a:rPr>
                        <a:t>.0</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10.0.2</a:t>
                      </a:r>
                      <a:r>
                        <a:rPr b="0" lang="en-CA" sz="1000" spc="-1" strike="noStrike">
                          <a:solidFill>
                            <a:srgbClr val="58585b"/>
                          </a:solidFill>
                          <a:latin typeface="Arial"/>
                        </a:rPr>
                        <a:t>.1 - </a:t>
                      </a:r>
                      <a:r>
                        <a:rPr b="1" lang="en-CA" sz="1000" spc="-1" strike="noStrike">
                          <a:solidFill>
                            <a:srgbClr val="58585b"/>
                          </a:solidFill>
                          <a:latin typeface="Arial"/>
                        </a:rPr>
                        <a:t>10.0.2</a:t>
                      </a: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10.0.2</a:t>
                      </a:r>
                      <a:r>
                        <a:rPr b="0" lang="en-CA" sz="1000" spc="-1" strike="noStrike">
                          <a:solidFill>
                            <a:srgbClr val="58585b"/>
                          </a:solidFill>
                          <a:latin typeface="Arial"/>
                        </a:rPr>
                        <a:t>.255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42640">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42640">
                <a:tc>
                  <a:txBody>
                    <a:bodyPr lIns="31680" rIns="31680" tIns="31680" bIns="31680" anchor="ctr">
                      <a:noAutofit/>
                    </a:bodyPr>
                    <a:p>
                      <a:pPr>
                        <a:lnSpc>
                          <a:spcPct val="100000"/>
                        </a:lnSpc>
                        <a:buNone/>
                      </a:pPr>
                      <a:r>
                        <a:rPr b="1" lang="en-CA" sz="1000" spc="-1" strike="noStrike">
                          <a:solidFill>
                            <a:srgbClr val="58585b"/>
                          </a:solidFill>
                          <a:latin typeface="Arial"/>
                        </a:rPr>
                        <a:t>10.0.255</a:t>
                      </a:r>
                      <a:r>
                        <a:rPr b="0" lang="en-CA" sz="1000" spc="-1" strike="noStrike">
                          <a:solidFill>
                            <a:srgbClr val="58585b"/>
                          </a:solidFill>
                          <a:latin typeface="Arial"/>
                        </a:rPr>
                        <a:t>.0</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10.0.255</a:t>
                      </a:r>
                      <a:r>
                        <a:rPr b="0" lang="en-CA" sz="1000" spc="-1" strike="noStrike">
                          <a:solidFill>
                            <a:srgbClr val="58585b"/>
                          </a:solidFill>
                          <a:latin typeface="Arial"/>
                        </a:rPr>
                        <a:t>.1 - </a:t>
                      </a:r>
                      <a:r>
                        <a:rPr b="1" lang="en-CA" sz="1000" spc="-1" strike="noStrike">
                          <a:solidFill>
                            <a:srgbClr val="58585b"/>
                          </a:solidFill>
                          <a:latin typeface="Arial"/>
                        </a:rPr>
                        <a:t>10.0.255</a:t>
                      </a: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10.0.255</a:t>
                      </a:r>
                      <a:r>
                        <a:rPr b="0" lang="en-CA" sz="1000" spc="-1" strike="noStrike">
                          <a:solidFill>
                            <a:srgbClr val="58585b"/>
                          </a:solidFill>
                          <a:latin typeface="Arial"/>
                        </a:rPr>
                        <a:t>.255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42640">
                <a:tc>
                  <a:txBody>
                    <a:bodyPr lIns="31680" rIns="31680" tIns="31680" bIns="31680" anchor="ctr">
                      <a:noAutofit/>
                    </a:bodyPr>
                    <a:p>
                      <a:pPr>
                        <a:lnSpc>
                          <a:spcPct val="100000"/>
                        </a:lnSpc>
                        <a:buNone/>
                      </a:pPr>
                      <a:r>
                        <a:rPr b="1" lang="en-CA" sz="1000" spc="-1" strike="noStrike">
                          <a:solidFill>
                            <a:srgbClr val="58585b"/>
                          </a:solidFill>
                          <a:latin typeface="Arial"/>
                        </a:rPr>
                        <a:t>10.1.0</a:t>
                      </a:r>
                      <a:r>
                        <a:rPr b="0" lang="en-CA" sz="1000" spc="-1" strike="noStrike">
                          <a:solidFill>
                            <a:srgbClr val="58585b"/>
                          </a:solidFill>
                          <a:latin typeface="Arial"/>
                        </a:rPr>
                        <a:t>.0</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10.1.0</a:t>
                      </a:r>
                      <a:r>
                        <a:rPr b="0" lang="en-CA" sz="1000" spc="-1" strike="noStrike">
                          <a:solidFill>
                            <a:srgbClr val="58585b"/>
                          </a:solidFill>
                          <a:latin typeface="Arial"/>
                        </a:rPr>
                        <a:t>.1 - </a:t>
                      </a:r>
                      <a:r>
                        <a:rPr b="1" lang="en-CA" sz="1000" spc="-1" strike="noStrike">
                          <a:solidFill>
                            <a:srgbClr val="58585b"/>
                          </a:solidFill>
                          <a:latin typeface="Arial"/>
                        </a:rPr>
                        <a:t>10.1.0</a:t>
                      </a: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10.1.0</a:t>
                      </a:r>
                      <a:r>
                        <a:rPr b="0" lang="en-CA" sz="1000" spc="-1" strike="noStrike">
                          <a:solidFill>
                            <a:srgbClr val="58585b"/>
                          </a:solidFill>
                          <a:latin typeface="Arial"/>
                        </a:rPr>
                        <a:t>.255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42640">
                <a:tc>
                  <a:txBody>
                    <a:bodyPr lIns="31680" rIns="31680" tIns="31680" bIns="31680" anchor="ctr">
                      <a:noAutofit/>
                    </a:bodyPr>
                    <a:p>
                      <a:pPr>
                        <a:lnSpc>
                          <a:spcPct val="100000"/>
                        </a:lnSpc>
                        <a:buNone/>
                      </a:pPr>
                      <a:r>
                        <a:rPr b="1" lang="en-CA" sz="1000" spc="-1" strike="noStrike">
                          <a:solidFill>
                            <a:srgbClr val="58585b"/>
                          </a:solidFill>
                          <a:latin typeface="Arial"/>
                        </a:rPr>
                        <a:t>10.1.1</a:t>
                      </a:r>
                      <a:r>
                        <a:rPr b="0" lang="en-CA" sz="1000" spc="-1" strike="noStrike">
                          <a:solidFill>
                            <a:srgbClr val="58585b"/>
                          </a:solidFill>
                          <a:latin typeface="Arial"/>
                        </a:rPr>
                        <a:t>.0</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10.1.1</a:t>
                      </a:r>
                      <a:r>
                        <a:rPr b="0" lang="en-CA" sz="1000" spc="-1" strike="noStrike">
                          <a:solidFill>
                            <a:srgbClr val="58585b"/>
                          </a:solidFill>
                          <a:latin typeface="Arial"/>
                        </a:rPr>
                        <a:t>.1 - </a:t>
                      </a:r>
                      <a:r>
                        <a:rPr b="1" lang="en-CA" sz="1000" spc="-1" strike="noStrike">
                          <a:solidFill>
                            <a:srgbClr val="58585b"/>
                          </a:solidFill>
                          <a:latin typeface="Arial"/>
                        </a:rPr>
                        <a:t>10.1.1</a:t>
                      </a: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10.1.1</a:t>
                      </a:r>
                      <a:r>
                        <a:rPr b="0" lang="en-CA" sz="1000" spc="-1" strike="noStrike">
                          <a:solidFill>
                            <a:srgbClr val="58585b"/>
                          </a:solidFill>
                          <a:latin typeface="Arial"/>
                        </a:rPr>
                        <a:t>.255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42640">
                <a:tc>
                  <a:txBody>
                    <a:bodyPr lIns="31680" rIns="31680" tIns="31680" bIns="31680" anchor="ctr">
                      <a:noAutofit/>
                    </a:bodyPr>
                    <a:p>
                      <a:pPr>
                        <a:lnSpc>
                          <a:spcPct val="100000"/>
                        </a:lnSpc>
                        <a:buNone/>
                      </a:pPr>
                      <a:r>
                        <a:rPr b="1" lang="en-CA" sz="1000" spc="-1" strike="noStrike">
                          <a:solidFill>
                            <a:srgbClr val="58585b"/>
                          </a:solidFill>
                          <a:latin typeface="Arial"/>
                        </a:rPr>
                        <a:t>10.1.2</a:t>
                      </a:r>
                      <a:r>
                        <a:rPr b="0" lang="en-CA" sz="1000" spc="-1" strike="noStrike">
                          <a:solidFill>
                            <a:srgbClr val="58585b"/>
                          </a:solidFill>
                          <a:latin typeface="Arial"/>
                        </a:rPr>
                        <a:t>.0</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10.1.2</a:t>
                      </a:r>
                      <a:r>
                        <a:rPr b="0" lang="en-CA" sz="1000" spc="-1" strike="noStrike">
                          <a:solidFill>
                            <a:srgbClr val="58585b"/>
                          </a:solidFill>
                          <a:latin typeface="Arial"/>
                        </a:rPr>
                        <a:t>.1 - </a:t>
                      </a:r>
                      <a:r>
                        <a:rPr b="1" lang="en-CA" sz="1000" spc="-1" strike="noStrike">
                          <a:solidFill>
                            <a:srgbClr val="58585b"/>
                          </a:solidFill>
                          <a:latin typeface="Arial"/>
                        </a:rPr>
                        <a:t>10.1.2</a:t>
                      </a: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10.1.2</a:t>
                      </a:r>
                      <a:r>
                        <a:rPr b="0" lang="en-CA" sz="1000" spc="-1" strike="noStrike">
                          <a:solidFill>
                            <a:srgbClr val="58585b"/>
                          </a:solidFill>
                          <a:latin typeface="Arial"/>
                        </a:rPr>
                        <a:t>.255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42640">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42640">
                <a:tc>
                  <a:txBody>
                    <a:bodyPr lIns="31680" rIns="31680" tIns="31680" bIns="31680" anchor="ctr">
                      <a:noAutofit/>
                    </a:bodyPr>
                    <a:p>
                      <a:pPr>
                        <a:lnSpc>
                          <a:spcPct val="100000"/>
                        </a:lnSpc>
                        <a:buNone/>
                      </a:pPr>
                      <a:r>
                        <a:rPr b="1" lang="en-CA" sz="1000" spc="-1" strike="noStrike">
                          <a:solidFill>
                            <a:srgbClr val="58585b"/>
                          </a:solidFill>
                          <a:latin typeface="Arial"/>
                        </a:rPr>
                        <a:t>10.100.0</a:t>
                      </a:r>
                      <a:r>
                        <a:rPr b="0" lang="en-CA" sz="1000" spc="-1" strike="noStrike">
                          <a:solidFill>
                            <a:srgbClr val="58585b"/>
                          </a:solidFill>
                          <a:latin typeface="Arial"/>
                        </a:rPr>
                        <a:t>.0</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10.100.0</a:t>
                      </a:r>
                      <a:r>
                        <a:rPr b="0" lang="en-CA" sz="1000" spc="-1" strike="noStrike">
                          <a:solidFill>
                            <a:srgbClr val="58585b"/>
                          </a:solidFill>
                          <a:latin typeface="Arial"/>
                        </a:rPr>
                        <a:t>.1 - </a:t>
                      </a:r>
                      <a:r>
                        <a:rPr b="1" lang="en-CA" sz="1000" spc="-1" strike="noStrike">
                          <a:solidFill>
                            <a:srgbClr val="58585b"/>
                          </a:solidFill>
                          <a:latin typeface="Arial"/>
                        </a:rPr>
                        <a:t>10.100.0</a:t>
                      </a: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10.100.0</a:t>
                      </a:r>
                      <a:r>
                        <a:rPr b="0" lang="en-CA" sz="1000" spc="-1" strike="noStrike">
                          <a:solidFill>
                            <a:srgbClr val="58585b"/>
                          </a:solidFill>
                          <a:latin typeface="Arial"/>
                        </a:rPr>
                        <a:t>.255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42640">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45520">
                <a:tc>
                  <a:txBody>
                    <a:bodyPr lIns="31680" rIns="31680" tIns="31680" bIns="31680" anchor="ctr">
                      <a:noAutofit/>
                    </a:bodyPr>
                    <a:p>
                      <a:pPr>
                        <a:lnSpc>
                          <a:spcPct val="100000"/>
                        </a:lnSpc>
                        <a:buNone/>
                      </a:pPr>
                      <a:r>
                        <a:rPr b="1" lang="en-CA" sz="1000" spc="-1" strike="noStrike">
                          <a:solidFill>
                            <a:srgbClr val="58585b"/>
                          </a:solidFill>
                          <a:latin typeface="Arial"/>
                        </a:rPr>
                        <a:t>10.255.255</a:t>
                      </a:r>
                      <a:r>
                        <a:rPr b="0" lang="en-CA" sz="1000" spc="-1" strike="noStrike">
                          <a:solidFill>
                            <a:srgbClr val="58585b"/>
                          </a:solidFill>
                          <a:latin typeface="Arial"/>
                        </a:rPr>
                        <a:t>.0</a:t>
                      </a:r>
                      <a:r>
                        <a:rPr b="1" lang="en-CA" sz="1000" spc="-1" strike="noStrike">
                          <a:solidFill>
                            <a:srgbClr val="58585b"/>
                          </a:solidFill>
                          <a:latin typeface="Arial"/>
                        </a:rPr>
                        <a:t>/24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10.255.255</a:t>
                      </a:r>
                      <a:r>
                        <a:rPr b="0" lang="en-CA" sz="1000" spc="-1" strike="noStrike">
                          <a:solidFill>
                            <a:srgbClr val="58585b"/>
                          </a:solidFill>
                          <a:latin typeface="Arial"/>
                        </a:rPr>
                        <a:t>.1 - </a:t>
                      </a:r>
                      <a:r>
                        <a:rPr b="1" lang="en-CA" sz="1000" spc="-1" strike="noStrike">
                          <a:solidFill>
                            <a:srgbClr val="58585b"/>
                          </a:solidFill>
                          <a:latin typeface="Arial"/>
                        </a:rPr>
                        <a:t>10.2255.255</a:t>
                      </a:r>
                      <a:r>
                        <a:rPr b="0" lang="en-CA" sz="1000" spc="-1" strike="noStrike">
                          <a:solidFill>
                            <a:srgbClr val="58585b"/>
                          </a:solidFill>
                          <a:latin typeface="Arial"/>
                        </a:rPr>
                        <a:t>.254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10.255.255</a:t>
                      </a:r>
                      <a:r>
                        <a:rPr b="0" lang="en-CA" sz="1000" spc="-1" strike="noStrike">
                          <a:solidFill>
                            <a:srgbClr val="58585b"/>
                          </a:solidFill>
                          <a:latin typeface="Arial"/>
                        </a:rPr>
                        <a:t>.255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an IPv4 Network</a:t>
            </a:r>
            <a:br/>
            <a:r>
              <a:rPr b="0" lang="en-CA" sz="2400" spc="-1" strike="noStrike">
                <a:solidFill>
                  <a:srgbClr val="004c69"/>
                </a:solidFill>
                <a:latin typeface="Arial"/>
                <a:ea typeface="ＭＳ Ｐゴシック"/>
              </a:rPr>
              <a:t>Subnet within an Octet Boundary</a:t>
            </a:r>
            <a:endParaRPr b="0" lang="en-US" sz="2400" spc="-1" strike="noStrike">
              <a:solidFill>
                <a:srgbClr val="58585b"/>
              </a:solidFill>
              <a:latin typeface="Arial"/>
            </a:endParaRPr>
          </a:p>
        </p:txBody>
      </p:sp>
      <p:sp>
        <p:nvSpPr>
          <p:cNvPr id="426" name="PlaceHolder 2"/>
          <p:cNvSpPr>
            <a:spLocks noGrp="1"/>
          </p:cNvSpPr>
          <p:nvPr>
            <p:ph/>
          </p:nvPr>
        </p:nvSpPr>
        <p:spPr>
          <a:xfrm>
            <a:off x="432000" y="855360"/>
            <a:ext cx="8279640" cy="4640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Refer to the table to see six ways to subnet a /24 network.</a:t>
            </a:r>
            <a:endParaRPr b="0" lang="en-US" sz="1600" spc="-1" strike="noStrike">
              <a:solidFill>
                <a:srgbClr val="58585b"/>
              </a:solidFill>
              <a:latin typeface="Arial"/>
            </a:endParaRPr>
          </a:p>
        </p:txBody>
      </p:sp>
      <p:graphicFrame>
        <p:nvGraphicFramePr>
          <p:cNvPr id="427" name="Table 4"/>
          <p:cNvGraphicFramePr/>
          <p:nvPr/>
        </p:nvGraphicFramePr>
        <p:xfrm>
          <a:off x="1207800" y="1456920"/>
          <a:ext cx="6728040" cy="2595600"/>
        </p:xfrm>
        <a:graphic>
          <a:graphicData uri="http://schemas.openxmlformats.org/drawingml/2006/table">
            <a:tbl>
              <a:tblPr/>
              <a:tblGrid>
                <a:gridCol w="960120"/>
                <a:gridCol w="1203840"/>
                <a:gridCol w="3092400"/>
                <a:gridCol w="747720"/>
                <a:gridCol w="723960"/>
              </a:tblGrid>
              <a:tr h="370800">
                <a:tc>
                  <a:txBody>
                    <a:bodyPr lIns="31680" rIns="31680" tIns="31680" bIns="31680" anchor="ctr">
                      <a:noAutofit/>
                    </a:bodyPr>
                    <a:p>
                      <a:pPr>
                        <a:lnSpc>
                          <a:spcPct val="100000"/>
                        </a:lnSpc>
                        <a:buNone/>
                      </a:pPr>
                      <a:r>
                        <a:rPr b="1" lang="en-CA" sz="1000" spc="-1" strike="noStrike">
                          <a:solidFill>
                            <a:srgbClr val="ffffff"/>
                          </a:solidFill>
                          <a:latin typeface="Arial"/>
                        </a:rPr>
                        <a:t>Prefix Length</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Subnet Mask</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Subnet Mask in Binary</a:t>
                      </a:r>
                      <a:br/>
                      <a:r>
                        <a:rPr b="1" lang="en-CA" sz="1000" spc="-1" strike="noStrike">
                          <a:solidFill>
                            <a:srgbClr val="ffffff"/>
                          </a:solidFill>
                          <a:latin typeface="Arial"/>
                        </a:rPr>
                        <a:t>(n = network, h = host)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 of subnets</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 of hosts</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255.255.255.128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a:t>
                      </a:r>
                      <a:r>
                        <a:rPr b="0" lang="en-CA" sz="1000" spc="-1" strike="noStrike">
                          <a:solidFill>
                            <a:srgbClr val="58585b"/>
                          </a:solidFill>
                          <a:latin typeface="Courier New"/>
                        </a:rPr>
                        <a:t>hhhhhhh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a:t>
                      </a:r>
                      <a:r>
                        <a:rPr b="0" lang="en-CA" sz="1000" spc="-1" strike="noStrike">
                          <a:solidFill>
                            <a:srgbClr val="58585b"/>
                          </a:solidFill>
                          <a:latin typeface="Courier New"/>
                        </a:rPr>
                        <a:t>0000000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126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255.255.255.192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a:t>
                      </a:r>
                      <a:r>
                        <a:rPr b="0" lang="en-CA" sz="1000" spc="-1" strike="noStrike">
                          <a:solidFill>
                            <a:srgbClr val="58585b"/>
                          </a:solidFill>
                          <a:latin typeface="Courier New"/>
                        </a:rPr>
                        <a:t>hhhhhh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a:t>
                      </a:r>
                      <a:r>
                        <a:rPr b="0" lang="en-CA" sz="1000" spc="-1" strike="noStrike">
                          <a:solidFill>
                            <a:srgbClr val="58585b"/>
                          </a:solidFill>
                          <a:latin typeface="Courier New"/>
                        </a:rPr>
                        <a:t>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62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/27</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255.255.255.224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nnn</a:t>
                      </a:r>
                      <a:r>
                        <a:rPr b="0" lang="en-CA" sz="1000" spc="-1" strike="noStrike">
                          <a:solidFill>
                            <a:srgbClr val="58585b"/>
                          </a:solidFill>
                          <a:latin typeface="Courier New"/>
                        </a:rPr>
                        <a:t>hhhhh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111</a:t>
                      </a:r>
                      <a:r>
                        <a:rPr b="0" lang="en-CA" sz="1000" spc="-1" strike="noStrike">
                          <a:solidFill>
                            <a:srgbClr val="58585b"/>
                          </a:solidFill>
                          <a:latin typeface="Courier New"/>
                        </a:rPr>
                        <a:t>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30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255.255.255.240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nnnn</a:t>
                      </a:r>
                      <a:r>
                        <a:rPr b="0" lang="en-CA" sz="1000" spc="-1" strike="noStrike">
                          <a:solidFill>
                            <a:srgbClr val="58585b"/>
                          </a:solidFill>
                          <a:latin typeface="Courier New"/>
                        </a:rPr>
                        <a:t>hhhh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1111</a:t>
                      </a:r>
                      <a:r>
                        <a:rPr b="0" lang="en-CA" sz="1000" spc="-1" strike="noStrike">
                          <a:solidFill>
                            <a:srgbClr val="58585b"/>
                          </a:solidFill>
                          <a:latin typeface="Courier New"/>
                        </a:rPr>
                        <a:t>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/29</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255.255.255.248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nnnnn</a:t>
                      </a:r>
                      <a:r>
                        <a:rPr b="0" lang="en-CA" sz="1000" spc="-1" strike="noStrike">
                          <a:solidFill>
                            <a:srgbClr val="58585b"/>
                          </a:solidFill>
                          <a:latin typeface="Courier New"/>
                        </a:rPr>
                        <a:t>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11111</a:t>
                      </a:r>
                      <a:r>
                        <a:rPr b="0" lang="en-CA" sz="1000" spc="-1" strike="noStrike">
                          <a:solidFill>
                            <a:srgbClr val="58585b"/>
                          </a:solidFill>
                          <a:latin typeface="Courier New"/>
                        </a:rPr>
                        <a:t>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32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/30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255.255.255.252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nnnnnn</a:t>
                      </a:r>
                      <a:r>
                        <a:rPr b="0" lang="en-CA" sz="1000" spc="-1" strike="noStrike">
                          <a:solidFill>
                            <a:srgbClr val="58585b"/>
                          </a:solidFill>
                          <a:latin typeface="Courier New"/>
                        </a:rPr>
                        <a:t>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111111</a:t>
                      </a:r>
                      <a:r>
                        <a:rPr b="0" lang="en-CA" sz="1000" spc="-1" strike="noStrike">
                          <a:solidFill>
                            <a:srgbClr val="58585b"/>
                          </a:solidFill>
                          <a:latin typeface="Courier New"/>
                        </a:rPr>
                        <a:t>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64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an IPv4 Network</a:t>
            </a:r>
            <a:br/>
            <a:r>
              <a:rPr b="0" lang="en-CA" sz="2400" spc="-1" strike="noStrike">
                <a:solidFill>
                  <a:srgbClr val="004c69"/>
                </a:solidFill>
                <a:latin typeface="Arial"/>
                <a:ea typeface="ＭＳ Ｐゴシック"/>
              </a:rPr>
              <a:t>Video – The Subnet Mask</a:t>
            </a:r>
            <a:endParaRPr b="0" lang="en-US" sz="2400" spc="-1" strike="noStrike">
              <a:solidFill>
                <a:srgbClr val="58585b"/>
              </a:solidFill>
              <a:latin typeface="Arial"/>
            </a:endParaRPr>
          </a:p>
        </p:txBody>
      </p:sp>
      <p:sp>
        <p:nvSpPr>
          <p:cNvPr id="429" name="PlaceHolder 2"/>
          <p:cNvSpPr>
            <a:spLocks noGrp="1"/>
          </p:cNvSpPr>
          <p:nvPr>
            <p:ph/>
          </p:nvPr>
        </p:nvSpPr>
        <p:spPr>
          <a:xfrm>
            <a:off x="432000" y="855360"/>
            <a:ext cx="8279640" cy="30736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This video will demonstrate the process of subnetting.</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an IPv4 Network</a:t>
            </a:r>
            <a:br/>
            <a:r>
              <a:rPr b="0" lang="en-CA" sz="2400" spc="-1" strike="noStrike">
                <a:solidFill>
                  <a:srgbClr val="004c69"/>
                </a:solidFill>
                <a:latin typeface="Arial"/>
                <a:ea typeface="ＭＳ Ｐゴシック"/>
              </a:rPr>
              <a:t>Video – Subnet with the Magic Number</a:t>
            </a:r>
            <a:endParaRPr b="0" lang="en-US" sz="2400" spc="-1" strike="noStrike">
              <a:solidFill>
                <a:srgbClr val="58585b"/>
              </a:solidFill>
              <a:latin typeface="Arial"/>
            </a:endParaRPr>
          </a:p>
        </p:txBody>
      </p:sp>
      <p:sp>
        <p:nvSpPr>
          <p:cNvPr id="431" name="PlaceHolder 2"/>
          <p:cNvSpPr>
            <a:spLocks noGrp="1"/>
          </p:cNvSpPr>
          <p:nvPr>
            <p:ph/>
          </p:nvPr>
        </p:nvSpPr>
        <p:spPr>
          <a:xfrm>
            <a:off x="432000" y="855360"/>
            <a:ext cx="8279640" cy="30736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This video will demonstrate subnetting with the magic number.</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an IPv4 Network</a:t>
            </a:r>
            <a:br/>
            <a:r>
              <a:rPr b="0" lang="en-CA" sz="2400" spc="-1" strike="noStrike">
                <a:solidFill>
                  <a:srgbClr val="004c69"/>
                </a:solidFill>
                <a:latin typeface="Arial"/>
                <a:ea typeface="ＭＳ Ｐゴシック"/>
              </a:rPr>
              <a:t>Packet Tracer – Subnet an IPv4 Network</a:t>
            </a:r>
            <a:endParaRPr b="0" lang="en-US" sz="2400" spc="-1" strike="noStrike">
              <a:solidFill>
                <a:srgbClr val="58585b"/>
              </a:solidFill>
              <a:latin typeface="Arial"/>
            </a:endParaRPr>
          </a:p>
        </p:txBody>
      </p:sp>
      <p:sp>
        <p:nvSpPr>
          <p:cNvPr id="433" name="PlaceHolder 2"/>
          <p:cNvSpPr>
            <a:spLocks noGrp="1"/>
          </p:cNvSpPr>
          <p:nvPr>
            <p:ph/>
          </p:nvPr>
        </p:nvSpPr>
        <p:spPr>
          <a:xfrm>
            <a:off x="432000" y="855360"/>
            <a:ext cx="8279640" cy="3073680"/>
          </a:xfrm>
          <a:prstGeom prst="rect">
            <a:avLst/>
          </a:prstGeom>
          <a:noFill/>
          <a:ln w="0">
            <a:noFill/>
          </a:ln>
        </p:spPr>
        <p:txBody>
          <a:bodyPr anchor="t">
            <a:noAutofit/>
          </a:bodyPr>
          <a:p>
            <a:pPr>
              <a:lnSpc>
                <a:spcPct val="100000"/>
              </a:lnSpc>
              <a:buNone/>
              <a:tabLst>
                <a:tab algn="l" pos="0"/>
              </a:tabLst>
            </a:pPr>
            <a:r>
              <a:rPr b="0" lang="en-US" sz="1600" spc="-1" strike="noStrike">
                <a:solidFill>
                  <a:srgbClr val="000000"/>
                </a:solidFill>
                <a:latin typeface="Arial"/>
                <a:ea typeface="ＭＳ Ｐゴシック"/>
              </a:rPr>
              <a:t>In this Packet Tracer, you will do the following:</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Design an IPv4 Network Subnetting Scheme</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Configure the Devices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Test and Troubleshoot the Network</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11.6 </a:t>
            </a:r>
            <a:r>
              <a:rPr b="0" lang="en-CA" sz="4600" spc="-1" strike="noStrike">
                <a:solidFill>
                  <a:srgbClr val="afe8fb"/>
                </a:solidFill>
                <a:latin typeface="Arial"/>
                <a:ea typeface="ＭＳ Ｐゴシック"/>
              </a:rPr>
              <a:t>Subnet a Slash 16 and a Slash 8 Prefix</a:t>
            </a:r>
            <a:endParaRPr b="0" lang="en-US" sz="4600" spc="-1" strike="noStrike">
              <a:solidFill>
                <a:srgbClr val="58585b"/>
              </a:solidFill>
              <a:latin typeface="Arial"/>
            </a:endParaRPr>
          </a:p>
        </p:txBody>
      </p:sp>
    </p:spTree>
  </p:cSld>
  <p:transition spd="slow">
    <p:wipe dir="l"/>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 Slash 16 and a Slash 8 Prefix</a:t>
            </a:r>
            <a:br/>
            <a:r>
              <a:rPr b="0" lang="en-CA" sz="2400" spc="-1" strike="noStrike">
                <a:solidFill>
                  <a:srgbClr val="004c69"/>
                </a:solidFill>
                <a:latin typeface="Arial"/>
                <a:ea typeface="ＭＳ Ｐゴシック"/>
              </a:rPr>
              <a:t>Create Subnets with a Slash 16 prefix</a:t>
            </a:r>
            <a:endParaRPr b="0" lang="en-US" sz="2400" spc="-1" strike="noStrike">
              <a:solidFill>
                <a:srgbClr val="58585b"/>
              </a:solidFill>
              <a:latin typeface="Arial"/>
            </a:endParaRPr>
          </a:p>
        </p:txBody>
      </p:sp>
      <p:sp>
        <p:nvSpPr>
          <p:cNvPr id="436" name="PlaceHolder 2"/>
          <p:cNvSpPr>
            <a:spLocks noGrp="1"/>
          </p:cNvSpPr>
          <p:nvPr>
            <p:ph/>
          </p:nvPr>
        </p:nvSpPr>
        <p:spPr>
          <a:xfrm>
            <a:off x="347040" y="855360"/>
            <a:ext cx="2874600" cy="30736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The table highlights all the possible scenarios for subnetting a /16 prefix.</a:t>
            </a:r>
            <a:endParaRPr b="0" lang="en-US" sz="1600" spc="-1" strike="noStrike">
              <a:solidFill>
                <a:srgbClr val="58585b"/>
              </a:solidFill>
              <a:latin typeface="Arial"/>
            </a:endParaRPr>
          </a:p>
        </p:txBody>
      </p:sp>
      <p:graphicFrame>
        <p:nvGraphicFramePr>
          <p:cNvPr id="437" name="Table 1"/>
          <p:cNvGraphicFramePr/>
          <p:nvPr/>
        </p:nvGraphicFramePr>
        <p:xfrm>
          <a:off x="3259800" y="617400"/>
          <a:ext cx="5836680" cy="3862440"/>
        </p:xfrm>
        <a:graphic>
          <a:graphicData uri="http://schemas.openxmlformats.org/drawingml/2006/table">
            <a:tbl>
              <a:tblPr/>
              <a:tblGrid>
                <a:gridCol w="1003320"/>
                <a:gridCol w="1032840"/>
                <a:gridCol w="2410560"/>
                <a:gridCol w="725400"/>
                <a:gridCol w="664560"/>
              </a:tblGrid>
              <a:tr h="178200">
                <a:tc>
                  <a:txBody>
                    <a:bodyPr lIns="31680" rIns="31680" tIns="31680" bIns="31680" anchor="ctr">
                      <a:noAutofit/>
                    </a:bodyPr>
                    <a:p>
                      <a:pPr>
                        <a:lnSpc>
                          <a:spcPct val="100000"/>
                        </a:lnSpc>
                        <a:buNone/>
                      </a:pPr>
                      <a:r>
                        <a:rPr b="1" lang="en-CA" sz="800" spc="-1" strike="noStrike">
                          <a:solidFill>
                            <a:srgbClr val="ffffff"/>
                          </a:solidFill>
                          <a:latin typeface="Arial"/>
                        </a:rPr>
                        <a:t>Prefix Length</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800" spc="-1" strike="noStrike">
                          <a:solidFill>
                            <a:srgbClr val="ffffff"/>
                          </a:solidFill>
                          <a:latin typeface="Arial"/>
                        </a:rPr>
                        <a:t>Subnet Mask</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800" spc="-1" strike="noStrike">
                          <a:solidFill>
                            <a:srgbClr val="ffffff"/>
                          </a:solidFill>
                          <a:latin typeface="Arial"/>
                        </a:rPr>
                        <a:t>Network Address (n = network, h = host)</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800" spc="-1" strike="noStrike">
                          <a:solidFill>
                            <a:srgbClr val="ffffff"/>
                          </a:solidFill>
                          <a:latin typeface="Arial"/>
                        </a:rPr>
                        <a:t># of subnets</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800" spc="-1" strike="noStrike">
                          <a:solidFill>
                            <a:srgbClr val="ffffff"/>
                          </a:solidFill>
                          <a:latin typeface="Arial"/>
                        </a:rPr>
                        <a:t># of hosts</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/17</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128</a:t>
                      </a:r>
                      <a:r>
                        <a:rPr b="0" lang="en-CA" sz="800" spc="-1" strike="noStrike">
                          <a:solidFill>
                            <a:srgbClr val="58585b"/>
                          </a:solidFill>
                          <a:latin typeface="Arial"/>
                        </a:rPr>
                        <a:t>.0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a:t>
                      </a:r>
                      <a:r>
                        <a:rPr b="0" lang="en-CA" sz="800" spc="-1" strike="noStrike">
                          <a:solidFill>
                            <a:srgbClr val="58585b"/>
                          </a:solidFill>
                          <a:latin typeface="Courier New"/>
                        </a:rPr>
                        <a:t>hhhhhhh.hhhhhhhh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a:t>
                      </a:r>
                      <a:r>
                        <a:rPr b="0" lang="en-CA" sz="800" spc="-1" strike="noStrike">
                          <a:solidFill>
                            <a:srgbClr val="58585b"/>
                          </a:solidFill>
                          <a:latin typeface="Courier New"/>
                        </a:rPr>
                        <a:t>0000000.00000000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800" spc="-1" strike="noStrike">
                          <a:solidFill>
                            <a:srgbClr val="58585b"/>
                          </a:solidFill>
                          <a:latin typeface="Arial"/>
                        </a:rPr>
                        <a:t>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32766</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/18</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192</a:t>
                      </a:r>
                      <a:r>
                        <a:rPr b="0" lang="en-CA" sz="800" spc="-1" strike="noStrike">
                          <a:solidFill>
                            <a:srgbClr val="58585b"/>
                          </a:solidFill>
                          <a:latin typeface="Arial"/>
                        </a:rPr>
                        <a:t>.0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a:t>
                      </a:r>
                      <a:r>
                        <a:rPr b="0" lang="en-CA" sz="800" spc="-1" strike="noStrike">
                          <a:solidFill>
                            <a:srgbClr val="58585b"/>
                          </a:solidFill>
                          <a:latin typeface="Courier New"/>
                        </a:rPr>
                        <a:t>hhhhhh.hhhhhhhh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a:t>
                      </a:r>
                      <a:r>
                        <a:rPr b="0" lang="en-CA" sz="800" spc="-1" strike="noStrike">
                          <a:solidFill>
                            <a:srgbClr val="58585b"/>
                          </a:solidFill>
                          <a:latin typeface="Courier New"/>
                        </a:rPr>
                        <a:t>000000.00000000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800" spc="-1" strike="noStrike">
                          <a:solidFill>
                            <a:srgbClr val="58585b"/>
                          </a:solidFill>
                          <a:latin typeface="Arial"/>
                        </a:rPr>
                        <a:t>4</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16382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/19</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224</a:t>
                      </a:r>
                      <a:r>
                        <a:rPr b="0" lang="en-CA" sz="800" spc="-1" strike="noStrike">
                          <a:solidFill>
                            <a:srgbClr val="58585b"/>
                          </a:solidFill>
                          <a:latin typeface="Arial"/>
                        </a:rPr>
                        <a:t>.0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a:t>
                      </a:r>
                      <a:r>
                        <a:rPr b="0" lang="en-CA" sz="800" spc="-1" strike="noStrike">
                          <a:solidFill>
                            <a:srgbClr val="58585b"/>
                          </a:solidFill>
                          <a:latin typeface="Courier New"/>
                        </a:rPr>
                        <a:t>hhhhh.hhhhhhhh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a:t>
                      </a:r>
                      <a:r>
                        <a:rPr b="0" lang="en-CA" sz="800" spc="-1" strike="noStrike">
                          <a:solidFill>
                            <a:srgbClr val="58585b"/>
                          </a:solidFill>
                          <a:latin typeface="Courier New"/>
                        </a:rPr>
                        <a:t>00000.00000000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800" spc="-1" strike="noStrike">
                          <a:solidFill>
                            <a:srgbClr val="58585b"/>
                          </a:solidFill>
                          <a:latin typeface="Arial"/>
                        </a:rPr>
                        <a:t>8</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8190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240</a:t>
                      </a:r>
                      <a:r>
                        <a:rPr b="0" lang="en-CA" sz="800" spc="-1" strike="noStrike">
                          <a:solidFill>
                            <a:srgbClr val="58585b"/>
                          </a:solidFill>
                          <a:latin typeface="Arial"/>
                        </a:rPr>
                        <a:t>.0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a:t>
                      </a:r>
                      <a:r>
                        <a:rPr b="0" lang="en-CA" sz="800" spc="-1" strike="noStrike">
                          <a:solidFill>
                            <a:srgbClr val="58585b"/>
                          </a:solidFill>
                          <a:latin typeface="Courier New"/>
                        </a:rPr>
                        <a:t>hhhh.hhhhhhhh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a:t>
                      </a:r>
                      <a:r>
                        <a:rPr b="0" lang="en-CA" sz="800" spc="-1" strike="noStrike">
                          <a:solidFill>
                            <a:srgbClr val="58585b"/>
                          </a:solidFill>
                          <a:latin typeface="Courier New"/>
                        </a:rPr>
                        <a:t>0000.00000000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800" spc="-1" strike="noStrike">
                          <a:solidFill>
                            <a:srgbClr val="58585b"/>
                          </a:solidFill>
                          <a:latin typeface="Arial"/>
                        </a:rPr>
                        <a:t>16</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4094</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/21</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248</a:t>
                      </a:r>
                      <a:r>
                        <a:rPr b="0" lang="en-CA" sz="800" spc="-1" strike="noStrike">
                          <a:solidFill>
                            <a:srgbClr val="58585b"/>
                          </a:solidFill>
                          <a:latin typeface="Arial"/>
                        </a:rPr>
                        <a:t>.0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a:t>
                      </a:r>
                      <a:r>
                        <a:rPr b="0" lang="en-CA" sz="800" spc="-1" strike="noStrike">
                          <a:solidFill>
                            <a:srgbClr val="58585b"/>
                          </a:solidFill>
                          <a:latin typeface="Courier New"/>
                        </a:rPr>
                        <a:t>hhh.hhhhhhhh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a:t>
                      </a:r>
                      <a:r>
                        <a:rPr b="0" lang="en-CA" sz="800" spc="-1" strike="noStrike">
                          <a:solidFill>
                            <a:srgbClr val="58585b"/>
                          </a:solidFill>
                          <a:latin typeface="Courier New"/>
                        </a:rPr>
                        <a:t>000.00000000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800" spc="-1" strike="noStrike">
                          <a:solidFill>
                            <a:srgbClr val="58585b"/>
                          </a:solidFill>
                          <a:latin typeface="Arial"/>
                        </a:rPr>
                        <a:t>32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2046</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252</a:t>
                      </a:r>
                      <a:r>
                        <a:rPr b="0" lang="en-CA" sz="800" spc="-1" strike="noStrike">
                          <a:solidFill>
                            <a:srgbClr val="58585b"/>
                          </a:solidFill>
                          <a:latin typeface="Arial"/>
                        </a:rPr>
                        <a:t>.0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nnnnnn</a:t>
                      </a:r>
                      <a:r>
                        <a:rPr b="0" lang="en-CA" sz="800" spc="-1" strike="noStrike">
                          <a:solidFill>
                            <a:srgbClr val="58585b"/>
                          </a:solidFill>
                          <a:latin typeface="Courier New"/>
                        </a:rPr>
                        <a:t>hh.hhhhhhhh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111111</a:t>
                      </a:r>
                      <a:r>
                        <a:rPr b="0" lang="en-CA" sz="800" spc="-1" strike="noStrike">
                          <a:solidFill>
                            <a:srgbClr val="58585b"/>
                          </a:solidFill>
                          <a:latin typeface="Courier New"/>
                        </a:rPr>
                        <a:t>00.00000000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800" spc="-1" strike="noStrike">
                          <a:solidFill>
                            <a:srgbClr val="58585b"/>
                          </a:solidFill>
                          <a:latin typeface="Arial"/>
                        </a:rPr>
                        <a:t>64</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1022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/23</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254</a:t>
                      </a:r>
                      <a:r>
                        <a:rPr b="0" lang="en-CA" sz="800" spc="-1" strike="noStrike">
                          <a:solidFill>
                            <a:srgbClr val="58585b"/>
                          </a:solidFill>
                          <a:latin typeface="Arial"/>
                        </a:rPr>
                        <a:t>.0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nnnnnnn</a:t>
                      </a:r>
                      <a:r>
                        <a:rPr b="0" lang="en-CA" sz="800" spc="-1" strike="noStrike">
                          <a:solidFill>
                            <a:srgbClr val="58585b"/>
                          </a:solidFill>
                          <a:latin typeface="Courier New"/>
                        </a:rPr>
                        <a:t>h.hhhhhhhh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1111111</a:t>
                      </a:r>
                      <a:r>
                        <a:rPr b="0" lang="en-CA" sz="800" spc="-1" strike="noStrike">
                          <a:solidFill>
                            <a:srgbClr val="58585b"/>
                          </a:solidFill>
                          <a:latin typeface="Courier New"/>
                        </a:rPr>
                        <a:t>0.00000000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800" spc="-1" strike="noStrike">
                          <a:solidFill>
                            <a:srgbClr val="58585b"/>
                          </a:solidFill>
                          <a:latin typeface="Arial"/>
                        </a:rPr>
                        <a:t>128</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510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/24</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255</a:t>
                      </a:r>
                      <a:r>
                        <a:rPr b="0" lang="en-CA" sz="800" spc="-1" strike="noStrike">
                          <a:solidFill>
                            <a:srgbClr val="58585b"/>
                          </a:solidFill>
                          <a:latin typeface="Arial"/>
                        </a:rPr>
                        <a:t>.</a:t>
                      </a:r>
                      <a:r>
                        <a:rPr b="1" lang="en-CA" sz="800" spc="-1" strike="noStrike">
                          <a:solidFill>
                            <a:srgbClr val="58585b"/>
                          </a:solidFill>
                          <a:latin typeface="Arial"/>
                        </a:rPr>
                        <a:t>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nnnnnnnn</a:t>
                      </a:r>
                      <a:r>
                        <a:rPr b="0" lang="en-CA" sz="800" spc="-1" strike="noStrike">
                          <a:solidFill>
                            <a:srgbClr val="58585b"/>
                          </a:solidFill>
                          <a:latin typeface="Courier New"/>
                        </a:rPr>
                        <a:t>.hhhhhhhh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11111111</a:t>
                      </a:r>
                      <a:r>
                        <a:rPr b="0" lang="en-CA" sz="800" spc="-1" strike="noStrike">
                          <a:solidFill>
                            <a:srgbClr val="58585b"/>
                          </a:solidFill>
                          <a:latin typeface="Courier New"/>
                        </a:rPr>
                        <a:t>.00000000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800" spc="-1" strike="noStrike">
                          <a:solidFill>
                            <a:srgbClr val="58585b"/>
                          </a:solidFill>
                          <a:latin typeface="Arial"/>
                        </a:rPr>
                        <a:t>256</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254</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/25</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255</a:t>
                      </a:r>
                      <a:r>
                        <a:rPr b="0" lang="en-CA" sz="800" spc="-1" strike="noStrike">
                          <a:solidFill>
                            <a:srgbClr val="58585b"/>
                          </a:solidFill>
                          <a:latin typeface="Arial"/>
                        </a:rPr>
                        <a:t>.</a:t>
                      </a:r>
                      <a:r>
                        <a:rPr b="1" lang="en-CA" sz="800" spc="-1" strike="noStrike">
                          <a:solidFill>
                            <a:srgbClr val="58585b"/>
                          </a:solidFill>
                          <a:latin typeface="Arial"/>
                        </a:rPr>
                        <a:t>128</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nnnnnnnn.n</a:t>
                      </a:r>
                      <a:r>
                        <a:rPr b="0" lang="en-CA" sz="800" spc="-1" strike="noStrike">
                          <a:solidFill>
                            <a:srgbClr val="58585b"/>
                          </a:solidFill>
                          <a:latin typeface="Courier New"/>
                        </a:rPr>
                        <a:t>hhhhhhh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11111111.1</a:t>
                      </a:r>
                      <a:r>
                        <a:rPr b="0" lang="en-CA" sz="800" spc="-1" strike="noStrike">
                          <a:solidFill>
                            <a:srgbClr val="58585b"/>
                          </a:solidFill>
                          <a:latin typeface="Courier New"/>
                        </a:rPr>
                        <a:t>0000000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800" spc="-1" strike="noStrike">
                          <a:solidFill>
                            <a:srgbClr val="58585b"/>
                          </a:solidFill>
                          <a:latin typeface="Arial"/>
                        </a:rPr>
                        <a:t>512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126</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/26</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255</a:t>
                      </a:r>
                      <a:r>
                        <a:rPr b="0" lang="en-CA" sz="800" spc="-1" strike="noStrike">
                          <a:solidFill>
                            <a:srgbClr val="58585b"/>
                          </a:solidFill>
                          <a:latin typeface="Arial"/>
                        </a:rPr>
                        <a:t>.</a:t>
                      </a:r>
                      <a:r>
                        <a:rPr b="1" lang="en-CA" sz="800" spc="-1" strike="noStrike">
                          <a:solidFill>
                            <a:srgbClr val="58585b"/>
                          </a:solidFill>
                          <a:latin typeface="Arial"/>
                        </a:rPr>
                        <a:t>192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nnnnnnnn.nn</a:t>
                      </a:r>
                      <a:r>
                        <a:rPr b="0" lang="en-CA" sz="800" spc="-1" strike="noStrike">
                          <a:solidFill>
                            <a:srgbClr val="58585b"/>
                          </a:solidFill>
                          <a:latin typeface="Courier New"/>
                        </a:rPr>
                        <a:t>hhhhhh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11111111.11</a:t>
                      </a:r>
                      <a:r>
                        <a:rPr b="0" lang="en-CA" sz="800" spc="-1" strike="noStrike">
                          <a:solidFill>
                            <a:srgbClr val="58585b"/>
                          </a:solidFill>
                          <a:latin typeface="Courier New"/>
                        </a:rPr>
                        <a:t>000000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800" spc="-1" strike="noStrike">
                          <a:solidFill>
                            <a:srgbClr val="58585b"/>
                          </a:solidFill>
                          <a:latin typeface="Arial"/>
                        </a:rPr>
                        <a:t>1024</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62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/27</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255</a:t>
                      </a:r>
                      <a:r>
                        <a:rPr b="0" lang="en-CA" sz="800" spc="-1" strike="noStrike">
                          <a:solidFill>
                            <a:srgbClr val="58585b"/>
                          </a:solidFill>
                          <a:latin typeface="Arial"/>
                        </a:rPr>
                        <a:t>.</a:t>
                      </a:r>
                      <a:r>
                        <a:rPr b="1" lang="en-CA" sz="800" spc="-1" strike="noStrike">
                          <a:solidFill>
                            <a:srgbClr val="58585b"/>
                          </a:solidFill>
                          <a:latin typeface="Arial"/>
                        </a:rPr>
                        <a:t>224</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nnnnnnnn.nnn</a:t>
                      </a:r>
                      <a:r>
                        <a:rPr b="0" lang="en-CA" sz="800" spc="-1" strike="noStrike">
                          <a:solidFill>
                            <a:srgbClr val="58585b"/>
                          </a:solidFill>
                          <a:latin typeface="Courier New"/>
                        </a:rPr>
                        <a:t>hhhhh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11111111.111</a:t>
                      </a:r>
                      <a:r>
                        <a:rPr b="0" lang="en-CA" sz="800" spc="-1" strike="noStrike">
                          <a:solidFill>
                            <a:srgbClr val="58585b"/>
                          </a:solidFill>
                          <a:latin typeface="Courier New"/>
                        </a:rPr>
                        <a:t>00000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800" spc="-1" strike="noStrike">
                          <a:solidFill>
                            <a:srgbClr val="58585b"/>
                          </a:solidFill>
                          <a:latin typeface="Arial"/>
                        </a:rPr>
                        <a:t>2048</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30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/28</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.255.240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nnnnnnnn.nnnn</a:t>
                      </a:r>
                      <a:r>
                        <a:rPr b="0" lang="en-CA" sz="800" spc="-1" strike="noStrike">
                          <a:solidFill>
                            <a:srgbClr val="58585b"/>
                          </a:solidFill>
                          <a:latin typeface="Courier New"/>
                        </a:rPr>
                        <a:t>hhhh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11111111.1111</a:t>
                      </a:r>
                      <a:r>
                        <a:rPr b="0" lang="en-CA" sz="800" spc="-1" strike="noStrike">
                          <a:solidFill>
                            <a:srgbClr val="58585b"/>
                          </a:solidFill>
                          <a:latin typeface="Courier New"/>
                        </a:rPr>
                        <a:t>0000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800" spc="-1" strike="noStrike">
                          <a:solidFill>
                            <a:srgbClr val="58585b"/>
                          </a:solidFill>
                          <a:latin typeface="Arial"/>
                        </a:rPr>
                        <a:t>4096</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14</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/29</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255</a:t>
                      </a:r>
                      <a:r>
                        <a:rPr b="0" lang="en-CA" sz="800" spc="-1" strike="noStrike">
                          <a:solidFill>
                            <a:srgbClr val="58585b"/>
                          </a:solidFill>
                          <a:latin typeface="Arial"/>
                        </a:rPr>
                        <a:t>.</a:t>
                      </a:r>
                      <a:r>
                        <a:rPr b="1" lang="en-CA" sz="800" spc="-1" strike="noStrike">
                          <a:solidFill>
                            <a:srgbClr val="58585b"/>
                          </a:solidFill>
                          <a:latin typeface="Arial"/>
                        </a:rPr>
                        <a:t>248</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nnnnnnnn.nnnnn</a:t>
                      </a:r>
                      <a:r>
                        <a:rPr b="0" lang="en-CA" sz="800" spc="-1" strike="noStrike">
                          <a:solidFill>
                            <a:srgbClr val="58585b"/>
                          </a:solidFill>
                          <a:latin typeface="Courier New"/>
                        </a:rPr>
                        <a:t>hhh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11111111.11111</a:t>
                      </a:r>
                      <a:r>
                        <a:rPr b="0" lang="en-CA" sz="800" spc="-1" strike="noStrike">
                          <a:solidFill>
                            <a:srgbClr val="58585b"/>
                          </a:solidFill>
                          <a:latin typeface="Courier New"/>
                        </a:rPr>
                        <a:t>000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800" spc="-1" strike="noStrike">
                          <a:solidFill>
                            <a:srgbClr val="58585b"/>
                          </a:solidFill>
                          <a:latin typeface="Arial"/>
                        </a:rPr>
                        <a:t>8192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800" spc="-1" strike="noStrike">
                          <a:solidFill>
                            <a:srgbClr val="58585b"/>
                          </a:solidFill>
                          <a:latin typeface="Arial"/>
                        </a:rPr>
                        <a:t>6</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295560">
                <a:tc>
                  <a:txBody>
                    <a:bodyPr lIns="31680" rIns="31680" tIns="31680" bIns="31680" anchor="ctr">
                      <a:noAutofit/>
                    </a:bodyPr>
                    <a:p>
                      <a:pPr>
                        <a:lnSpc>
                          <a:spcPct val="100000"/>
                        </a:lnSpc>
                        <a:buNone/>
                      </a:pPr>
                      <a:r>
                        <a:rPr b="0" lang="en-CA" sz="800" spc="-1" strike="noStrike">
                          <a:solidFill>
                            <a:srgbClr val="58585b"/>
                          </a:solidFill>
                          <a:latin typeface="Arial"/>
                        </a:rPr>
                        <a:t>/30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255.255.</a:t>
                      </a:r>
                      <a:r>
                        <a:rPr b="1" lang="en-CA" sz="800" spc="-1" strike="noStrike">
                          <a:solidFill>
                            <a:srgbClr val="58585b"/>
                          </a:solidFill>
                          <a:latin typeface="Arial"/>
                        </a:rPr>
                        <a:t>255.252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Courier New"/>
                        </a:rPr>
                        <a:t>nnnnnnnn.nnnnnnnn.</a:t>
                      </a:r>
                      <a:r>
                        <a:rPr b="1" lang="en-CA" sz="800" spc="-1" strike="noStrike">
                          <a:solidFill>
                            <a:srgbClr val="58585b"/>
                          </a:solidFill>
                          <a:latin typeface="Courier New"/>
                        </a:rPr>
                        <a:t>nnnnnnnn.nnnnnn</a:t>
                      </a:r>
                      <a:r>
                        <a:rPr b="0" lang="en-CA" sz="800" spc="-1" strike="noStrike">
                          <a:solidFill>
                            <a:srgbClr val="58585b"/>
                          </a:solidFill>
                          <a:latin typeface="Courier New"/>
                        </a:rPr>
                        <a:t>hh </a:t>
                      </a:r>
                      <a:br/>
                      <a:r>
                        <a:rPr b="0" lang="en-CA" sz="800" spc="-1" strike="noStrike">
                          <a:solidFill>
                            <a:srgbClr val="58585b"/>
                          </a:solidFill>
                          <a:latin typeface="Courier New"/>
                        </a:rPr>
                        <a:t>11111111.11111111.</a:t>
                      </a:r>
                      <a:r>
                        <a:rPr b="1" lang="en-CA" sz="800" spc="-1" strike="noStrike">
                          <a:solidFill>
                            <a:srgbClr val="58585b"/>
                          </a:solidFill>
                          <a:latin typeface="Courier New"/>
                        </a:rPr>
                        <a:t>11111111.111111</a:t>
                      </a:r>
                      <a:r>
                        <a:rPr b="0" lang="en-CA" sz="800" spc="-1" strike="noStrike">
                          <a:solidFill>
                            <a:srgbClr val="58585b"/>
                          </a:solidFill>
                          <a:latin typeface="Courier New"/>
                        </a:rPr>
                        <a:t>00</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800" spc="-1" strike="noStrike">
                          <a:solidFill>
                            <a:srgbClr val="58585b"/>
                          </a:solidFill>
                          <a:latin typeface="Arial"/>
                        </a:rPr>
                        <a:t>16384</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800" spc="-1" strike="noStrike">
                          <a:solidFill>
                            <a:srgbClr val="58585b"/>
                          </a:solidFill>
                          <a:latin typeface="Arial"/>
                        </a:rPr>
                        <a:t>2</a:t>
                      </a:r>
                      <a:endParaRPr b="0" lang="en-JM" sz="8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 Slash 16 and a Slash 8 Prefix</a:t>
            </a:r>
            <a:br/>
            <a:r>
              <a:rPr b="0" lang="en-CA" sz="2400" spc="-1" strike="noStrike">
                <a:solidFill>
                  <a:srgbClr val="004c69"/>
                </a:solidFill>
                <a:latin typeface="Arial"/>
                <a:ea typeface="ＭＳ Ｐゴシック"/>
              </a:rPr>
              <a:t>Create 100 Subnets with a Slash 16 prefix</a:t>
            </a:r>
            <a:endParaRPr b="0" lang="en-US" sz="2400" spc="-1" strike="noStrike">
              <a:solidFill>
                <a:srgbClr val="58585b"/>
              </a:solidFill>
              <a:latin typeface="Arial"/>
            </a:endParaRPr>
          </a:p>
        </p:txBody>
      </p:sp>
      <p:sp>
        <p:nvSpPr>
          <p:cNvPr id="439" name="PlaceHolder 2"/>
          <p:cNvSpPr>
            <a:spLocks noGrp="1"/>
          </p:cNvSpPr>
          <p:nvPr>
            <p:ph/>
          </p:nvPr>
        </p:nvSpPr>
        <p:spPr>
          <a:xfrm>
            <a:off x="432000" y="864720"/>
            <a:ext cx="5402880" cy="3669120"/>
          </a:xfrm>
          <a:prstGeom prst="rect">
            <a:avLst/>
          </a:prstGeom>
          <a:noFill/>
          <a:ln w="0">
            <a:noFill/>
          </a:ln>
        </p:spPr>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Consider a large enterprise that requires at least 100 subnets and has chosen the private address 172.16.0.0/16 as its internal network address.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The figure displays the number of subnets that can be created when borrowing bits from the third octet and the fourth octet.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Notice there are now up to 14 host bits that can be borrowed (i.e., last two bits cannot be borrowed).</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CA" sz="1600" spc="-1" strike="noStrike">
                <a:solidFill>
                  <a:srgbClr val="000000"/>
                </a:solidFill>
                <a:latin typeface="Arial"/>
                <a:ea typeface="ＭＳ Ｐゴシック"/>
              </a:rPr>
              <a:t>To satisfy the requirement of 100 subnets for the enterprise, 7 bits (i.e., 2</a:t>
            </a:r>
            <a:r>
              <a:rPr b="0" lang="en-CA" sz="1600" spc="-1" strike="noStrike" baseline="30000">
                <a:solidFill>
                  <a:srgbClr val="000000"/>
                </a:solidFill>
                <a:latin typeface="Arial"/>
                <a:ea typeface="ＭＳ Ｐゴシック"/>
              </a:rPr>
              <a:t>7</a:t>
            </a:r>
            <a:r>
              <a:rPr b="0" lang="en-CA" sz="1600" spc="-1" strike="noStrike">
                <a:solidFill>
                  <a:srgbClr val="000000"/>
                </a:solidFill>
                <a:latin typeface="Arial"/>
                <a:ea typeface="ＭＳ Ｐゴシック"/>
              </a:rPr>
              <a:t> = 128 subnets) would need to be borrowed (for a total of 128 subnets).</a:t>
            </a:r>
            <a:endParaRPr b="0" lang="en-US" sz="1600" spc="-1" strike="noStrike">
              <a:solidFill>
                <a:srgbClr val="58585b"/>
              </a:solidFill>
              <a:latin typeface="Arial"/>
            </a:endParaRPr>
          </a:p>
        </p:txBody>
      </p:sp>
      <p:pic>
        <p:nvPicPr>
          <p:cNvPr id="440" name="Picture 1" descr=""/>
          <p:cNvPicPr/>
          <p:nvPr/>
        </p:nvPicPr>
        <p:blipFill>
          <a:blip r:embed="rId1"/>
          <a:stretch/>
        </p:blipFill>
        <p:spPr>
          <a:xfrm>
            <a:off x="6102000" y="855360"/>
            <a:ext cx="2914560" cy="2806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 Slash 16 and a Slash 8 Prefix</a:t>
            </a:r>
            <a:br/>
            <a:r>
              <a:rPr b="0" lang="en-CA" sz="2400" spc="-1" strike="noStrike">
                <a:solidFill>
                  <a:srgbClr val="004c69"/>
                </a:solidFill>
                <a:latin typeface="Arial"/>
                <a:ea typeface="ＭＳ Ｐゴシック"/>
              </a:rPr>
              <a:t>Create 1000 Subnets with a Slash 8 prefix</a:t>
            </a:r>
            <a:endParaRPr b="0" lang="en-US" sz="2400" spc="-1" strike="noStrike">
              <a:solidFill>
                <a:srgbClr val="58585b"/>
              </a:solidFill>
              <a:latin typeface="Arial"/>
            </a:endParaRPr>
          </a:p>
        </p:txBody>
      </p:sp>
      <p:sp>
        <p:nvSpPr>
          <p:cNvPr id="442" name="PlaceHolder 2"/>
          <p:cNvSpPr>
            <a:spLocks noGrp="1"/>
          </p:cNvSpPr>
          <p:nvPr>
            <p:ph/>
          </p:nvPr>
        </p:nvSpPr>
        <p:spPr>
          <a:xfrm>
            <a:off x="432000" y="855360"/>
            <a:ext cx="4863600" cy="3073680"/>
          </a:xfrm>
          <a:prstGeom prst="rect">
            <a:avLst/>
          </a:prstGeom>
          <a:noFill/>
          <a:ln w="0">
            <a:noFill/>
          </a:ln>
        </p:spPr>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Consider a small ISP that requires 1000 subnets for its clients using network address 10.0.0.0/8 which means there are 8 bits in the network portion and 24 host bits available to borrow toward subnetting. </a:t>
            </a:r>
            <a:endParaRPr b="0" lang="en-US" sz="16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0" lang="en-CA" sz="1400" spc="-1" strike="noStrike">
                <a:solidFill>
                  <a:srgbClr val="000000"/>
                </a:solidFill>
                <a:latin typeface="Arial"/>
                <a:ea typeface="ＭＳ Ｐゴシック"/>
              </a:rPr>
              <a:t>The figure displays the number of subnets that can be created when borrowing bits from the second and third. </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0" lang="en-CA" sz="1400" spc="-1" strike="noStrike">
                <a:solidFill>
                  <a:srgbClr val="000000"/>
                </a:solidFill>
                <a:latin typeface="Arial"/>
                <a:ea typeface="ＭＳ Ｐゴシック"/>
              </a:rPr>
              <a:t>Notice there are now up to 22 host bits that can be borrowed (i.e., last two bits cannot be borrowed).</a:t>
            </a:r>
            <a:endParaRPr b="0" lang="en-US" sz="1400" spc="-1" strike="noStrike">
              <a:solidFill>
                <a:srgbClr val="58585b"/>
              </a:solidFill>
              <a:latin typeface="Arial"/>
            </a:endParaRPr>
          </a:p>
          <a:p>
            <a:pPr>
              <a:lnSpc>
                <a:spcPct val="100000"/>
              </a:lnSpc>
              <a:spcBef>
                <a:spcPts val="320"/>
              </a:spcBef>
              <a:buNone/>
              <a:tabLst>
                <a:tab algn="l" pos="0"/>
              </a:tabLst>
            </a:pPr>
            <a:endParaRPr b="0" lang="en-US" sz="1400" spc="-1" strike="noStrike">
              <a:solidFill>
                <a:srgbClr val="58585b"/>
              </a:solidFill>
              <a:latin typeface="Arial"/>
            </a:endParaRPr>
          </a:p>
          <a:p>
            <a:pPr>
              <a:lnSpc>
                <a:spcPct val="100000"/>
              </a:lnSpc>
              <a:spcBef>
                <a:spcPts val="320"/>
              </a:spcBef>
              <a:buNone/>
              <a:tabLst>
                <a:tab algn="l" pos="0"/>
              </a:tabLst>
            </a:pPr>
            <a:r>
              <a:rPr b="0" lang="en-CA" sz="1600" spc="-1" strike="noStrike">
                <a:solidFill>
                  <a:srgbClr val="000000"/>
                </a:solidFill>
                <a:latin typeface="Arial"/>
                <a:ea typeface="ＭＳ Ｐゴシック"/>
              </a:rPr>
              <a:t>To satisfy the requirement of 1000 subnets for the enterprise, 10 bits (i.e., 2</a:t>
            </a:r>
            <a:r>
              <a:rPr b="0" lang="en-CA" sz="1600" spc="-1" strike="noStrike" baseline="30000">
                <a:solidFill>
                  <a:srgbClr val="000000"/>
                </a:solidFill>
                <a:latin typeface="Arial"/>
                <a:ea typeface="ＭＳ Ｐゴシック"/>
              </a:rPr>
              <a:t>10</a:t>
            </a:r>
            <a:r>
              <a:rPr b="0" lang="en-CA" sz="1600" spc="-1" strike="noStrike">
                <a:solidFill>
                  <a:srgbClr val="000000"/>
                </a:solidFill>
                <a:latin typeface="Arial"/>
                <a:ea typeface="ＭＳ Ｐゴシック"/>
              </a:rPr>
              <a:t>=1024 subnets) would need to be borrowed (for a total of 128 subnets)</a:t>
            </a:r>
            <a:endParaRPr b="0" lang="en-US" sz="1600" spc="-1" strike="noStrike">
              <a:solidFill>
                <a:srgbClr val="58585b"/>
              </a:solidFill>
              <a:latin typeface="Arial"/>
            </a:endParaRPr>
          </a:p>
        </p:txBody>
      </p:sp>
      <p:pic>
        <p:nvPicPr>
          <p:cNvPr id="443" name="Picture 5" descr=""/>
          <p:cNvPicPr/>
          <p:nvPr/>
        </p:nvPicPr>
        <p:blipFill>
          <a:blip r:embed="rId1"/>
          <a:stretch/>
        </p:blipFill>
        <p:spPr>
          <a:xfrm>
            <a:off x="5399640" y="826200"/>
            <a:ext cx="3647880" cy="24242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 Slash 16 and a Slash 8 Prefix</a:t>
            </a:r>
            <a:br/>
            <a:r>
              <a:rPr b="0" lang="en-CA" sz="2400" spc="-1" strike="noStrike">
                <a:solidFill>
                  <a:srgbClr val="004c69"/>
                </a:solidFill>
                <a:latin typeface="Arial"/>
                <a:ea typeface="ＭＳ Ｐゴシック"/>
              </a:rPr>
              <a:t>Video – Subnet Across Multiple Octets</a:t>
            </a:r>
            <a:endParaRPr b="0" lang="en-US" sz="2400" spc="-1" strike="noStrike">
              <a:solidFill>
                <a:srgbClr val="58585b"/>
              </a:solidFill>
              <a:latin typeface="Arial"/>
            </a:endParaRPr>
          </a:p>
        </p:txBody>
      </p:sp>
      <p:sp>
        <p:nvSpPr>
          <p:cNvPr id="445" name="Content Placeholder 3"/>
          <p:cNvSpPr/>
          <p:nvPr/>
        </p:nvSpPr>
        <p:spPr>
          <a:xfrm>
            <a:off x="432000" y="855360"/>
            <a:ext cx="8345160" cy="3073680"/>
          </a:xfrm>
          <a:prstGeom prst="rect">
            <a:avLst/>
          </a:prstGeom>
          <a:noFill/>
          <a:ln w="0">
            <a:noFill/>
          </a:ln>
        </p:spPr>
        <p:style>
          <a:lnRef idx="0"/>
          <a:fillRef idx="0"/>
          <a:effectRef idx="0"/>
          <a:fontRef idx="minor"/>
        </p:style>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This video will demonstrate creating subnets across multiple octets.</a:t>
            </a:r>
            <a:endParaRPr b="0" lang="en-JM" sz="16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a Slash 16 and a Slash 8 Prefix</a:t>
            </a:r>
            <a:br/>
            <a:r>
              <a:rPr b="0" lang="en-US" sz="2400" spc="-1" strike="noStrike">
                <a:solidFill>
                  <a:srgbClr val="004c69"/>
                </a:solidFill>
                <a:latin typeface="Arial"/>
                <a:ea typeface="ＭＳ Ｐゴシック"/>
              </a:rPr>
              <a:t>Lab – Calculate IPv4 Subnets</a:t>
            </a:r>
            <a:endParaRPr b="0" lang="en-US" sz="2400" spc="-1" strike="noStrike">
              <a:solidFill>
                <a:srgbClr val="58585b"/>
              </a:solidFill>
              <a:latin typeface="Arial"/>
            </a:endParaRPr>
          </a:p>
        </p:txBody>
      </p:sp>
      <p:sp>
        <p:nvSpPr>
          <p:cNvPr id="447" name="PlaceHolder 2"/>
          <p:cNvSpPr>
            <a:spLocks noGrp="1"/>
          </p:cNvSpPr>
          <p:nvPr>
            <p:ph/>
          </p:nvPr>
        </p:nvSpPr>
        <p:spPr>
          <a:xfrm>
            <a:off x="432000" y="855360"/>
            <a:ext cx="8279640" cy="3073680"/>
          </a:xfrm>
          <a:prstGeom prst="rect">
            <a:avLst/>
          </a:prstGeom>
          <a:noFill/>
          <a:ln w="0">
            <a:noFill/>
          </a:ln>
        </p:spPr>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In this lab, you will complete the following objectives: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Part 1: Determine IPv4 Address Subnetting</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Part 2: Calculate IPv4 Address Subnetting</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11.7 </a:t>
            </a:r>
            <a:r>
              <a:rPr b="0" lang="en-CA" sz="4600" spc="-1" strike="noStrike">
                <a:solidFill>
                  <a:srgbClr val="afe8fb"/>
                </a:solidFill>
                <a:latin typeface="Arial"/>
                <a:ea typeface="ＭＳ Ｐゴシック"/>
              </a:rPr>
              <a:t>Subnet to Meet Requirements</a:t>
            </a:r>
            <a:endParaRPr b="0" lang="en-US" sz="4600" spc="-1" strike="noStrike">
              <a:solidFill>
                <a:srgbClr val="58585b"/>
              </a:solidFill>
              <a:latin typeface="Arial"/>
            </a:endParaRPr>
          </a:p>
        </p:txBody>
      </p:sp>
    </p:spTree>
  </p:cSld>
  <p:transition spd="slow">
    <p:wipe dir="l"/>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to Meet Requirements</a:t>
            </a:r>
            <a:br/>
            <a:r>
              <a:rPr b="0" lang="en-CA" sz="2400" spc="-1" strike="noStrike">
                <a:solidFill>
                  <a:srgbClr val="004c69"/>
                </a:solidFill>
                <a:latin typeface="Arial"/>
                <a:ea typeface="ＭＳ Ｐゴシック"/>
              </a:rPr>
              <a:t>Subnet Private versus Public IPv4 Address Space</a:t>
            </a:r>
            <a:endParaRPr b="0" lang="en-US" sz="2400" spc="-1" strike="noStrike">
              <a:solidFill>
                <a:srgbClr val="58585b"/>
              </a:solidFill>
              <a:latin typeface="Arial"/>
            </a:endParaRPr>
          </a:p>
        </p:txBody>
      </p:sp>
      <p:sp>
        <p:nvSpPr>
          <p:cNvPr id="450" name="PlaceHolder 2"/>
          <p:cNvSpPr>
            <a:spLocks noGrp="1"/>
          </p:cNvSpPr>
          <p:nvPr>
            <p:ph/>
          </p:nvPr>
        </p:nvSpPr>
        <p:spPr>
          <a:xfrm>
            <a:off x="432000" y="855360"/>
            <a:ext cx="4985640" cy="3073680"/>
          </a:xfrm>
          <a:prstGeom prst="rect">
            <a:avLst/>
          </a:prstGeom>
          <a:noFill/>
          <a:ln w="0">
            <a:noFill/>
          </a:ln>
        </p:spPr>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Enterprise networks will have an:</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Intranet - A company’s internal network typically using private IPv4 addresses.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DMZ – A companies internet facing servers. Devices in the DMZ use public IPv4 addresses.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A company could use the 10.0.0.0/8 and subnet on the /16 or /24 network boundary. </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The DMZ devices would have to be configured with public IP addresses.</a:t>
            </a:r>
            <a:endParaRPr b="0" lang="en-US" sz="1600" spc="-1" strike="noStrike">
              <a:solidFill>
                <a:srgbClr val="58585b"/>
              </a:solidFill>
              <a:latin typeface="Arial"/>
            </a:endParaRPr>
          </a:p>
        </p:txBody>
      </p:sp>
      <p:pic>
        <p:nvPicPr>
          <p:cNvPr id="451" name="Picture 1" descr=""/>
          <p:cNvPicPr/>
          <p:nvPr/>
        </p:nvPicPr>
        <p:blipFill>
          <a:blip r:embed="rId1"/>
          <a:stretch/>
        </p:blipFill>
        <p:spPr>
          <a:xfrm>
            <a:off x="5374080" y="1118160"/>
            <a:ext cx="3581640" cy="2391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to Meet Requirements</a:t>
            </a:r>
            <a:br/>
            <a:r>
              <a:rPr b="0" lang="en-CA" sz="2000" spc="-1" strike="noStrike">
                <a:solidFill>
                  <a:srgbClr val="004c69"/>
                </a:solidFill>
                <a:latin typeface="Arial"/>
                <a:ea typeface="ＭＳ Ｐゴシック"/>
              </a:rPr>
              <a:t>Minimize Unused Host IPv4 Addresses and Maximize Subnets</a:t>
            </a:r>
            <a:endParaRPr b="0" lang="en-US" sz="2000" spc="-1" strike="noStrike">
              <a:solidFill>
                <a:srgbClr val="58585b"/>
              </a:solidFill>
              <a:latin typeface="Arial"/>
            </a:endParaRPr>
          </a:p>
        </p:txBody>
      </p:sp>
      <p:sp>
        <p:nvSpPr>
          <p:cNvPr id="453" name="PlaceHolder 2"/>
          <p:cNvSpPr>
            <a:spLocks noGrp="1"/>
          </p:cNvSpPr>
          <p:nvPr>
            <p:ph/>
          </p:nvPr>
        </p:nvSpPr>
        <p:spPr>
          <a:xfrm>
            <a:off x="432000" y="855360"/>
            <a:ext cx="8279640" cy="973080"/>
          </a:xfrm>
          <a:prstGeom prst="rect">
            <a:avLst/>
          </a:prstGeom>
          <a:noFill/>
          <a:ln w="0">
            <a:noFill/>
          </a:ln>
        </p:spPr>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There are two considerations when planning subnets: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The number of host addresses required for each network </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CA" sz="1600" spc="-1" strike="noStrike">
                <a:solidFill>
                  <a:srgbClr val="000000"/>
                </a:solidFill>
                <a:latin typeface="Arial"/>
                <a:ea typeface="ＭＳ Ｐゴシック"/>
              </a:rPr>
              <a:t>The number of individual subnets needed</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graphicFrame>
        <p:nvGraphicFramePr>
          <p:cNvPr id="454" name="Table 5"/>
          <p:cNvGraphicFramePr/>
          <p:nvPr/>
        </p:nvGraphicFramePr>
        <p:xfrm>
          <a:off x="1207800" y="1944360"/>
          <a:ext cx="6728040" cy="2595600"/>
        </p:xfrm>
        <a:graphic>
          <a:graphicData uri="http://schemas.openxmlformats.org/drawingml/2006/table">
            <a:tbl>
              <a:tblPr/>
              <a:tblGrid>
                <a:gridCol w="960120"/>
                <a:gridCol w="1203840"/>
                <a:gridCol w="3092400"/>
                <a:gridCol w="747720"/>
                <a:gridCol w="723960"/>
              </a:tblGrid>
              <a:tr h="370800">
                <a:tc>
                  <a:txBody>
                    <a:bodyPr lIns="31680" rIns="31680" tIns="31680" bIns="31680" anchor="ctr">
                      <a:noAutofit/>
                    </a:bodyPr>
                    <a:p>
                      <a:pPr>
                        <a:lnSpc>
                          <a:spcPct val="100000"/>
                        </a:lnSpc>
                        <a:buNone/>
                      </a:pPr>
                      <a:r>
                        <a:rPr b="1" lang="en-CA" sz="1000" spc="-1" strike="noStrike">
                          <a:solidFill>
                            <a:srgbClr val="ffffff"/>
                          </a:solidFill>
                          <a:latin typeface="Arial"/>
                        </a:rPr>
                        <a:t>Prefix Length</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Subnet Mask</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Subnet Mask in Binary</a:t>
                      </a:r>
                      <a:br/>
                      <a:r>
                        <a:rPr b="1" lang="en-CA" sz="1000" spc="-1" strike="noStrike">
                          <a:solidFill>
                            <a:srgbClr val="ffffff"/>
                          </a:solidFill>
                          <a:latin typeface="Arial"/>
                        </a:rPr>
                        <a:t>(n = network, h = host)</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 of subnets</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31680" rIns="31680" tIns="31680" bIns="31680" anchor="ctr">
                      <a:noAutofit/>
                    </a:bodyPr>
                    <a:p>
                      <a:pPr>
                        <a:lnSpc>
                          <a:spcPct val="100000"/>
                        </a:lnSpc>
                        <a:buNone/>
                      </a:pPr>
                      <a:r>
                        <a:rPr b="1" lang="en-CA" sz="1000" spc="-1" strike="noStrike">
                          <a:solidFill>
                            <a:srgbClr val="ffffff"/>
                          </a:solidFill>
                          <a:latin typeface="Arial"/>
                        </a:rPr>
                        <a:t># of hosts</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/25</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255.255.255.128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a:t>
                      </a:r>
                      <a:r>
                        <a:rPr b="0" lang="en-CA" sz="1000" spc="-1" strike="noStrike">
                          <a:solidFill>
                            <a:srgbClr val="58585b"/>
                          </a:solidFill>
                          <a:latin typeface="Courier New"/>
                        </a:rPr>
                        <a:t>hhhhhhh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a:t>
                      </a:r>
                      <a:r>
                        <a:rPr b="0" lang="en-CA" sz="1000" spc="-1" strike="noStrike">
                          <a:solidFill>
                            <a:srgbClr val="58585b"/>
                          </a:solidFill>
                          <a:latin typeface="Courier New"/>
                        </a:rPr>
                        <a:t>0000000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126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255.255.255.192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a:t>
                      </a:r>
                      <a:r>
                        <a:rPr b="0" lang="en-CA" sz="1000" spc="-1" strike="noStrike">
                          <a:solidFill>
                            <a:srgbClr val="58585b"/>
                          </a:solidFill>
                          <a:latin typeface="Courier New"/>
                        </a:rPr>
                        <a:t>hhhhhh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a:t>
                      </a:r>
                      <a:r>
                        <a:rPr b="0" lang="en-CA" sz="1000" spc="-1" strike="noStrike">
                          <a:solidFill>
                            <a:srgbClr val="58585b"/>
                          </a:solidFill>
                          <a:latin typeface="Courier New"/>
                        </a:rPr>
                        <a:t>000000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62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/27</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255.255.255.224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nnn</a:t>
                      </a:r>
                      <a:r>
                        <a:rPr b="0" lang="en-CA" sz="1000" spc="-1" strike="noStrike">
                          <a:solidFill>
                            <a:srgbClr val="58585b"/>
                          </a:solidFill>
                          <a:latin typeface="Courier New"/>
                        </a:rPr>
                        <a:t>hhhhh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111</a:t>
                      </a:r>
                      <a:r>
                        <a:rPr b="0" lang="en-CA" sz="1000" spc="-1" strike="noStrike">
                          <a:solidFill>
                            <a:srgbClr val="58585b"/>
                          </a:solidFill>
                          <a:latin typeface="Courier New"/>
                        </a:rPr>
                        <a:t>00000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30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255.255.255.240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nnnn</a:t>
                      </a:r>
                      <a:r>
                        <a:rPr b="0" lang="en-CA" sz="1000" spc="-1" strike="noStrike">
                          <a:solidFill>
                            <a:srgbClr val="58585b"/>
                          </a:solidFill>
                          <a:latin typeface="Courier New"/>
                        </a:rPr>
                        <a:t>hhhh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1111</a:t>
                      </a:r>
                      <a:r>
                        <a:rPr b="0" lang="en-CA" sz="1000" spc="-1" strike="noStrike">
                          <a:solidFill>
                            <a:srgbClr val="58585b"/>
                          </a:solidFill>
                          <a:latin typeface="Courier New"/>
                        </a:rPr>
                        <a:t>0000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16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14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/29</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255.255.255.248</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nnnnn</a:t>
                      </a:r>
                      <a:r>
                        <a:rPr b="0" lang="en-CA" sz="1000" spc="-1" strike="noStrike">
                          <a:solidFill>
                            <a:srgbClr val="58585b"/>
                          </a:solidFill>
                          <a:latin typeface="Courier New"/>
                        </a:rPr>
                        <a:t>hhh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11111</a:t>
                      </a:r>
                      <a:r>
                        <a:rPr b="0" lang="en-CA" sz="1000" spc="-1" strike="noStrike">
                          <a:solidFill>
                            <a:srgbClr val="58585b"/>
                          </a:solidFill>
                          <a:latin typeface="Courier New"/>
                        </a:rPr>
                        <a:t>000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32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6</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31680" rIns="31680" tIns="31680" bIns="31680" anchor="ctr">
                      <a:noAutofit/>
                    </a:bodyPr>
                    <a:p>
                      <a:pPr>
                        <a:lnSpc>
                          <a:spcPct val="100000"/>
                        </a:lnSpc>
                        <a:buNone/>
                      </a:pPr>
                      <a:r>
                        <a:rPr b="0" lang="en-CA" sz="1000" spc="-1" strike="noStrike">
                          <a:solidFill>
                            <a:srgbClr val="58585b"/>
                          </a:solidFill>
                          <a:latin typeface="Arial"/>
                        </a:rPr>
                        <a:t>/30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255.255.255.252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Courier New"/>
                        </a:rPr>
                        <a:t>nnnnnnnn.nnnnnnnn.nnnnnnnn.</a:t>
                      </a:r>
                      <a:r>
                        <a:rPr b="1" lang="en-CA" sz="1000" spc="-1" strike="noStrike">
                          <a:solidFill>
                            <a:srgbClr val="58585b"/>
                          </a:solidFill>
                          <a:latin typeface="Courier New"/>
                        </a:rPr>
                        <a:t>nnnnnn</a:t>
                      </a:r>
                      <a:r>
                        <a:rPr b="0" lang="en-CA" sz="1000" spc="-1" strike="noStrike">
                          <a:solidFill>
                            <a:srgbClr val="58585b"/>
                          </a:solidFill>
                          <a:latin typeface="Courier New"/>
                        </a:rPr>
                        <a:t>hh</a:t>
                      </a:r>
                      <a:br/>
                      <a:r>
                        <a:rPr b="0" lang="en-CA" sz="1000" spc="-1" strike="noStrike">
                          <a:solidFill>
                            <a:srgbClr val="58585b"/>
                          </a:solidFill>
                          <a:latin typeface="Courier New"/>
                        </a:rPr>
                        <a:t>11111111.11111111.11111111.</a:t>
                      </a:r>
                      <a:r>
                        <a:rPr b="1" lang="en-CA" sz="1000" spc="-1" strike="noStrike">
                          <a:solidFill>
                            <a:srgbClr val="58585b"/>
                          </a:solidFill>
                          <a:latin typeface="Courier New"/>
                        </a:rPr>
                        <a:t>111111</a:t>
                      </a:r>
                      <a:r>
                        <a:rPr b="0" lang="en-CA" sz="1000" spc="-1" strike="noStrike">
                          <a:solidFill>
                            <a:srgbClr val="58585b"/>
                          </a:solidFill>
                          <a:latin typeface="Courier New"/>
                        </a:rPr>
                        <a:t>00</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1" lang="en-CA" sz="1000" spc="-1" strike="noStrike">
                          <a:solidFill>
                            <a:srgbClr val="58585b"/>
                          </a:solidFill>
                          <a:latin typeface="Arial"/>
                        </a:rPr>
                        <a:t>64</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31680" rIns="31680" tIns="31680" bIns="31680" anchor="ctr">
                      <a:noAutofit/>
                    </a:bodyPr>
                    <a:p>
                      <a:pPr>
                        <a:lnSpc>
                          <a:spcPct val="100000"/>
                        </a:lnSpc>
                        <a:buNone/>
                      </a:pPr>
                      <a:r>
                        <a:rPr b="0" lang="en-CA" sz="1000" spc="-1" strike="noStrike">
                          <a:solidFill>
                            <a:srgbClr val="58585b"/>
                          </a:solidFill>
                          <a:latin typeface="Arial"/>
                        </a:rPr>
                        <a:t>2</a:t>
                      </a:r>
                      <a:endParaRPr b="0" lang="en-JM" sz="1000" spc="-1" strike="noStrike">
                        <a:latin typeface="Arial"/>
                      </a:endParaRPr>
                    </a:p>
                  </a:txBody>
                  <a:tcPr anchor="ctr" marL="31680" marR="3168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
        <p:nvSpPr>
          <p:cNvPr id="455" name="Connector: Elbow 9"/>
          <p:cNvSpPr/>
          <p:nvPr/>
        </p:nvSpPr>
        <p:spPr>
          <a:xfrm>
            <a:off x="6019920" y="1304280"/>
            <a:ext cx="1515960" cy="602280"/>
          </a:xfrm>
          <a:prstGeom prst="bentConnector2">
            <a:avLst/>
          </a:prstGeom>
          <a:noFill/>
          <a:ln w="38100">
            <a:solidFill>
              <a:srgbClr val="ffc000"/>
            </a:solidFill>
            <a:round/>
            <a:tailEnd len="med" type="triangle" w="med"/>
          </a:ln>
        </p:spPr>
        <p:style>
          <a:lnRef idx="1">
            <a:schemeClr val="accent1"/>
          </a:lnRef>
          <a:fillRef idx="0">
            <a:schemeClr val="accent1"/>
          </a:fillRef>
          <a:effectRef idx="0">
            <a:schemeClr val="accent1"/>
          </a:effectRef>
          <a:fontRef idx="minor"/>
        </p:style>
      </p:sp>
      <p:sp>
        <p:nvSpPr>
          <p:cNvPr id="456" name="Connector: Elbow 12"/>
          <p:cNvSpPr/>
          <p:nvPr/>
        </p:nvSpPr>
        <p:spPr>
          <a:xfrm>
            <a:off x="4709160" y="1605240"/>
            <a:ext cx="2118600" cy="300960"/>
          </a:xfrm>
          <a:prstGeom prst="bentConnector2">
            <a:avLst/>
          </a:prstGeom>
          <a:noFill/>
          <a:ln w="38100">
            <a:solidFill>
              <a:srgbClr val="ffc000"/>
            </a:solidFill>
            <a:round/>
            <a:tailEnd len="med" type="triangle" w="med"/>
          </a:ln>
        </p:spPr>
        <p:style>
          <a:lnRef idx="1">
            <a:schemeClr val="accent1"/>
          </a:lnRef>
          <a:fillRef idx="0">
            <a:schemeClr val="accent1"/>
          </a:fillRef>
          <a:effectRef idx="0">
            <a:schemeClr val="accent1"/>
          </a:effectRef>
          <a:fontRef idx="minor"/>
        </p:style>
      </p:sp>
    </p:spTree>
  </p:cSld>
  <mc:AlternateContent>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to Meet Requirements</a:t>
            </a:r>
            <a:br/>
            <a:r>
              <a:rPr b="0" lang="en-US" sz="2400" spc="-1" strike="noStrike">
                <a:solidFill>
                  <a:srgbClr val="004c69"/>
                </a:solidFill>
                <a:latin typeface="Arial"/>
                <a:ea typeface="ＭＳ Ｐゴシック"/>
              </a:rPr>
              <a:t>Example: Efficient IPv4 Subnetting</a:t>
            </a:r>
            <a:endParaRPr b="0" lang="en-US" sz="2400" spc="-1" strike="noStrike">
              <a:solidFill>
                <a:srgbClr val="58585b"/>
              </a:solidFill>
              <a:latin typeface="Arial"/>
            </a:endParaRPr>
          </a:p>
        </p:txBody>
      </p:sp>
      <p:sp>
        <p:nvSpPr>
          <p:cNvPr id="458" name="PlaceHolder 2"/>
          <p:cNvSpPr>
            <a:spLocks noGrp="1"/>
          </p:cNvSpPr>
          <p:nvPr>
            <p:ph/>
          </p:nvPr>
        </p:nvSpPr>
        <p:spPr>
          <a:xfrm>
            <a:off x="432000" y="855360"/>
            <a:ext cx="4708800" cy="30736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In this example, corporate headquarters has been allocated a public network address of 172.16.0.0/22 (10 host bits) by its ISP providing 1,022 host addresses.</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There are five sites and therefore five internet connections which means the organization requires 10 subnets with the largest subnet requires 40 addresses.</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It allocated 10 subnets with a /26 (i.e., 255.255.255.192) subnet mask.</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p:txBody>
      </p:sp>
      <p:pic>
        <p:nvPicPr>
          <p:cNvPr id="459" name="Picture 1" descr=""/>
          <p:cNvPicPr/>
          <p:nvPr/>
        </p:nvPicPr>
        <p:blipFill>
          <a:blip r:embed="rId1"/>
          <a:stretch/>
        </p:blipFill>
        <p:spPr>
          <a:xfrm>
            <a:off x="5600880" y="925920"/>
            <a:ext cx="3031200" cy="1088280"/>
          </a:xfrm>
          <a:prstGeom prst="rect">
            <a:avLst/>
          </a:prstGeom>
          <a:ln w="0">
            <a:noFill/>
          </a:ln>
        </p:spPr>
      </p:pic>
      <p:pic>
        <p:nvPicPr>
          <p:cNvPr id="460" name="Picture 4" descr=""/>
          <p:cNvPicPr/>
          <p:nvPr/>
        </p:nvPicPr>
        <p:blipFill>
          <a:blip r:embed="rId2"/>
          <a:stretch/>
        </p:blipFill>
        <p:spPr>
          <a:xfrm>
            <a:off x="5273280" y="2208240"/>
            <a:ext cx="3616200" cy="24062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Subnet to Meet Requirements</a:t>
            </a:r>
            <a:br/>
            <a:r>
              <a:rPr b="0" lang="en-US" sz="2400" spc="-1" strike="noStrike">
                <a:solidFill>
                  <a:srgbClr val="004c69"/>
                </a:solidFill>
                <a:latin typeface="Arial"/>
                <a:ea typeface="ＭＳ Ｐゴシック"/>
              </a:rPr>
              <a:t>Packet Tracer – Subnetting Scenario</a:t>
            </a:r>
            <a:endParaRPr b="0" lang="en-US" sz="2400" spc="-1" strike="noStrike">
              <a:solidFill>
                <a:srgbClr val="58585b"/>
              </a:solidFill>
              <a:latin typeface="Arial"/>
            </a:endParaRPr>
          </a:p>
        </p:txBody>
      </p:sp>
      <p:sp>
        <p:nvSpPr>
          <p:cNvPr id="462" name="PlaceHolder 2"/>
          <p:cNvSpPr>
            <a:spLocks noGrp="1"/>
          </p:cNvSpPr>
          <p:nvPr>
            <p:ph/>
          </p:nvPr>
        </p:nvSpPr>
        <p:spPr>
          <a:xfrm>
            <a:off x="432000" y="855360"/>
            <a:ext cx="8279640" cy="3073680"/>
          </a:xfrm>
          <a:prstGeom prst="rect">
            <a:avLst/>
          </a:prstGeom>
          <a:noFill/>
          <a:ln w="0">
            <a:noFill/>
          </a:ln>
        </p:spPr>
        <p:txBody>
          <a:bodyPr anchor="t">
            <a:noAutofit/>
          </a:bodyPr>
          <a:p>
            <a:pPr>
              <a:lnSpc>
                <a:spcPct val="100000"/>
              </a:lnSpc>
              <a:buNone/>
              <a:tabLst>
                <a:tab algn="l" pos="0"/>
              </a:tabLst>
            </a:pPr>
            <a:r>
              <a:rPr b="0" lang="en-US" sz="1600" spc="-1" strike="noStrike">
                <a:solidFill>
                  <a:srgbClr val="000000"/>
                </a:solidFill>
                <a:latin typeface="Arial"/>
                <a:ea typeface="ＭＳ Ｐゴシック"/>
              </a:rPr>
              <a:t>In this Packet Tracer, you will do the following:</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Design an IP Addressing Scheme</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Assign IP Addresses to Network Devices and Verify Connectivity</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11.8 </a:t>
            </a:r>
            <a:r>
              <a:rPr b="0" lang="en-CA" sz="4600" spc="-1" strike="noStrike">
                <a:solidFill>
                  <a:srgbClr val="afe8fb"/>
                </a:solidFill>
                <a:latin typeface="Arial"/>
                <a:ea typeface="ＭＳ Ｐゴシック"/>
              </a:rPr>
              <a:t>VLSM</a:t>
            </a:r>
            <a:br/>
            <a:endParaRPr b="0" lang="en-US" sz="4600" spc="-1" strike="noStrike">
              <a:solidFill>
                <a:srgbClr val="58585b"/>
              </a:solidFill>
              <a:latin typeface="Arial"/>
            </a:endParaRPr>
          </a:p>
        </p:txBody>
      </p:sp>
    </p:spTree>
  </p:cSld>
  <p:transition spd="slow">
    <p:wipe dir="l"/>
  </p:transition>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VLSM</a:t>
            </a:r>
            <a:br/>
            <a:r>
              <a:rPr b="0" lang="en-US" sz="2400" spc="-1" strike="noStrike">
                <a:solidFill>
                  <a:srgbClr val="004c69"/>
                </a:solidFill>
                <a:latin typeface="Arial"/>
                <a:ea typeface="ＭＳ Ｐゴシック"/>
              </a:rPr>
              <a:t>Video – VLSM Basics</a:t>
            </a:r>
            <a:endParaRPr b="0" lang="en-US" sz="2400" spc="-1" strike="noStrike">
              <a:solidFill>
                <a:srgbClr val="58585b"/>
              </a:solidFill>
              <a:latin typeface="Arial"/>
            </a:endParaRPr>
          </a:p>
        </p:txBody>
      </p:sp>
      <p:sp>
        <p:nvSpPr>
          <p:cNvPr id="465" name="PlaceHolder 2"/>
          <p:cNvSpPr>
            <a:spLocks noGrp="1"/>
          </p:cNvSpPr>
          <p:nvPr>
            <p:ph/>
          </p:nvPr>
        </p:nvSpPr>
        <p:spPr>
          <a:xfrm>
            <a:off x="432000" y="855360"/>
            <a:ext cx="8279640" cy="30736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This video will explain VLSM basics.</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VLSM</a:t>
            </a:r>
            <a:br/>
            <a:r>
              <a:rPr b="0" lang="en-US" sz="2400" spc="-1" strike="noStrike">
                <a:solidFill>
                  <a:srgbClr val="004c69"/>
                </a:solidFill>
                <a:latin typeface="Arial"/>
                <a:ea typeface="ＭＳ Ｐゴシック"/>
              </a:rPr>
              <a:t>Video – VLSM Example</a:t>
            </a:r>
            <a:endParaRPr b="0" lang="en-US" sz="2400" spc="-1" strike="noStrike">
              <a:solidFill>
                <a:srgbClr val="58585b"/>
              </a:solidFill>
              <a:latin typeface="Arial"/>
            </a:endParaRPr>
          </a:p>
        </p:txBody>
      </p:sp>
      <p:sp>
        <p:nvSpPr>
          <p:cNvPr id="467" name="PlaceHolder 2"/>
          <p:cNvSpPr>
            <a:spLocks noGrp="1"/>
          </p:cNvSpPr>
          <p:nvPr>
            <p:ph/>
          </p:nvPr>
        </p:nvSpPr>
        <p:spPr>
          <a:xfrm>
            <a:off x="432000" y="855360"/>
            <a:ext cx="8279640" cy="307368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US" sz="1600" spc="-1" strike="noStrike">
                <a:solidFill>
                  <a:srgbClr val="000000"/>
                </a:solidFill>
                <a:latin typeface="Arial"/>
                <a:ea typeface="ＭＳ Ｐゴシック"/>
              </a:rPr>
              <a:t>This video will demonstrate creating subnets specific to the needs of the network.</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VLSM</a:t>
            </a:r>
            <a:br/>
            <a:r>
              <a:rPr b="0" lang="en-US" sz="2400" spc="-1" strike="noStrike">
                <a:solidFill>
                  <a:srgbClr val="004c69"/>
                </a:solidFill>
                <a:latin typeface="Arial"/>
                <a:ea typeface="ＭＳ Ｐゴシック"/>
              </a:rPr>
              <a:t>IPv4 Address Conservation</a:t>
            </a:r>
            <a:endParaRPr b="0" lang="en-US" sz="2400" spc="-1" strike="noStrike">
              <a:solidFill>
                <a:srgbClr val="58585b"/>
              </a:solidFill>
              <a:latin typeface="Arial"/>
            </a:endParaRPr>
          </a:p>
        </p:txBody>
      </p:sp>
      <p:sp>
        <p:nvSpPr>
          <p:cNvPr id="469" name="PlaceHolder 2"/>
          <p:cNvSpPr>
            <a:spLocks noGrp="1"/>
          </p:cNvSpPr>
          <p:nvPr>
            <p:ph/>
          </p:nvPr>
        </p:nvSpPr>
        <p:spPr>
          <a:xfrm>
            <a:off x="432000" y="855360"/>
            <a:ext cx="8279640" cy="15102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Given the topology, 7 subnets are required (i.e, four LANs and three WAN links) and the largest number of host is in Building D with 28 hosts.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A /27 mask would provide 8 subnets of 30 host IP addresses and therefore support this topology.</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470" name="Picture 1" descr=""/>
          <p:cNvPicPr/>
          <p:nvPr/>
        </p:nvPicPr>
        <p:blipFill>
          <a:blip r:embed="rId1"/>
          <a:stretch/>
        </p:blipFill>
        <p:spPr>
          <a:xfrm>
            <a:off x="1730160" y="2771280"/>
            <a:ext cx="5683320" cy="15426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VLSM</a:t>
            </a:r>
            <a:br/>
            <a:r>
              <a:rPr b="0" lang="en-US" sz="2400" spc="-1" strike="noStrike">
                <a:solidFill>
                  <a:srgbClr val="004c69"/>
                </a:solidFill>
                <a:latin typeface="Arial"/>
                <a:ea typeface="ＭＳ Ｐゴシック"/>
              </a:rPr>
              <a:t>IPv4 Address Conservation (Cont.)</a:t>
            </a:r>
            <a:endParaRPr b="0" lang="en-US" sz="2400" spc="-1" strike="noStrike">
              <a:solidFill>
                <a:srgbClr val="58585b"/>
              </a:solidFill>
              <a:latin typeface="Arial"/>
            </a:endParaRPr>
          </a:p>
        </p:txBody>
      </p:sp>
      <p:sp>
        <p:nvSpPr>
          <p:cNvPr id="472" name="PlaceHolder 2"/>
          <p:cNvSpPr>
            <a:spLocks noGrp="1"/>
          </p:cNvSpPr>
          <p:nvPr>
            <p:ph/>
          </p:nvPr>
        </p:nvSpPr>
        <p:spPr>
          <a:xfrm>
            <a:off x="432000" y="855360"/>
            <a:ext cx="6090840" cy="944640"/>
          </a:xfrm>
          <a:prstGeom prst="rect">
            <a:avLst/>
          </a:prstGeom>
          <a:noFill/>
          <a:ln w="0">
            <a:noFill/>
          </a:ln>
        </p:spPr>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However, the point-to-point WAN links only require two addresses and therefore waste 28 addresses each for a total of 84 unused addresses.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473" name="Picture 4" descr=""/>
          <p:cNvPicPr/>
          <p:nvPr/>
        </p:nvPicPr>
        <p:blipFill>
          <a:blip r:embed="rId1"/>
          <a:stretch/>
        </p:blipFill>
        <p:spPr>
          <a:xfrm>
            <a:off x="6631920" y="731880"/>
            <a:ext cx="2221560" cy="944640"/>
          </a:xfrm>
          <a:prstGeom prst="rect">
            <a:avLst/>
          </a:prstGeom>
          <a:ln w="0">
            <a:noFill/>
          </a:ln>
        </p:spPr>
      </p:pic>
      <p:pic>
        <p:nvPicPr>
          <p:cNvPr id="474" name="Picture 1" descr=""/>
          <p:cNvPicPr/>
          <p:nvPr/>
        </p:nvPicPr>
        <p:blipFill>
          <a:blip r:embed="rId2"/>
          <a:stretch/>
        </p:blipFill>
        <p:spPr>
          <a:xfrm>
            <a:off x="1730160" y="1800360"/>
            <a:ext cx="5683320" cy="1542600"/>
          </a:xfrm>
          <a:prstGeom prst="rect">
            <a:avLst/>
          </a:prstGeom>
          <a:ln w="0">
            <a:noFill/>
          </a:ln>
        </p:spPr>
      </p:pic>
      <p:sp>
        <p:nvSpPr>
          <p:cNvPr id="475" name="Content Placeholder 3"/>
          <p:cNvSpPr/>
          <p:nvPr/>
        </p:nvSpPr>
        <p:spPr>
          <a:xfrm>
            <a:off x="432000" y="3343320"/>
            <a:ext cx="8279640" cy="1304640"/>
          </a:xfrm>
          <a:prstGeom prst="rect">
            <a:avLst/>
          </a:prstGeom>
          <a:noFill/>
          <a:ln w="0">
            <a:noFill/>
          </a:ln>
        </p:spPr>
        <p:style>
          <a:lnRef idx="0"/>
          <a:fillRef idx="0"/>
          <a:effectRef idx="0"/>
          <a:fontRef idx="minor"/>
        </p:style>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Applying a traditional subnetting scheme to this scenario is not very efficient and is wasteful.</a:t>
            </a:r>
            <a:endParaRPr b="0" lang="en-JM" sz="1600" spc="-1" strike="noStrike">
              <a:latin typeface="Arial"/>
            </a:endParaRPr>
          </a:p>
          <a:p>
            <a:pPr>
              <a:lnSpc>
                <a:spcPct val="100000"/>
              </a:lnSpc>
              <a:spcBef>
                <a:spcPts val="320"/>
              </a:spcBef>
              <a:buNone/>
            </a:pPr>
            <a:endParaRPr b="0" lang="en-JM" sz="1600" spc="-1" strike="noStrike">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VLSM was developed to avoid wasting addresses by enabling us to subnet a subnet.</a:t>
            </a:r>
            <a:endParaRPr b="0" lang="en-JM" sz="16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VLSM</a:t>
            </a:r>
            <a:br/>
            <a:r>
              <a:rPr b="0" lang="en-US" sz="2400" spc="-1" strike="noStrike">
                <a:solidFill>
                  <a:srgbClr val="004c69"/>
                </a:solidFill>
                <a:latin typeface="Arial"/>
                <a:ea typeface="ＭＳ Ｐゴシック"/>
              </a:rPr>
              <a:t>VLSM</a:t>
            </a:r>
            <a:endParaRPr b="0" lang="en-US" sz="2400" spc="-1" strike="noStrike">
              <a:solidFill>
                <a:srgbClr val="58585b"/>
              </a:solidFill>
              <a:latin typeface="Arial"/>
            </a:endParaRPr>
          </a:p>
        </p:txBody>
      </p:sp>
      <p:sp>
        <p:nvSpPr>
          <p:cNvPr id="477" name="PlaceHolder 2"/>
          <p:cNvSpPr>
            <a:spLocks noGrp="1"/>
          </p:cNvSpPr>
          <p:nvPr>
            <p:ph/>
          </p:nvPr>
        </p:nvSpPr>
        <p:spPr>
          <a:xfrm>
            <a:off x="215280" y="855360"/>
            <a:ext cx="5518800" cy="241092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The left side displays the traditional subnetting scheme (i.e., the same subnet mask) while the right side illustrates how VLSM can be used to subnet a subnet and divided the last subnet into eight /30 subnets.</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When using VLSM, always begin by satisfying the host requirements of the largest subnet and continue subnetting until the host requirements of the smallest subnet are satisfied.</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The resulting topology with VLSM applied.</a:t>
            </a:r>
            <a:endParaRPr b="0" lang="en-US" sz="1600" spc="-1" strike="noStrike">
              <a:solidFill>
                <a:srgbClr val="58585b"/>
              </a:solidFill>
              <a:latin typeface="Arial"/>
            </a:endParaRPr>
          </a:p>
        </p:txBody>
      </p:sp>
      <p:pic>
        <p:nvPicPr>
          <p:cNvPr id="478" name="Picture 8" descr=""/>
          <p:cNvPicPr/>
          <p:nvPr/>
        </p:nvPicPr>
        <p:blipFill>
          <a:blip r:embed="rId1"/>
          <a:stretch/>
        </p:blipFill>
        <p:spPr>
          <a:xfrm>
            <a:off x="5884560" y="941040"/>
            <a:ext cx="3198960" cy="1960560"/>
          </a:xfrm>
          <a:prstGeom prst="rect">
            <a:avLst/>
          </a:prstGeom>
          <a:ln w="0">
            <a:noFill/>
          </a:ln>
        </p:spPr>
      </p:pic>
      <p:pic>
        <p:nvPicPr>
          <p:cNvPr id="479" name="Picture 7" descr=""/>
          <p:cNvPicPr/>
          <p:nvPr/>
        </p:nvPicPr>
        <p:blipFill>
          <a:blip r:embed="rId2"/>
          <a:stretch/>
        </p:blipFill>
        <p:spPr>
          <a:xfrm>
            <a:off x="4632480" y="3313800"/>
            <a:ext cx="4483800" cy="1438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VLSM</a:t>
            </a:r>
            <a:br/>
            <a:r>
              <a:rPr b="0" lang="en-US" sz="2400" spc="-1" strike="noStrike">
                <a:solidFill>
                  <a:srgbClr val="004c69"/>
                </a:solidFill>
                <a:latin typeface="Arial"/>
                <a:ea typeface="ＭＳ Ｐゴシック"/>
              </a:rPr>
              <a:t>VLSM Topology Address Assignment</a:t>
            </a:r>
            <a:endParaRPr b="0" lang="en-US" sz="2400" spc="-1" strike="noStrike">
              <a:solidFill>
                <a:srgbClr val="58585b"/>
              </a:solidFill>
              <a:latin typeface="Arial"/>
            </a:endParaRPr>
          </a:p>
        </p:txBody>
      </p:sp>
      <p:sp>
        <p:nvSpPr>
          <p:cNvPr id="481" name="PlaceHolder 2"/>
          <p:cNvSpPr>
            <a:spLocks noGrp="1"/>
          </p:cNvSpPr>
          <p:nvPr>
            <p:ph/>
          </p:nvPr>
        </p:nvSpPr>
        <p:spPr>
          <a:xfrm>
            <a:off x="432000" y="855360"/>
            <a:ext cx="8279640" cy="788040"/>
          </a:xfrm>
          <a:prstGeom prst="rect">
            <a:avLst/>
          </a:prstGeom>
          <a:noFill/>
          <a:ln w="0">
            <a:noFill/>
          </a:ln>
        </p:spPr>
        <p:txBody>
          <a:bodyPr anchor="t">
            <a:noAutofit/>
          </a:bodyPr>
          <a:p>
            <a:pPr marL="343080" indent="-343080">
              <a:lnSpc>
                <a:spcPct val="100000"/>
              </a:lnSpc>
              <a:spcBef>
                <a:spcPts val="320"/>
              </a:spcBef>
              <a:buClr>
                <a:srgbClr val="000000"/>
              </a:buClr>
              <a:buFont typeface="Arial"/>
              <a:buChar char="•"/>
            </a:pPr>
            <a:r>
              <a:rPr b="0" lang="en-CA" sz="1600" spc="-1" strike="noStrike">
                <a:solidFill>
                  <a:srgbClr val="000000"/>
                </a:solidFill>
                <a:latin typeface="Arial"/>
                <a:ea typeface="ＭＳ Ｐゴシック"/>
              </a:rPr>
              <a:t>Using VLSM subnets, the LAN and inter-router networks can be addressed without unnecessary waste as shown in the logical topology diagram.</a:t>
            </a:r>
            <a:endParaRPr b="0" lang="en-US" sz="1600" spc="-1" strike="noStrike">
              <a:solidFill>
                <a:srgbClr val="58585b"/>
              </a:solidFill>
              <a:latin typeface="Arial"/>
            </a:endParaRPr>
          </a:p>
          <a:p>
            <a:pPr>
              <a:lnSpc>
                <a:spcPct val="100000"/>
              </a:lnSpc>
              <a:spcBef>
                <a:spcPts val="320"/>
              </a:spcBef>
              <a:buNone/>
            </a:pPr>
            <a:endParaRPr b="0" lang="en-US" sz="1600" spc="-1" strike="noStrike">
              <a:solidFill>
                <a:srgbClr val="58585b"/>
              </a:solidFill>
              <a:latin typeface="Arial"/>
            </a:endParaRPr>
          </a:p>
        </p:txBody>
      </p:sp>
      <p:pic>
        <p:nvPicPr>
          <p:cNvPr id="482" name="Picture 1" descr=""/>
          <p:cNvPicPr/>
          <p:nvPr/>
        </p:nvPicPr>
        <p:blipFill>
          <a:blip r:embed="rId1"/>
          <a:stretch/>
        </p:blipFill>
        <p:spPr>
          <a:xfrm>
            <a:off x="984960" y="1700280"/>
            <a:ext cx="7174080" cy="2753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11.9 </a:t>
            </a:r>
            <a:r>
              <a:rPr b="0" lang="en-CA" sz="4600" spc="-1" strike="noStrike">
                <a:solidFill>
                  <a:srgbClr val="afe8fb"/>
                </a:solidFill>
                <a:latin typeface="Arial"/>
                <a:ea typeface="ＭＳ Ｐゴシック"/>
              </a:rPr>
              <a:t>Structured Design</a:t>
            </a:r>
            <a:br/>
            <a:endParaRPr b="0" lang="en-US" sz="4600" spc="-1" strike="noStrike">
              <a:solidFill>
                <a:srgbClr val="58585b"/>
              </a:solidFill>
              <a:latin typeface="Arial"/>
            </a:endParaRPr>
          </a:p>
        </p:txBody>
      </p:sp>
    </p:spTree>
  </p:cSld>
  <p:transition spd="slow">
    <p:wipe dir="l"/>
  </p:transition>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Structured Design</a:t>
            </a:r>
            <a:br/>
            <a:r>
              <a:rPr b="0" lang="en-US" sz="2400" spc="-1" strike="noStrike">
                <a:solidFill>
                  <a:srgbClr val="004c69"/>
                </a:solidFill>
                <a:latin typeface="Arial"/>
                <a:ea typeface="ＭＳ Ｐゴシック"/>
              </a:rPr>
              <a:t>IPv4 Network Address Planning</a:t>
            </a:r>
            <a:endParaRPr b="0" lang="en-US" sz="2400" spc="-1" strike="noStrike">
              <a:solidFill>
                <a:srgbClr val="58585b"/>
              </a:solidFill>
              <a:latin typeface="Arial"/>
            </a:endParaRPr>
          </a:p>
        </p:txBody>
      </p:sp>
      <p:sp>
        <p:nvSpPr>
          <p:cNvPr id="485" name="PlaceHolder 2"/>
          <p:cNvSpPr>
            <a:spLocks noGrp="1"/>
          </p:cNvSpPr>
          <p:nvPr>
            <p:ph/>
          </p:nvPr>
        </p:nvSpPr>
        <p:spPr>
          <a:xfrm>
            <a:off x="432000" y="855360"/>
            <a:ext cx="8279640" cy="3073680"/>
          </a:xfrm>
          <a:prstGeom prst="rect">
            <a:avLst/>
          </a:prstGeom>
          <a:noFill/>
          <a:ln w="0">
            <a:noFill/>
          </a:ln>
        </p:spPr>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IP network planning is crucial to develop a scalable solution to an enterprise network. </a:t>
            </a:r>
            <a:endParaRPr b="0" lang="en-US" sz="16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0" lang="en-CA" sz="1400" spc="-1" strike="noStrike">
                <a:solidFill>
                  <a:srgbClr val="000000"/>
                </a:solidFill>
                <a:latin typeface="Arial"/>
                <a:ea typeface="ＭＳ Ｐゴシック"/>
              </a:rPr>
              <a:t>To develop an IPv4 network wide addressing scheme, you need to know how many subnets are needed, how many hosts a particular subnet requires, what devices are part of the subnet, which parts of your network use private addresses, and which use public, and many other determining factors. </a:t>
            </a: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a:p>
            <a:pPr>
              <a:lnSpc>
                <a:spcPct val="100000"/>
              </a:lnSpc>
              <a:spcBef>
                <a:spcPts val="320"/>
              </a:spcBef>
              <a:buNone/>
              <a:tabLst>
                <a:tab algn="l" pos="0"/>
              </a:tabLst>
            </a:pPr>
            <a:r>
              <a:rPr b="0" lang="en-CA" sz="1600" spc="-1" strike="noStrike">
                <a:solidFill>
                  <a:srgbClr val="000000"/>
                </a:solidFill>
                <a:latin typeface="Arial"/>
                <a:ea typeface="ＭＳ Ｐゴシック"/>
              </a:rPr>
              <a:t>Examine the needs of an organization’s network usage and how the subnets will be structured. </a:t>
            </a:r>
            <a:endParaRPr b="0" lang="en-US" sz="16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0" lang="en-CA" sz="1400" spc="-1" strike="noStrike">
                <a:solidFill>
                  <a:srgbClr val="000000"/>
                </a:solidFill>
                <a:latin typeface="Arial"/>
                <a:ea typeface="ＭＳ Ｐゴシック"/>
              </a:rPr>
              <a:t>Perform a network requirement study by looking at the entire network to determining how each area will be segmented. </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0" lang="en-CA" sz="1400" spc="-1" strike="noStrike">
                <a:solidFill>
                  <a:srgbClr val="000000"/>
                </a:solidFill>
                <a:latin typeface="Arial"/>
                <a:ea typeface="ＭＳ Ｐゴシック"/>
              </a:rPr>
              <a:t>Determine how many subnets are needed and how many hosts per subnet. </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0" lang="en-CA" sz="1400" spc="-1" strike="noStrike">
                <a:solidFill>
                  <a:srgbClr val="000000"/>
                </a:solidFill>
                <a:latin typeface="Arial"/>
                <a:ea typeface="ＭＳ Ｐゴシック"/>
              </a:rPr>
              <a:t>Determine DHCP address pools and Layer 2 VLAN pools.</a:t>
            </a:r>
            <a:endParaRPr b="0" lang="en-US" sz="14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Structured Design</a:t>
            </a:r>
            <a:br/>
            <a:r>
              <a:rPr b="0" lang="en-US" sz="2400" spc="-1" strike="noStrike">
                <a:solidFill>
                  <a:srgbClr val="004c69"/>
                </a:solidFill>
                <a:latin typeface="Arial"/>
                <a:ea typeface="ＭＳ Ｐゴシック"/>
              </a:rPr>
              <a:t>Device Address Assignment</a:t>
            </a:r>
            <a:endParaRPr b="0" lang="en-US" sz="2400" spc="-1" strike="noStrike">
              <a:solidFill>
                <a:srgbClr val="58585b"/>
              </a:solidFill>
              <a:latin typeface="Arial"/>
            </a:endParaRPr>
          </a:p>
        </p:txBody>
      </p:sp>
      <p:sp>
        <p:nvSpPr>
          <p:cNvPr id="487" name="PlaceHolder 2"/>
          <p:cNvSpPr>
            <a:spLocks noGrp="1"/>
          </p:cNvSpPr>
          <p:nvPr>
            <p:ph/>
          </p:nvPr>
        </p:nvSpPr>
        <p:spPr>
          <a:xfrm>
            <a:off x="432000" y="855360"/>
            <a:ext cx="8279640" cy="3073680"/>
          </a:xfrm>
          <a:prstGeom prst="rect">
            <a:avLst/>
          </a:prstGeom>
          <a:noFill/>
          <a:ln w="0">
            <a:noFill/>
          </a:ln>
        </p:spPr>
        <p:txBody>
          <a:bodyPr anchor="t">
            <a:noAutofit/>
          </a:bodyPr>
          <a:p>
            <a:pPr>
              <a:lnSpc>
                <a:spcPct val="100000"/>
              </a:lnSpc>
              <a:spcBef>
                <a:spcPts val="320"/>
              </a:spcBef>
              <a:buNone/>
              <a:tabLst>
                <a:tab algn="l" pos="0"/>
              </a:tabLst>
            </a:pPr>
            <a:r>
              <a:rPr b="0" lang="en-CA" sz="1600" spc="-1" strike="noStrike">
                <a:solidFill>
                  <a:srgbClr val="000000"/>
                </a:solidFill>
                <a:latin typeface="Arial"/>
                <a:ea typeface="ＭＳ Ｐゴシック"/>
              </a:rPr>
              <a:t>Within a network, there are different types of devices that require addresses:</a:t>
            </a:r>
            <a:endParaRPr b="0" lang="en-US" sz="16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1" lang="en-CA" sz="1400" spc="-1" strike="noStrike">
                <a:solidFill>
                  <a:srgbClr val="000000"/>
                </a:solidFill>
                <a:latin typeface="Arial"/>
                <a:ea typeface="ＭＳ Ｐゴシック"/>
              </a:rPr>
              <a:t>End user clients </a:t>
            </a:r>
            <a:r>
              <a:rPr b="0" lang="en-CA" sz="1400" spc="-1" strike="noStrike">
                <a:solidFill>
                  <a:srgbClr val="000000"/>
                </a:solidFill>
                <a:latin typeface="Arial"/>
                <a:ea typeface="ＭＳ Ｐゴシック"/>
              </a:rPr>
              <a:t>– Most use DHCP to reduce errors and burden on network support staff. IPv6 clients can obtain address information using DHCPv6 or SLAAC.</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1" lang="en-CA" sz="1400" spc="-1" strike="noStrike">
                <a:solidFill>
                  <a:srgbClr val="000000"/>
                </a:solidFill>
                <a:latin typeface="Arial"/>
                <a:ea typeface="ＭＳ Ｐゴシック"/>
              </a:rPr>
              <a:t>Servers and peripherals </a:t>
            </a:r>
            <a:r>
              <a:rPr b="0" lang="en-CA" sz="1400" spc="-1" strike="noStrike">
                <a:solidFill>
                  <a:srgbClr val="000000"/>
                </a:solidFill>
                <a:latin typeface="Arial"/>
                <a:ea typeface="ＭＳ Ｐゴシック"/>
              </a:rPr>
              <a:t>– These should have a predictable static IP address. </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1" lang="en-CA" sz="1400" spc="-1" strike="noStrike">
                <a:solidFill>
                  <a:srgbClr val="000000"/>
                </a:solidFill>
                <a:latin typeface="Arial"/>
                <a:ea typeface="ＭＳ Ｐゴシック"/>
              </a:rPr>
              <a:t>Servers that are accessible from the internet </a:t>
            </a:r>
            <a:r>
              <a:rPr b="0" lang="en-CA" sz="1400" spc="-1" strike="noStrike">
                <a:solidFill>
                  <a:srgbClr val="000000"/>
                </a:solidFill>
                <a:latin typeface="Arial"/>
                <a:ea typeface="ＭＳ Ｐゴシック"/>
              </a:rPr>
              <a:t>– Servers must have a public IPv4 address, most often accessed using NAT. </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1" lang="en-CA" sz="1400" spc="-1" strike="noStrike">
                <a:solidFill>
                  <a:srgbClr val="000000"/>
                </a:solidFill>
                <a:latin typeface="Arial"/>
                <a:ea typeface="ＭＳ Ｐゴシック"/>
              </a:rPr>
              <a:t>Intermediary devices </a:t>
            </a:r>
            <a:r>
              <a:rPr b="0" lang="en-CA" sz="1400" spc="-1" strike="noStrike">
                <a:solidFill>
                  <a:srgbClr val="000000"/>
                </a:solidFill>
                <a:latin typeface="Arial"/>
                <a:ea typeface="ＭＳ Ｐゴシック"/>
              </a:rPr>
              <a:t>– Devices are assigned addresses for network management, monitoring, and security. </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Char char="•"/>
              <a:tabLst>
                <a:tab algn="l" pos="0"/>
              </a:tabLst>
            </a:pPr>
            <a:r>
              <a:rPr b="1" lang="en-CA" sz="1400" spc="-1" strike="noStrike">
                <a:solidFill>
                  <a:srgbClr val="000000"/>
                </a:solidFill>
                <a:latin typeface="Arial"/>
                <a:ea typeface="ＭＳ Ｐゴシック"/>
              </a:rPr>
              <a:t>Gateway</a:t>
            </a:r>
            <a:r>
              <a:rPr b="0" lang="en-CA" sz="1400" spc="-1" strike="noStrike">
                <a:solidFill>
                  <a:srgbClr val="000000"/>
                </a:solidFill>
                <a:latin typeface="Arial"/>
                <a:ea typeface="ＭＳ Ｐゴシック"/>
              </a:rPr>
              <a:t> – Routers and firewall devices are gateway for the hosts in that network.</a:t>
            </a:r>
            <a:endParaRPr b="0" lang="en-US" sz="1400" spc="-1" strike="noStrike">
              <a:solidFill>
                <a:srgbClr val="58585b"/>
              </a:solidFill>
              <a:latin typeface="Arial"/>
            </a:endParaRPr>
          </a:p>
          <a:p>
            <a:pPr>
              <a:lnSpc>
                <a:spcPct val="100000"/>
              </a:lnSpc>
              <a:spcBef>
                <a:spcPts val="320"/>
              </a:spcBef>
              <a:buNone/>
              <a:tabLst>
                <a:tab algn="l" pos="0"/>
              </a:tabLst>
            </a:pPr>
            <a:endParaRPr b="0" lang="en-US" sz="1400" spc="-1" strike="noStrike">
              <a:solidFill>
                <a:srgbClr val="58585b"/>
              </a:solidFill>
              <a:latin typeface="Arial"/>
            </a:endParaRPr>
          </a:p>
          <a:p>
            <a:pPr>
              <a:lnSpc>
                <a:spcPct val="100000"/>
              </a:lnSpc>
              <a:spcBef>
                <a:spcPts val="320"/>
              </a:spcBef>
              <a:buNone/>
              <a:tabLst>
                <a:tab algn="l" pos="0"/>
              </a:tabLst>
            </a:pPr>
            <a:r>
              <a:rPr b="0" lang="en-CA" sz="1600" spc="-1" strike="noStrike">
                <a:solidFill>
                  <a:srgbClr val="000000"/>
                </a:solidFill>
                <a:latin typeface="Arial"/>
                <a:ea typeface="ＭＳ Ｐゴシック"/>
              </a:rPr>
              <a:t>When developing an IP addressing scheme, it is generally recommended that you have a set pattern of how addresses are allocated to each type of device. </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Structured Design</a:t>
            </a:r>
            <a:br/>
            <a:r>
              <a:rPr b="0" lang="en-CA" sz="2400" spc="-1" strike="noStrike">
                <a:solidFill>
                  <a:srgbClr val="004c69"/>
                </a:solidFill>
                <a:latin typeface="Arial"/>
                <a:ea typeface="ＭＳ Ｐゴシック"/>
              </a:rPr>
              <a:t>Packet Tracer – VLSM Design and Implementation Practice</a:t>
            </a:r>
            <a:endParaRPr b="0" lang="en-US" sz="2400" spc="-1" strike="noStrike">
              <a:solidFill>
                <a:srgbClr val="58585b"/>
              </a:solidFill>
              <a:latin typeface="Arial"/>
            </a:endParaRPr>
          </a:p>
        </p:txBody>
      </p:sp>
      <p:sp>
        <p:nvSpPr>
          <p:cNvPr id="489" name="PlaceHolder 2"/>
          <p:cNvSpPr>
            <a:spLocks noGrp="1"/>
          </p:cNvSpPr>
          <p:nvPr>
            <p:ph/>
          </p:nvPr>
        </p:nvSpPr>
        <p:spPr>
          <a:xfrm>
            <a:off x="432000" y="855360"/>
            <a:ext cx="8279640" cy="3073680"/>
          </a:xfrm>
          <a:prstGeom prst="rect">
            <a:avLst/>
          </a:prstGeom>
          <a:noFill/>
          <a:ln w="0">
            <a:noFill/>
          </a:ln>
        </p:spPr>
        <p:txBody>
          <a:bodyPr anchor="t">
            <a:noAutofit/>
          </a:bodyPr>
          <a:p>
            <a:pPr>
              <a:lnSpc>
                <a:spcPct val="100000"/>
              </a:lnSpc>
              <a:buNone/>
              <a:tabLst>
                <a:tab algn="l" pos="0"/>
              </a:tabLst>
            </a:pPr>
            <a:r>
              <a:rPr b="0" lang="en-US" sz="1600" spc="-1" strike="noStrike">
                <a:solidFill>
                  <a:srgbClr val="000000"/>
                </a:solidFill>
                <a:latin typeface="Arial"/>
                <a:ea typeface="ＭＳ Ｐゴシック"/>
              </a:rPr>
              <a:t>In this Packet Tracer, you will do the following:</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Examine the Network Requirements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Design the VLSM Addressing Scheme</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Assign IP Addresses to Devices and Verify Connectivity</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11.10 Module Practice and Quiz</a:t>
            </a:r>
            <a:endParaRPr b="0" lang="en-US" sz="4600" spc="-1" strike="noStrike">
              <a:solidFill>
                <a:srgbClr val="58585b"/>
              </a:solidFill>
              <a:latin typeface="Arial"/>
            </a:endParaRPr>
          </a:p>
        </p:txBody>
      </p:sp>
    </p:spTree>
  </p:cSld>
  <p:transition spd="slow">
    <p:wipe dir="l"/>
  </p:transition>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title"/>
          </p:nvPr>
        </p:nvSpPr>
        <p:spPr>
          <a:xfrm>
            <a:off x="0" y="0"/>
            <a:ext cx="9143640" cy="73152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Structured Design</a:t>
            </a:r>
            <a:br/>
            <a:r>
              <a:rPr b="0" lang="en-CA" sz="2300" spc="-1" strike="noStrike">
                <a:solidFill>
                  <a:srgbClr val="004c69"/>
                </a:solidFill>
                <a:latin typeface="Arial"/>
                <a:ea typeface="ＭＳ Ｐゴシック"/>
              </a:rPr>
              <a:t>Packet Tracer – Design and Implement a VLSM Addressing Scheme</a:t>
            </a:r>
            <a:endParaRPr b="0" lang="en-US" sz="2300" spc="-1" strike="noStrike">
              <a:solidFill>
                <a:srgbClr val="58585b"/>
              </a:solidFill>
              <a:latin typeface="Arial"/>
            </a:endParaRPr>
          </a:p>
        </p:txBody>
      </p:sp>
      <p:sp>
        <p:nvSpPr>
          <p:cNvPr id="492" name="PlaceHolder 2"/>
          <p:cNvSpPr>
            <a:spLocks noGrp="1"/>
          </p:cNvSpPr>
          <p:nvPr>
            <p:ph/>
          </p:nvPr>
        </p:nvSpPr>
        <p:spPr>
          <a:xfrm>
            <a:off x="432000" y="855360"/>
            <a:ext cx="8279640" cy="3073680"/>
          </a:xfrm>
          <a:prstGeom prst="rect">
            <a:avLst/>
          </a:prstGeom>
          <a:noFill/>
          <a:ln w="0">
            <a:noFill/>
          </a:ln>
        </p:spPr>
        <p:txBody>
          <a:bodyPr anchor="t">
            <a:noAutofit/>
          </a:bodyPr>
          <a:p>
            <a:pPr>
              <a:lnSpc>
                <a:spcPct val="100000"/>
              </a:lnSpc>
              <a:buNone/>
              <a:tabLst>
                <a:tab algn="l" pos="0"/>
              </a:tabLst>
            </a:pPr>
            <a:r>
              <a:rPr b="0" lang="en-US" sz="1600" spc="-1" strike="noStrike">
                <a:solidFill>
                  <a:srgbClr val="000000"/>
                </a:solidFill>
                <a:latin typeface="Arial"/>
                <a:ea typeface="ＭＳ Ｐゴシック"/>
              </a:rPr>
              <a:t>In this Packet Tracer, you will do the following:</a:t>
            </a:r>
            <a:endParaRPr b="0" lang="en-US" sz="1600" spc="-1" strike="noStrike">
              <a:solidFill>
                <a:srgbClr val="58585b"/>
              </a:solidFill>
              <a:latin typeface="Arial"/>
            </a:endParaRPr>
          </a:p>
          <a:p>
            <a:pPr>
              <a:lnSpc>
                <a:spcPct val="100000"/>
              </a:lnSpc>
              <a:buNone/>
              <a:tabLst>
                <a:tab algn="l" pos="0"/>
              </a:tabLst>
            </a:pP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Design a VLSM IP addressing scheme given requirements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Configure addressing on network devices and hosts</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Verify IP connectivity</a:t>
            </a:r>
            <a:endParaRPr b="0" lang="en-US" sz="1600" spc="-1" strike="noStrike">
              <a:solidFill>
                <a:srgbClr val="58585b"/>
              </a:solidFill>
              <a:latin typeface="Arial"/>
            </a:endParaRPr>
          </a:p>
          <a:p>
            <a:pPr marL="285840" indent="-285840">
              <a:lnSpc>
                <a:spcPct val="100000"/>
              </a:lnSpc>
              <a:spcBef>
                <a:spcPts val="601"/>
              </a:spcBef>
              <a:spcAft>
                <a:spcPts val="601"/>
              </a:spcAft>
              <a:buClr>
                <a:srgbClr val="000000"/>
              </a:buClr>
              <a:buSzPct val="90000"/>
              <a:buFont typeface="Arial"/>
              <a:buChar char="•"/>
              <a:tabLst>
                <a:tab algn="l" pos="0"/>
              </a:tabLst>
            </a:pPr>
            <a:r>
              <a:rPr b="0" lang="en-US" sz="1600" spc="-1" strike="noStrike">
                <a:solidFill>
                  <a:srgbClr val="000000"/>
                </a:solidFill>
                <a:latin typeface="Arial"/>
                <a:ea typeface="ＭＳ Ｐゴシック"/>
              </a:rPr>
              <a:t>Troubleshoot connectivity issues as required.</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p:nvPr>
        </p:nvSpPr>
        <p:spPr>
          <a:xfrm>
            <a:off x="265320" y="1580400"/>
            <a:ext cx="7814520" cy="2477880"/>
          </a:xfrm>
          <a:prstGeom prst="rect">
            <a:avLst/>
          </a:prstGeom>
          <a:noFill/>
          <a:ln w="0">
            <a:noFill/>
          </a:ln>
        </p:spPr>
        <p:txBody>
          <a:bodyPr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both the Packet Tracer Physical Mode activity and in the Lab, you will complete the following objectives:</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Examine Network Requirements</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Design the VLSM Address Scheme</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Cable and Configure the IPv4 Network</a:t>
            </a:r>
            <a:endParaRPr b="0" lang="en-US" sz="1800" spc="-1" strike="noStrike">
              <a:solidFill>
                <a:srgbClr val="58585b"/>
              </a:solidFill>
              <a:latin typeface="Arial"/>
            </a:endParaRPr>
          </a:p>
        </p:txBody>
      </p:sp>
      <p:sp>
        <p:nvSpPr>
          <p:cNvPr id="494" name="PlaceHolder 2"/>
          <p:cNvSpPr>
            <a:spLocks noGrp="1"/>
          </p:cNvSpPr>
          <p:nvPr>
            <p:ph type="title"/>
          </p:nvPr>
        </p:nvSpPr>
        <p:spPr>
          <a:xfrm>
            <a:off x="0" y="0"/>
            <a:ext cx="8345160" cy="1486800"/>
          </a:xfrm>
          <a:prstGeom prst="rect">
            <a:avLst/>
          </a:prstGeom>
          <a:noFill/>
          <a:ln w="0">
            <a:noFill/>
          </a:ln>
        </p:spPr>
        <p:txBody>
          <a:bodyPr numCol="1" spcCol="0" anchor="ctr">
            <a:noAutofit/>
          </a:bodyPr>
          <a:p>
            <a:pPr>
              <a:lnSpc>
                <a:spcPct val="80000"/>
              </a:lnSpc>
              <a:buNone/>
            </a:pPr>
            <a:r>
              <a:rPr b="0" lang="en-CA" sz="1600" spc="-1" strike="noStrike">
                <a:solidFill>
                  <a:srgbClr val="004c69"/>
                </a:solidFill>
                <a:latin typeface="Arial"/>
                <a:ea typeface="ＭＳ Ｐゴシック"/>
              </a:rPr>
              <a:t>Structured Design</a:t>
            </a:r>
            <a:br/>
            <a:r>
              <a:rPr b="0" lang="en-US" sz="2400" spc="-1" strike="noStrike">
                <a:solidFill>
                  <a:srgbClr val="004c69"/>
                </a:solidFill>
                <a:latin typeface="Arial"/>
                <a:ea typeface="ＭＳ Ｐゴシック"/>
              </a:rPr>
              <a:t>Packet Tracer – Design and Implement a VLSM Addressing Scheme - Physical Mode</a:t>
            </a:r>
            <a:br/>
            <a:r>
              <a:rPr b="0" lang="en-US" sz="2400" spc="-1" strike="noStrike">
                <a:solidFill>
                  <a:srgbClr val="004c69"/>
                </a:solidFill>
                <a:latin typeface="Arial"/>
                <a:ea typeface="ＭＳ Ｐゴシック"/>
              </a:rPr>
              <a:t>Lab – Design and Implement a VLSM Addressing Scheme</a:t>
            </a:r>
            <a:endParaRPr b="0" lang="en-US" sz="24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a:t>
            </a:r>
            <a:endParaRPr b="0" lang="en-US" sz="2400" spc="-1" strike="noStrike">
              <a:solidFill>
                <a:srgbClr val="58585b"/>
              </a:solidFill>
              <a:latin typeface="Arial"/>
            </a:endParaRPr>
          </a:p>
        </p:txBody>
      </p:sp>
      <p:sp>
        <p:nvSpPr>
          <p:cNvPr id="496"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82520" indent="-166680">
              <a:lnSpc>
                <a:spcPct val="100000"/>
              </a:lnSpc>
              <a:spcBef>
                <a:spcPts val="300"/>
              </a:spcBef>
              <a:spcAft>
                <a:spcPts val="300"/>
              </a:spcAft>
              <a:buClr>
                <a:srgbClr val="58585b"/>
              </a:buClr>
              <a:buSzPct val="90000"/>
              <a:buFont typeface="Arial"/>
              <a:buChar char="•"/>
            </a:pPr>
            <a:r>
              <a:rPr b="0" lang="en-US" sz="1600" spc="-1" strike="noStrike">
                <a:solidFill>
                  <a:srgbClr val="000000"/>
                </a:solidFill>
                <a:latin typeface="Arial"/>
                <a:ea typeface="ＭＳ Ｐゴシック"/>
              </a:rPr>
              <a:t>The IP addressing structure consists of a 32-bit hierarchical network address that identifies a network and a host portion. Network devices use a process called ANDing using the IP address and associated subnet mask to identify the network and host portions.</a:t>
            </a:r>
            <a:endParaRPr b="0" lang="en-US" sz="1600" spc="-1" strike="noStrike">
              <a:solidFill>
                <a:srgbClr val="58585b"/>
              </a:solidFill>
              <a:latin typeface="Arial"/>
            </a:endParaRPr>
          </a:p>
          <a:p>
            <a:pPr marL="182520" indent="-166680">
              <a:lnSpc>
                <a:spcPct val="100000"/>
              </a:lnSpc>
              <a:spcBef>
                <a:spcPts val="300"/>
              </a:spcBef>
              <a:spcAft>
                <a:spcPts val="300"/>
              </a:spcAft>
              <a:buClr>
                <a:srgbClr val="58585b"/>
              </a:buClr>
              <a:buSzPct val="90000"/>
              <a:buFont typeface="Arial"/>
              <a:buChar char="•"/>
            </a:pPr>
            <a:r>
              <a:rPr b="0" lang="en-US" sz="1600" spc="-1" strike="noStrike">
                <a:solidFill>
                  <a:srgbClr val="000000"/>
                </a:solidFill>
                <a:latin typeface="Arial"/>
                <a:ea typeface="ＭＳ Ｐゴシック"/>
              </a:rPr>
              <a:t>Destination IPv4 packets can be unicast, broadcast, and multicast.</a:t>
            </a:r>
            <a:endParaRPr b="0" lang="en-US" sz="1600" spc="-1" strike="noStrike">
              <a:solidFill>
                <a:srgbClr val="58585b"/>
              </a:solidFill>
              <a:latin typeface="Arial"/>
            </a:endParaRPr>
          </a:p>
          <a:p>
            <a:pPr marL="182520" indent="-166680">
              <a:lnSpc>
                <a:spcPct val="100000"/>
              </a:lnSpc>
              <a:spcBef>
                <a:spcPts val="300"/>
              </a:spcBef>
              <a:spcAft>
                <a:spcPts val="300"/>
              </a:spcAft>
              <a:buClr>
                <a:srgbClr val="58585b"/>
              </a:buClr>
              <a:buSzPct val="90000"/>
              <a:buFont typeface="Arial"/>
              <a:buChar char="•"/>
            </a:pPr>
            <a:r>
              <a:rPr b="0" lang="en-US" sz="1600" spc="-1" strike="noStrike">
                <a:solidFill>
                  <a:srgbClr val="000000"/>
                </a:solidFill>
                <a:latin typeface="Arial"/>
                <a:ea typeface="ＭＳ Ｐゴシック"/>
              </a:rPr>
              <a:t>There are globally routable IP addresses as assigned by the IANA and there are three ranges of private IP network addresses that cannot be routed globally but can be used on all internal private networks.</a:t>
            </a:r>
            <a:endParaRPr b="0" lang="en-US" sz="1600" spc="-1" strike="noStrike">
              <a:solidFill>
                <a:srgbClr val="58585b"/>
              </a:solidFill>
              <a:latin typeface="Arial"/>
            </a:endParaRPr>
          </a:p>
          <a:p>
            <a:pPr marL="182520" indent="-166680">
              <a:lnSpc>
                <a:spcPct val="100000"/>
              </a:lnSpc>
              <a:spcBef>
                <a:spcPts val="300"/>
              </a:spcBef>
              <a:spcAft>
                <a:spcPts val="300"/>
              </a:spcAft>
              <a:buClr>
                <a:srgbClr val="58585b"/>
              </a:buClr>
              <a:buSzPct val="90000"/>
              <a:buFont typeface="Arial"/>
              <a:buChar char="•"/>
            </a:pPr>
            <a:r>
              <a:rPr b="0" lang="en-CA" sz="1600" spc="-1" strike="noStrike">
                <a:solidFill>
                  <a:srgbClr val="000000"/>
                </a:solidFill>
                <a:latin typeface="Arial"/>
                <a:ea typeface="ＭＳ Ｐゴシック"/>
              </a:rPr>
              <a:t>Reduce large broadcast domains using subnets to create smaller broadcast domains, reduce overall network traffic, and improve network performance. </a:t>
            </a:r>
            <a:endParaRPr b="0" lang="en-US" sz="1600" spc="-1" strike="noStrike">
              <a:solidFill>
                <a:srgbClr val="58585b"/>
              </a:solidFill>
              <a:latin typeface="Arial"/>
            </a:endParaRPr>
          </a:p>
          <a:p>
            <a:pPr marL="182520" indent="-166680">
              <a:lnSpc>
                <a:spcPct val="100000"/>
              </a:lnSpc>
              <a:spcBef>
                <a:spcPts val="300"/>
              </a:spcBef>
              <a:spcAft>
                <a:spcPts val="300"/>
              </a:spcAft>
              <a:buClr>
                <a:srgbClr val="58585b"/>
              </a:buClr>
              <a:buSzPct val="90000"/>
              <a:buFont typeface="Arial"/>
              <a:buChar char="•"/>
            </a:pPr>
            <a:r>
              <a:rPr b="0" lang="en-CA" sz="1600" spc="-1" strike="noStrike">
                <a:solidFill>
                  <a:srgbClr val="000000"/>
                </a:solidFill>
                <a:latin typeface="Arial"/>
                <a:ea typeface="ＭＳ Ｐゴシック"/>
              </a:rPr>
              <a:t>Create IPv4 subnets using one or more of the host bits as network bits. However, networks are most easily subnetted at the octet boundary of /8, /16, and /24.</a:t>
            </a:r>
            <a:endParaRPr b="0" lang="en-US" sz="1600" spc="-1" strike="noStrike">
              <a:solidFill>
                <a:srgbClr val="58585b"/>
              </a:solidFill>
              <a:latin typeface="Arial"/>
            </a:endParaRPr>
          </a:p>
          <a:p>
            <a:pPr marL="182520" indent="-166680">
              <a:lnSpc>
                <a:spcPct val="100000"/>
              </a:lnSpc>
              <a:spcBef>
                <a:spcPts val="300"/>
              </a:spcBef>
              <a:spcAft>
                <a:spcPts val="300"/>
              </a:spcAft>
              <a:buClr>
                <a:srgbClr val="58585b"/>
              </a:buClr>
              <a:buSzPct val="90000"/>
              <a:buFont typeface="Arial"/>
              <a:buChar char="•"/>
            </a:pPr>
            <a:r>
              <a:rPr b="0" lang="en-CA" sz="1600" spc="-1" strike="noStrike">
                <a:solidFill>
                  <a:srgbClr val="000000"/>
                </a:solidFill>
                <a:latin typeface="Arial"/>
                <a:ea typeface="ＭＳ Ｐゴシック"/>
              </a:rPr>
              <a:t>Larger networks can be subnetted at the /8 or /16 boundaries.</a:t>
            </a:r>
            <a:endParaRPr b="0" lang="en-US" sz="1600" spc="-1" strike="noStrike">
              <a:solidFill>
                <a:srgbClr val="58585b"/>
              </a:solidFill>
              <a:latin typeface="Arial"/>
            </a:endParaRPr>
          </a:p>
          <a:p>
            <a:pPr marL="182520" indent="-166680">
              <a:lnSpc>
                <a:spcPct val="100000"/>
              </a:lnSpc>
              <a:spcBef>
                <a:spcPts val="300"/>
              </a:spcBef>
              <a:spcAft>
                <a:spcPts val="300"/>
              </a:spcAft>
              <a:buClr>
                <a:srgbClr val="58585b"/>
              </a:buClr>
              <a:buSzPct val="90000"/>
              <a:buFont typeface="Arial"/>
              <a:buChar char="•"/>
            </a:pPr>
            <a:r>
              <a:rPr b="0" lang="en-CA" sz="1600" spc="-1" strike="noStrike">
                <a:solidFill>
                  <a:srgbClr val="000000"/>
                </a:solidFill>
                <a:latin typeface="Arial"/>
                <a:ea typeface="ＭＳ Ｐゴシック"/>
              </a:rPr>
              <a:t>Use VLSM to reduce the number of unused host addresses per subnet.</a:t>
            </a:r>
            <a:endParaRPr b="0" lang="en-US" sz="1600" spc="-1" strike="noStrike">
              <a:solidFill>
                <a:srgbClr val="58585b"/>
              </a:solidFill>
              <a:latin typeface="Arial"/>
            </a:endParaRPr>
          </a:p>
          <a:p>
            <a:pPr>
              <a:lnSpc>
                <a:spcPct val="100000"/>
              </a:lnSpc>
              <a:spcBef>
                <a:spcPts val="300"/>
              </a:spcBef>
              <a:spcAft>
                <a:spcPts val="300"/>
              </a:spcAft>
              <a:buNone/>
            </a:pPr>
            <a:endParaRPr b="0" lang="en-US" sz="1600" spc="-1" strike="noStrike">
              <a:solidFill>
                <a:srgbClr val="58585b"/>
              </a:solidFill>
              <a:latin typeface="Arial"/>
            </a:endParaRPr>
          </a:p>
        </p:txBody>
      </p:sp>
    </p:spTree>
  </p:cSld>
  <p:transition spd="slow">
    <p:wipe dir="l"/>
  </p:transition>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 (Cont.)</a:t>
            </a:r>
            <a:endParaRPr b="0" lang="en-US" sz="2400" spc="-1" strike="noStrike">
              <a:solidFill>
                <a:srgbClr val="58585b"/>
              </a:solidFill>
              <a:latin typeface="Arial"/>
            </a:endParaRPr>
          </a:p>
        </p:txBody>
      </p:sp>
      <p:sp>
        <p:nvSpPr>
          <p:cNvPr id="498"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82520" indent="-166680">
              <a:lnSpc>
                <a:spcPct val="100000"/>
              </a:lnSpc>
              <a:spcBef>
                <a:spcPts val="300"/>
              </a:spcBef>
              <a:spcAft>
                <a:spcPts val="300"/>
              </a:spcAft>
              <a:buClr>
                <a:srgbClr val="58585b"/>
              </a:buClr>
              <a:buSzPct val="90000"/>
              <a:buFont typeface="Arial"/>
              <a:buChar char="•"/>
            </a:pPr>
            <a:r>
              <a:rPr b="0" lang="en-CA" sz="1600" spc="-1" strike="noStrike">
                <a:solidFill>
                  <a:srgbClr val="000000"/>
                </a:solidFill>
                <a:latin typeface="Arial"/>
                <a:ea typeface="ＭＳ Ｐゴシック"/>
              </a:rPr>
              <a:t>VLSM allows a network space to be divided into unequal parts. Always begin by satisfying the host requirements of the largest subnet. Continue subnetting until the host requirements of the smallest subnet are satisfied. </a:t>
            </a:r>
            <a:endParaRPr b="0" lang="en-US" sz="1600" spc="-1" strike="noStrike">
              <a:solidFill>
                <a:srgbClr val="58585b"/>
              </a:solidFill>
              <a:latin typeface="Arial"/>
            </a:endParaRPr>
          </a:p>
          <a:p>
            <a:pPr marL="182520" indent="-166680">
              <a:lnSpc>
                <a:spcPct val="100000"/>
              </a:lnSpc>
              <a:spcBef>
                <a:spcPts val="300"/>
              </a:spcBef>
              <a:spcAft>
                <a:spcPts val="300"/>
              </a:spcAft>
              <a:buClr>
                <a:srgbClr val="58585b"/>
              </a:buClr>
              <a:buSzPct val="90000"/>
              <a:buFont typeface="Arial"/>
              <a:buChar char="•"/>
            </a:pPr>
            <a:r>
              <a:rPr b="0" lang="en-CA" sz="1600" spc="-1" strike="noStrike">
                <a:solidFill>
                  <a:srgbClr val="000000"/>
                </a:solidFill>
                <a:latin typeface="Arial"/>
                <a:ea typeface="ＭＳ Ｐゴシック"/>
              </a:rPr>
              <a:t>When designing a network addressing scheme, consider internal, DMZ, and external requirements. Use a consistent internal IP addressing scheme with a set pattern of how addresses are allocated to each type of device.</a:t>
            </a:r>
            <a:endParaRPr b="0" lang="en-US" sz="1600" spc="-1" strike="noStrike">
              <a:solidFill>
                <a:srgbClr val="58585b"/>
              </a:solidFill>
              <a:latin typeface="Arial"/>
            </a:endParaRPr>
          </a:p>
        </p:txBody>
      </p:sp>
    </p:spTree>
  </p:cSld>
  <p:transition spd="slow">
    <p:wipe dir="l"/>
  </p:transition>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99" name="PlaceHolder 1"/>
          <p:cNvSpPr>
            <a:spLocks noGrp="1"/>
          </p:cNvSpPr>
          <p:nvPr>
            <p:ph type="title"/>
          </p:nvPr>
        </p:nvSpPr>
        <p:spPr>
          <a:xfrm>
            <a:off x="0" y="41400"/>
            <a:ext cx="9143640" cy="60876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11: IPv4 Addressing</a:t>
            </a:r>
            <a:br/>
            <a:r>
              <a:rPr b="0" lang="en-US" sz="2400" spc="-1" strike="noStrike">
                <a:solidFill>
                  <a:srgbClr val="367187"/>
                </a:solidFill>
                <a:latin typeface="Arial"/>
                <a:ea typeface="ＭＳ Ｐゴシック"/>
              </a:rPr>
              <a:t>New Terms and Commands</a:t>
            </a:r>
            <a:endParaRPr b="0" lang="en-US" sz="2400" spc="-1" strike="noStrike">
              <a:solidFill>
                <a:srgbClr val="58585b"/>
              </a:solidFill>
              <a:latin typeface="Arial"/>
            </a:endParaRPr>
          </a:p>
        </p:txBody>
      </p:sp>
      <p:graphicFrame>
        <p:nvGraphicFramePr>
          <p:cNvPr id="500" name="Table 9"/>
          <p:cNvGraphicFramePr/>
          <p:nvPr/>
        </p:nvGraphicFramePr>
        <p:xfrm>
          <a:off x="144360" y="798480"/>
          <a:ext cx="8853120" cy="370440"/>
        </p:xfrm>
        <a:graphic>
          <a:graphicData uri="http://schemas.openxmlformats.org/drawingml/2006/table">
            <a:tbl>
              <a:tblPr/>
              <a:tblGrid>
                <a:gridCol w="4426560"/>
                <a:gridCol w="4426560"/>
              </a:tblGrid>
              <a:tr h="370800">
                <a:tc>
                  <a:txBody>
                    <a:bodyPr anchor="t">
                      <a:noAutofit/>
                    </a:bodyPr>
                    <a:p>
                      <a:pPr marL="285840" indent="-285840">
                        <a:lnSpc>
                          <a:spcPct val="100000"/>
                        </a:lnSpc>
                        <a:buClr>
                          <a:srgbClr val="000000"/>
                        </a:buClr>
                        <a:buFont typeface="Arial"/>
                        <a:buChar char="•"/>
                      </a:pPr>
                      <a:r>
                        <a:rPr b="0" lang="en-US" sz="1400" spc="-1" strike="noStrike">
                          <a:solidFill>
                            <a:srgbClr val="000000"/>
                          </a:solidFill>
                          <a:latin typeface="Arial"/>
                        </a:rPr>
                        <a:t>prefix length</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logical AND</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network address</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broadcast address</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first usable address</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last usable address</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unicast, broadcast, and multicast transmissions</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private addresses</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public addresses</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Network Address Translation (NAT)</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loopback addresses</a:t>
                      </a:r>
                      <a:endParaRPr b="0" lang="en-JM" sz="1400" spc="-1" strike="noStrike">
                        <a:latin typeface="Arial"/>
                      </a:endParaRPr>
                    </a:p>
                    <a:p>
                      <a:pPr marL="285840" indent="-285840">
                        <a:lnSpc>
                          <a:spcPct val="100000"/>
                        </a:lnSpc>
                        <a:buClr>
                          <a:srgbClr val="000000"/>
                        </a:buClr>
                        <a:buFont typeface="Arial"/>
                        <a:buChar char="•"/>
                      </a:pPr>
                      <a:r>
                        <a:rPr b="0" lang="en-CA" sz="1400" spc="-1" strike="noStrike">
                          <a:solidFill>
                            <a:srgbClr val="000000"/>
                          </a:solidFill>
                          <a:latin typeface="Arial"/>
                        </a:rPr>
                        <a:t>Automatic Private IP Addressing (APIPA) addresses</a:t>
                      </a:r>
                      <a:endParaRPr b="0" lang="en-JM" sz="1400" spc="-1" strike="noStrike">
                        <a:latin typeface="Arial"/>
                      </a:endParaRPr>
                    </a:p>
                    <a:p>
                      <a:pPr marL="285840" indent="-285840">
                        <a:lnSpc>
                          <a:spcPct val="100000"/>
                        </a:lnSpc>
                        <a:buClr>
                          <a:srgbClr val="000000"/>
                        </a:buClr>
                        <a:buFont typeface="Arial"/>
                        <a:buChar char="•"/>
                      </a:pPr>
                      <a:r>
                        <a:rPr b="0" lang="en-US" sz="1400" spc="-1" strike="noStrike">
                          <a:solidFill>
                            <a:srgbClr val="000000"/>
                          </a:solidFill>
                          <a:latin typeface="Arial"/>
                        </a:rPr>
                        <a:t>classful addressing (Class A, B, C, D, and E)</a:t>
                      </a:r>
                      <a:endParaRPr b="0" lang="en-JM" sz="1400" spc="-1" strike="noStrike">
                        <a:latin typeface="Arial"/>
                      </a:endParaRPr>
                    </a:p>
                  </a:txBody>
                  <a:tcPr anchor="t" marL="91440" marR="91440">
                    <a:lnL w="12240">
                      <a:solidFill>
                        <a:srgbClr val="58585b"/>
                      </a:solidFill>
                    </a:lnL>
                    <a:lnR w="12240">
                      <a:solidFill>
                        <a:srgbClr val="58585b"/>
                      </a:solidFill>
                    </a:lnR>
                    <a:lnT w="12240">
                      <a:solidFill>
                        <a:srgbClr val="58585b"/>
                      </a:solidFill>
                    </a:lnT>
                    <a:lnB w="12240">
                      <a:solidFill>
                        <a:srgbClr val="58585b"/>
                      </a:solidFill>
                    </a:lnB>
                    <a:solidFill>
                      <a:srgbClr val="ffffff"/>
                    </a:solidFill>
                  </a:tcPr>
                </a:tc>
                <a:tc>
                  <a:txBody>
                    <a:bodyPr anchor="t">
                      <a:noAutofit/>
                    </a:bodyPr>
                    <a:p>
                      <a:pPr>
                        <a:lnSpc>
                          <a:spcPct val="100000"/>
                        </a:lnSpc>
                        <a:buNone/>
                      </a:pPr>
                      <a:r>
                        <a:rPr b="0" lang="en-CA" sz="1400" spc="-1" strike="noStrike">
                          <a:solidFill>
                            <a:srgbClr val="000000"/>
                          </a:solidFill>
                          <a:latin typeface="Arial"/>
                        </a:rPr>
                        <a:t>Internet Assigned Numbers Authority (IANA)</a:t>
                      </a:r>
                      <a:endParaRPr b="0" lang="en-JM" sz="1400" spc="-1" strike="noStrike">
                        <a:latin typeface="Arial"/>
                      </a:endParaRPr>
                    </a:p>
                    <a:p>
                      <a:pPr>
                        <a:lnSpc>
                          <a:spcPct val="100000"/>
                        </a:lnSpc>
                        <a:buNone/>
                      </a:pPr>
                      <a:r>
                        <a:rPr b="0" lang="en-US" sz="1400" spc="-1" strike="noStrike">
                          <a:solidFill>
                            <a:srgbClr val="000000"/>
                          </a:solidFill>
                          <a:latin typeface="Arial"/>
                        </a:rPr>
                        <a:t>Regional Internet Registries (RIRs)</a:t>
                      </a:r>
                      <a:endParaRPr b="0" lang="en-JM" sz="1400" spc="-1" strike="noStrike">
                        <a:latin typeface="Arial"/>
                      </a:endParaRPr>
                    </a:p>
                    <a:p>
                      <a:pPr>
                        <a:lnSpc>
                          <a:spcPct val="100000"/>
                        </a:lnSpc>
                        <a:buNone/>
                      </a:pPr>
                      <a:r>
                        <a:rPr b="0" lang="en-US" sz="1400" spc="-1" strike="noStrike">
                          <a:solidFill>
                            <a:srgbClr val="000000"/>
                          </a:solidFill>
                          <a:latin typeface="Arial"/>
                        </a:rPr>
                        <a:t>AfriNIC, APNIC, ARIN, LACNIC, and RIPE NCC </a:t>
                      </a:r>
                      <a:endParaRPr b="0" lang="en-JM" sz="1400" spc="-1" strike="noStrike">
                        <a:latin typeface="Arial"/>
                      </a:endParaRPr>
                    </a:p>
                    <a:p>
                      <a:pPr>
                        <a:lnSpc>
                          <a:spcPct val="100000"/>
                        </a:lnSpc>
                        <a:buNone/>
                      </a:pPr>
                      <a:r>
                        <a:rPr b="0" lang="en-US" sz="1400" spc="-1" strike="noStrike">
                          <a:solidFill>
                            <a:srgbClr val="000000"/>
                          </a:solidFill>
                          <a:latin typeface="Arial"/>
                        </a:rPr>
                        <a:t>broadcast domains</a:t>
                      </a:r>
                      <a:endParaRPr b="0" lang="en-JM" sz="1400" spc="-1" strike="noStrike">
                        <a:latin typeface="Arial"/>
                      </a:endParaRPr>
                    </a:p>
                    <a:p>
                      <a:pPr>
                        <a:lnSpc>
                          <a:spcPct val="100000"/>
                        </a:lnSpc>
                        <a:buNone/>
                      </a:pPr>
                      <a:r>
                        <a:rPr b="0" lang="en-US" sz="1400" spc="-1" strike="noStrike">
                          <a:solidFill>
                            <a:srgbClr val="000000"/>
                          </a:solidFill>
                          <a:latin typeface="Arial"/>
                        </a:rPr>
                        <a:t>subnets</a:t>
                      </a:r>
                      <a:endParaRPr b="0" lang="en-JM" sz="1400" spc="-1" strike="noStrike">
                        <a:latin typeface="Arial"/>
                      </a:endParaRPr>
                    </a:p>
                    <a:p>
                      <a:pPr>
                        <a:lnSpc>
                          <a:spcPct val="100000"/>
                        </a:lnSpc>
                        <a:buNone/>
                      </a:pPr>
                      <a:r>
                        <a:rPr b="0" lang="en-US" sz="1400" spc="-1" strike="noStrike">
                          <a:solidFill>
                            <a:srgbClr val="000000"/>
                          </a:solidFill>
                          <a:latin typeface="Arial"/>
                        </a:rPr>
                        <a:t>octet boundary</a:t>
                      </a:r>
                      <a:endParaRPr b="0" lang="en-JM" sz="1400" spc="-1" strike="noStrike">
                        <a:latin typeface="Arial"/>
                      </a:endParaRPr>
                    </a:p>
                    <a:p>
                      <a:pPr>
                        <a:lnSpc>
                          <a:spcPct val="100000"/>
                        </a:lnSpc>
                        <a:buNone/>
                      </a:pPr>
                      <a:r>
                        <a:rPr b="0" lang="en-US" sz="1400" spc="-1" strike="noStrike">
                          <a:solidFill>
                            <a:srgbClr val="000000"/>
                          </a:solidFill>
                          <a:latin typeface="Arial"/>
                        </a:rPr>
                        <a:t>variable-length subnet mask (VLSM) </a:t>
                      </a:r>
                      <a:endParaRPr b="0" lang="en-JM" sz="1400" spc="-1" strike="noStrike">
                        <a:latin typeface="Arial"/>
                      </a:endParaRPr>
                    </a:p>
                    <a:p>
                      <a:pPr>
                        <a:lnSpc>
                          <a:spcPct val="100000"/>
                        </a:lnSpc>
                        <a:buNone/>
                      </a:pPr>
                      <a:endParaRPr b="0" lang="en-JM" sz="1400" spc="-1" strike="noStrike">
                        <a:latin typeface="Arial"/>
                      </a:endParaRPr>
                    </a:p>
                    <a:p>
                      <a:pPr>
                        <a:lnSpc>
                          <a:spcPct val="100000"/>
                        </a:lnSpc>
                        <a:buNone/>
                      </a:pPr>
                      <a:endParaRPr b="0" lang="en-JM" sz="1400" spc="-1" strike="noStrike">
                        <a:latin typeface="Arial"/>
                      </a:endParaRPr>
                    </a:p>
                  </a:txBody>
                  <a:tcPr anchor="t" marL="91440" marR="91440">
                    <a:lnL w="12240">
                      <a:solidFill>
                        <a:srgbClr val="58585b"/>
                      </a:solidFill>
                    </a:lnL>
                    <a:lnR w="12240">
                      <a:solidFill>
                        <a:srgbClr val="58585b"/>
                      </a:solidFill>
                    </a:lnR>
                    <a:lnT w="12240">
                      <a:solidFill>
                        <a:srgbClr val="58585b"/>
                      </a:solidFill>
                    </a:lnT>
                    <a:lnB w="12240">
                      <a:solidFill>
                        <a:srgbClr val="58585b"/>
                      </a:solidFill>
                    </a:lnB>
                    <a:solidFill>
                      <a:srgbClr val="ffffff"/>
                    </a:solidFill>
                  </a:tcPr>
                </a:tc>
              </a:tr>
            </a:tbl>
          </a:graphicData>
        </a:graphic>
      </p:graphicFrame>
    </p:spTree>
  </p:cSld>
  <p:transition spd="slow">
    <p:wipe dir="l"/>
  </p:transition>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transition spd="slow">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26517</TotalTime>
  <Application>LibreOffice/7.2.7.2$Windows_X86_64 LibreOffice_project/8d71d29d553c0f7dcbfa38fbfda25ee34cce99a2</Application>
  <AppVersion>15.0000</AppVersion>
  <Words>6218</Words>
  <Paragraphs>1071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dc:description/>
  <dc:language>en-JM</dc:language>
  <cp:lastModifiedBy/>
  <dcterms:modified xsi:type="dcterms:W3CDTF">2025-05-16T17:41:48Z</dcterms:modified>
  <cp:revision>303</cp:revision>
  <dc:subject/>
  <dc:title>Chapter 2: Basic Switch and End Device Configuration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F9A496F7-57D7-4028-9572-D40DFDF3715A</vt:lpwstr>
  </property>
  <property fmtid="{D5CDD505-2E9C-101B-9397-08002B2CF9AE}" pid="3" name="ArticulatePath">
    <vt:lpwstr>ITE7_Chp9_by_jg</vt:lpwstr>
  </property>
  <property fmtid="{D5CDD505-2E9C-101B-9397-08002B2CF9AE}" pid="4" name="HiddenSlides">
    <vt:i4>14</vt:i4>
  </property>
  <property fmtid="{D5CDD505-2E9C-101B-9397-08002B2CF9AE}" pid="5" name="Jive_LatestUserAccountName">
    <vt:lpwstr>alljohns</vt:lpwstr>
  </property>
  <property fmtid="{D5CDD505-2E9C-101B-9397-08002B2CF9AE}" pid="6" name="Jive_VersionGuid">
    <vt:lpwstr>fd96a0b3-f68d-4727-8e4f-2128d37ed30a</vt:lpwstr>
  </property>
  <property fmtid="{D5CDD505-2E9C-101B-9397-08002B2CF9AE}" pid="7" name="Notes">
    <vt:i4>72</vt:i4>
  </property>
  <property fmtid="{D5CDD505-2E9C-101B-9397-08002B2CF9AE}" pid="8" name="Offisync_ProviderInitializationData">
    <vt:lpwstr>https://cisco.jiveon.com</vt:lpwstr>
  </property>
  <property fmtid="{D5CDD505-2E9C-101B-9397-08002B2CF9AE}" pid="9" name="Offisync_ServerID">
    <vt:lpwstr>07841bbc-cd3c-4a76-827f-75a2226890f4</vt:lpwstr>
  </property>
  <property fmtid="{D5CDD505-2E9C-101B-9397-08002B2CF9AE}" pid="10" name="Offisync_UniqueId">
    <vt:lpwstr>1702406</vt:lpwstr>
  </property>
  <property fmtid="{D5CDD505-2E9C-101B-9397-08002B2CF9AE}" pid="11" name="Offisync_UpdateToken">
    <vt:lpwstr>1</vt:lpwstr>
  </property>
  <property fmtid="{D5CDD505-2E9C-101B-9397-08002B2CF9AE}" pid="12" name="PresentationFormat">
    <vt:lpwstr>On-screen Show (16:9)</vt:lpwstr>
  </property>
  <property fmtid="{D5CDD505-2E9C-101B-9397-08002B2CF9AE}" pid="13" name="Slides">
    <vt:i4>74</vt:i4>
  </property>
</Properties>
</file>