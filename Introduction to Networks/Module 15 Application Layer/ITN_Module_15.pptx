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notesSlide36.xml" ContentType="application/vnd.openxmlformats-officedocument.presentationml.notesSlide+xml"/>
  <Override PartName="/ppt/media/image9.tif" ContentType="image/tiff"/>
  <Override PartName="/ppt/media/image1.jpeg" ContentType="image/jpeg"/>
  <Override PartName="/ppt/media/image18.tif" ContentType="image/tiff"/>
  <Override PartName="/ppt/media/image2.jpeg" ContentType="image/jpeg"/>
  <Override PartName="/ppt/media/image6.tif" ContentType="image/tiff"/>
  <Override PartName="/ppt/media/image3.tif" ContentType="image/tiff"/>
  <Override PartName="/ppt/media/image4.tif" ContentType="image/tiff"/>
  <Override PartName="/ppt/media/image5.tif" ContentType="image/tiff"/>
  <Override PartName="/ppt/media/image7.tif" ContentType="image/tiff"/>
  <Override PartName="/ppt/media/image8.tif" ContentType="image/tiff"/>
  <Override PartName="/ppt/media/image10.tif" ContentType="image/tiff"/>
  <Override PartName="/ppt/media/image11.tif" ContentType="image/tiff"/>
  <Override PartName="/ppt/media/image12.tif" ContentType="image/tiff"/>
  <Override PartName="/ppt/media/image13.tif" ContentType="image/tiff"/>
  <Override PartName="/ppt/media/image14.tif" ContentType="image/tiff"/>
  <Override PartName="/ppt/media/image15.tif" ContentType="image/tiff"/>
  <Override PartName="/ppt/media/image16.tif" ContentType="image/tiff"/>
  <Override PartName="/ppt/media/image17.tif" ContentType="image/tiff"/>
  <Override PartName="/ppt/media/image19.tif" ContentType="image/tiff"/>
  <Override PartName="/ppt/media/image20.tif" ContentType="image/tiff"/>
  <Override PartName="/ppt/media/image21.tif" ContentType="image/tiff"/>
  <Override PartName="/ppt/media/image22.tif" ContentType="image/tiff"/>
  <Override PartName="/ppt/media/image23.tif" ContentType="image/tiff"/>
  <Override PartName="/ppt/media/image24.tif" ContentType="image/tiff"/>
  <Override PartName="/ppt/media/image25.tif" ContentType="image/tiff"/>
  <Override PartName="/ppt/media/image26.tif" ContentType="image/tiff"/>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38.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_rels/slideLayout31.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38.xml.rels" ContentType="application/vnd.openxmlformats-package.relationships+xml"/>
  <Override PartName="/ppt/slideLayouts/_rels/slideLayout8.xml.rels" ContentType="application/vnd.openxmlformats-package.relationships+xml"/>
  <Override PartName="/ppt/slideLayouts/_rels/slideLayout39.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3200" spc="-1" strike="noStrike">
                <a:solidFill>
                  <a:srgbClr val="58585b"/>
                </a:solidFill>
                <a:latin typeface="Arial"/>
              </a:rPr>
              <a:t>Click to move the slide</a:t>
            </a:r>
            <a:endParaRPr b="0" lang="en-US" sz="3200" spc="-1" strike="noStrike">
              <a:solidFill>
                <a:srgbClr val="58585b"/>
              </a:solidFill>
              <a:latin typeface="Arial"/>
            </a:endParaRPr>
          </a:p>
        </p:txBody>
      </p:sp>
      <p:sp>
        <p:nvSpPr>
          <p:cNvPr id="27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JM" sz="2000" spc="-1" strike="noStrike">
                <a:latin typeface="Arial"/>
              </a:rPr>
              <a:t>Click to edit the notes format</a:t>
            </a:r>
            <a:endParaRPr b="0" lang="en-JM" sz="2000" spc="-1" strike="noStrike">
              <a:latin typeface="Arial"/>
            </a:endParaRPr>
          </a:p>
        </p:txBody>
      </p:sp>
      <p:sp>
        <p:nvSpPr>
          <p:cNvPr id="275"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JM" sz="1400" spc="-1" strike="noStrike">
                <a:latin typeface="Times New Roman"/>
              </a:rPr>
              <a:t>&lt;header&gt;</a:t>
            </a:r>
            <a:endParaRPr b="0" lang="en-JM" sz="1400" spc="-1" strike="noStrike">
              <a:latin typeface="Times New Roman"/>
            </a:endParaRPr>
          </a:p>
        </p:txBody>
      </p:sp>
      <p:sp>
        <p:nvSpPr>
          <p:cNvPr id="276" name="PlaceHolder 4"/>
          <p:cNvSpPr>
            <a:spLocks noGrp="1"/>
          </p:cNvSpPr>
          <p:nvPr>
            <p:ph type="dt"/>
          </p:nvPr>
        </p:nvSpPr>
        <p:spPr>
          <a:xfrm>
            <a:off x="4278960" y="0"/>
            <a:ext cx="3280680" cy="534240"/>
          </a:xfrm>
          <a:prstGeom prst="rect">
            <a:avLst/>
          </a:prstGeom>
          <a:noFill/>
          <a:ln w="0">
            <a:noFill/>
          </a:ln>
        </p:spPr>
        <p:txBody>
          <a:bodyPr lIns="0" rIns="0" tIns="0" bIns="0" anchor="t">
            <a:noAutofit/>
          </a:bodyPr>
          <a:p>
            <a:pPr algn="r">
              <a:buNone/>
            </a:pPr>
            <a:r>
              <a:rPr b="0" lang="en-JM" sz="1400" spc="-1" strike="noStrike">
                <a:latin typeface="Times New Roman"/>
              </a:rPr>
              <a:t>&lt;date/time&gt;</a:t>
            </a:r>
            <a:endParaRPr b="0" lang="en-JM" sz="1400" spc="-1" strike="noStrike">
              <a:latin typeface="Times New Roman"/>
            </a:endParaRPr>
          </a:p>
        </p:txBody>
      </p:sp>
      <p:sp>
        <p:nvSpPr>
          <p:cNvPr id="277" name="PlaceHolder 5"/>
          <p:cNvSpPr>
            <a:spLocks noGrp="1"/>
          </p:cNvSpPr>
          <p:nvPr>
            <p:ph type="ftr"/>
          </p:nvPr>
        </p:nvSpPr>
        <p:spPr>
          <a:xfrm>
            <a:off x="0" y="10157400"/>
            <a:ext cx="3280680" cy="534240"/>
          </a:xfrm>
          <a:prstGeom prst="rect">
            <a:avLst/>
          </a:prstGeom>
          <a:noFill/>
          <a:ln w="0">
            <a:noFill/>
          </a:ln>
        </p:spPr>
        <p:txBody>
          <a:bodyPr lIns="0" rIns="0" tIns="0" bIns="0" anchor="b">
            <a:noAutofit/>
          </a:bodyPr>
          <a:p>
            <a:r>
              <a:rPr b="0" lang="en-JM" sz="1400" spc="-1" strike="noStrike">
                <a:latin typeface="Times New Roman"/>
              </a:rPr>
              <a:t>&lt;footer&gt;</a:t>
            </a:r>
            <a:endParaRPr b="0" lang="en-JM" sz="1400" spc="-1" strike="noStrike">
              <a:latin typeface="Times New Roman"/>
            </a:endParaRPr>
          </a:p>
        </p:txBody>
      </p:sp>
      <p:sp>
        <p:nvSpPr>
          <p:cNvPr id="278" name="PlaceHolder 6"/>
          <p:cNvSpPr>
            <a:spLocks noGrp="1"/>
          </p:cNvSpPr>
          <p:nvPr>
            <p:ph type="sldNum"/>
          </p:nvPr>
        </p:nvSpPr>
        <p:spPr>
          <a:xfrm>
            <a:off x="4278960" y="10157400"/>
            <a:ext cx="3280680" cy="534240"/>
          </a:xfrm>
          <a:prstGeom prst="rect">
            <a:avLst/>
          </a:prstGeom>
          <a:noFill/>
          <a:ln w="0">
            <a:noFill/>
          </a:ln>
        </p:spPr>
        <p:txBody>
          <a:bodyPr lIns="0" rIns="0" tIns="0" bIns="0" anchor="b">
            <a:noAutofit/>
          </a:bodyPr>
          <a:p>
            <a:pPr algn="r">
              <a:buNone/>
            </a:pPr>
            <a:fld id="{9EDCAD73-77F5-4627-961C-940B85A43125}" type="slidenum">
              <a:rPr b="0" lang="en-JM" sz="1400" spc="-1" strike="noStrike">
                <a:latin typeface="Times New Roman"/>
              </a:rPr>
              <a:t>&lt;number&gt;</a:t>
            </a:fld>
            <a:endParaRPr b="0" lang="en-JM"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380880" y="685800"/>
            <a:ext cx="6095520" cy="3428640"/>
          </a:xfrm>
          <a:prstGeom prst="rect">
            <a:avLst/>
          </a:prstGeom>
          <a:ln w="0">
            <a:noFill/>
          </a:ln>
        </p:spPr>
      </p:sp>
      <p:sp>
        <p:nvSpPr>
          <p:cNvPr id="38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100000"/>
              </a:lnSpc>
              <a:buNone/>
            </a:pPr>
            <a:r>
              <a:rPr b="0" lang="en-US" sz="2000" spc="-1" strike="noStrike">
                <a:latin typeface="Arial"/>
              </a:rPr>
              <a:t>Cisco Networking Academy Program</a:t>
            </a:r>
            <a:endParaRPr b="0" lang="en-JM" sz="2000" spc="-1" strike="noStrike">
              <a:latin typeface="Arial"/>
            </a:endParaRPr>
          </a:p>
          <a:p>
            <a:pPr marL="216000" indent="-216000">
              <a:lnSpc>
                <a:spcPct val="100000"/>
              </a:lnSpc>
              <a:buNone/>
            </a:pPr>
            <a:r>
              <a:rPr b="0" lang="en-US" sz="2000" spc="-1" strike="noStrike">
                <a:solidFill>
                  <a:srgbClr val="999999"/>
                </a:solidFill>
                <a:latin typeface="Arial"/>
              </a:rPr>
              <a:t>Introduction to Networks v7.0 (ITN)</a:t>
            </a:r>
            <a:endParaRPr b="0" lang="en-JM" sz="2000" spc="-1" strike="noStrike">
              <a:latin typeface="Arial"/>
            </a:endParaRPr>
          </a:p>
          <a:p>
            <a:pPr marL="216000" indent="-216000">
              <a:lnSpc>
                <a:spcPct val="100000"/>
              </a:lnSpc>
              <a:buNone/>
            </a:pPr>
            <a:r>
              <a:rPr b="0" lang="en-US" sz="2000" spc="-1" strike="noStrike">
                <a:latin typeface="Arial"/>
              </a:rPr>
              <a:t>Module 15: Application Layer</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38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EA443B5-B82D-4314-A560-A3A951D12D60}"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Rectangle 11"/>
          <p:cNvSpPr/>
          <p:nvPr/>
        </p:nvSpPr>
        <p:spPr>
          <a:xfrm>
            <a:off x="5929200" y="8680320"/>
            <a:ext cx="812520" cy="286920"/>
          </a:xfrm>
          <a:prstGeom prst="rect">
            <a:avLst/>
          </a:prstGeom>
          <a:noFill/>
          <a:ln w="0">
            <a:noFill/>
          </a:ln>
        </p:spPr>
        <p:style>
          <a:lnRef idx="0"/>
          <a:fillRef idx="0"/>
          <a:effectRef idx="0"/>
          <a:fontRef idx="minor"/>
        </p:style>
        <p:txBody>
          <a:bodyPr lIns="18720" rIns="18720" tIns="0" bIns="0" anchor="b">
            <a:noAutofit/>
          </a:bodyPr>
          <a:p>
            <a:pPr algn="r">
              <a:lnSpc>
                <a:spcPct val="100000"/>
              </a:lnSpc>
              <a:buNone/>
            </a:pPr>
            <a:fld id="{712994A4-A2D9-44AE-BB13-BE459E423371}" type="slidenum">
              <a:rPr b="0" lang="en-US" sz="800" spc="-1" strike="noStrike">
                <a:solidFill>
                  <a:srgbClr val="000000"/>
                </a:solidFill>
                <a:latin typeface="Arial"/>
                <a:ea typeface="ＭＳ Ｐゴシック"/>
              </a:rPr>
              <a:t>&lt;number&gt;</a:t>
            </a:fld>
            <a:endParaRPr b="0" lang="en-JM" sz="800" spc="-1" strike="noStrike">
              <a:latin typeface="Arial"/>
            </a:endParaRPr>
          </a:p>
        </p:txBody>
      </p:sp>
      <p:sp>
        <p:nvSpPr>
          <p:cNvPr id="387" name="PlaceHolder 1"/>
          <p:cNvSpPr>
            <a:spLocks noGrp="1"/>
          </p:cNvSpPr>
          <p:nvPr>
            <p:ph type="sldImg"/>
          </p:nvPr>
        </p:nvSpPr>
        <p:spPr>
          <a:xfrm>
            <a:off x="380880" y="685800"/>
            <a:ext cx="6095520" cy="3428640"/>
          </a:xfrm>
          <a:prstGeom prst="rect">
            <a:avLst/>
          </a:prstGeom>
          <a:ln w="0">
            <a:noFill/>
          </a:ln>
        </p:spPr>
      </p:sp>
      <p:sp>
        <p:nvSpPr>
          <p:cNvPr id="38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15.0.2 – What will I learn to do in the module?</a:t>
            </a:r>
            <a:endParaRPr b="0" lang="en-JM" sz="1200" spc="-1" strike="noStrike">
              <a:latin typeface="Arial"/>
            </a:endParaRPr>
          </a:p>
          <a:p>
            <a:pPr marL="216000" indent="-216000">
              <a:lnSpc>
                <a:spcPct val="100000"/>
              </a:lnSpc>
              <a:buNone/>
            </a:pPr>
            <a:endParaRPr b="0" lang="en-JM" sz="1200" spc="-1" strike="noStrike">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380880" y="685800"/>
            <a:ext cx="6095520" cy="3428640"/>
          </a:xfrm>
          <a:prstGeom prst="rect">
            <a:avLst/>
          </a:prstGeom>
          <a:ln w="0">
            <a:noFill/>
          </a:ln>
        </p:spPr>
      </p:sp>
      <p:sp>
        <p:nvSpPr>
          <p:cNvPr id="39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15.1 – Application, Presentation, and Session</a:t>
            </a:r>
            <a:endParaRPr b="0" lang="en-JM" sz="1200" spc="-1" strike="noStrike">
              <a:latin typeface="Arial"/>
            </a:endParaRPr>
          </a:p>
          <a:p>
            <a:pPr marL="216000" indent="-216000">
              <a:lnSpc>
                <a:spcPct val="100000"/>
              </a:lnSpc>
              <a:buNone/>
            </a:pPr>
            <a:endParaRPr b="0" lang="en-JM" sz="1200" spc="-1" strike="noStrike">
              <a:latin typeface="Arial"/>
            </a:endParaRPr>
          </a:p>
        </p:txBody>
      </p:sp>
      <p:sp>
        <p:nvSpPr>
          <p:cNvPr id="39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AFB0C9C-8490-4723-A620-34B74FFC77F5}"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537CE8D-A9AC-400D-A24A-0692F8BB93A2}" type="slidenum">
              <a:rPr b="0" lang="en-US" sz="800" spc="-1" strike="noStrike">
                <a:solidFill>
                  <a:srgbClr val="000000"/>
                </a:solidFill>
                <a:latin typeface="Arial"/>
              </a:rPr>
              <a:t>&lt;number&gt;</a:t>
            </a:fld>
            <a:endParaRPr b="0" lang="en-JM" sz="800" spc="-1" strike="noStrike">
              <a:latin typeface="Times New Roman"/>
            </a:endParaRPr>
          </a:p>
        </p:txBody>
      </p:sp>
      <p:sp>
        <p:nvSpPr>
          <p:cNvPr id="393" name="PlaceHolder 2"/>
          <p:cNvSpPr>
            <a:spLocks noGrp="1"/>
          </p:cNvSpPr>
          <p:nvPr>
            <p:ph type="sldImg"/>
          </p:nvPr>
        </p:nvSpPr>
        <p:spPr>
          <a:xfrm>
            <a:off x="380880" y="685800"/>
            <a:ext cx="6095520" cy="3428640"/>
          </a:xfrm>
          <a:prstGeom prst="rect">
            <a:avLst/>
          </a:prstGeom>
          <a:ln w="0">
            <a:noFill/>
          </a:ln>
        </p:spPr>
      </p:sp>
      <p:sp>
        <p:nvSpPr>
          <p:cNvPr id="394"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15.1 – Application, Presentation, and Session</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15.1.1 – Application Layer</a:t>
            </a:r>
            <a:endParaRPr b="0" lang="en-JM" sz="1200" spc="-1" strike="noStrike">
              <a:latin typeface="Arial"/>
            </a:endParaRPr>
          </a:p>
          <a:p>
            <a:pPr marL="216000" indent="-216000">
              <a:lnSpc>
                <a:spcPct val="80000"/>
              </a:lnSpc>
              <a:buNone/>
            </a:pPr>
            <a:endParaRPr b="0" lang="en-JM" sz="1200" spc="-1" strike="noStrike">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8813EE7-EA7F-4446-BA05-F0484C1F4D79}" type="slidenum">
              <a:rPr b="0" lang="en-US" sz="800" spc="-1" strike="noStrike">
                <a:solidFill>
                  <a:srgbClr val="000000"/>
                </a:solidFill>
                <a:latin typeface="Arial"/>
              </a:rPr>
              <a:t>&lt;number&gt;</a:t>
            </a:fld>
            <a:endParaRPr b="0" lang="en-JM" sz="800" spc="-1" strike="noStrike">
              <a:latin typeface="Times New Roman"/>
            </a:endParaRPr>
          </a:p>
        </p:txBody>
      </p:sp>
      <p:sp>
        <p:nvSpPr>
          <p:cNvPr id="396" name="PlaceHolder 2"/>
          <p:cNvSpPr>
            <a:spLocks noGrp="1"/>
          </p:cNvSpPr>
          <p:nvPr>
            <p:ph type="sldImg"/>
          </p:nvPr>
        </p:nvSpPr>
        <p:spPr>
          <a:xfrm>
            <a:off x="380880" y="685800"/>
            <a:ext cx="6095520" cy="3428640"/>
          </a:xfrm>
          <a:prstGeom prst="rect">
            <a:avLst/>
          </a:prstGeom>
          <a:ln w="0">
            <a:noFill/>
          </a:ln>
        </p:spPr>
      </p:sp>
      <p:sp>
        <p:nvSpPr>
          <p:cNvPr id="397"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15.1 – Application, Presentation, and Session</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15.1.2 – Presentation and Session Layer</a:t>
            </a:r>
            <a:endParaRPr b="0" lang="en-JM" sz="1200" spc="-1" strike="noStrike">
              <a:latin typeface="Arial"/>
            </a:endParaRPr>
          </a:p>
          <a:p>
            <a:pPr marL="216000" indent="-216000">
              <a:lnSpc>
                <a:spcPct val="80000"/>
              </a:lnSpc>
              <a:buNone/>
            </a:pPr>
            <a:endParaRPr b="0" lang="en-JM" sz="1200" spc="-1" strike="noStrike">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484B18F-642E-4D29-9C93-29E833598340}" type="slidenum">
              <a:rPr b="0" lang="en-US" sz="800" spc="-1" strike="noStrike">
                <a:solidFill>
                  <a:srgbClr val="000000"/>
                </a:solidFill>
                <a:latin typeface="Arial"/>
              </a:rPr>
              <a:t>&lt;number&gt;</a:t>
            </a:fld>
            <a:endParaRPr b="0" lang="en-JM" sz="800" spc="-1" strike="noStrike">
              <a:latin typeface="Times New Roman"/>
            </a:endParaRPr>
          </a:p>
        </p:txBody>
      </p:sp>
      <p:sp>
        <p:nvSpPr>
          <p:cNvPr id="399" name="PlaceHolder 2"/>
          <p:cNvSpPr>
            <a:spLocks noGrp="1"/>
          </p:cNvSpPr>
          <p:nvPr>
            <p:ph type="sldImg"/>
          </p:nvPr>
        </p:nvSpPr>
        <p:spPr>
          <a:xfrm>
            <a:off x="380880" y="685800"/>
            <a:ext cx="6095520" cy="3428640"/>
          </a:xfrm>
          <a:prstGeom prst="rect">
            <a:avLst/>
          </a:prstGeom>
          <a:ln w="0">
            <a:noFill/>
          </a:ln>
        </p:spPr>
      </p:sp>
      <p:sp>
        <p:nvSpPr>
          <p:cNvPr id="400"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15.1 – Application, Presentation, and Session</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15.1.3 – TCP/IP Application Layer Protocols</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15.1.4 – Check Your Understanding – Application, Session, Presentation</a:t>
            </a:r>
            <a:endParaRPr b="0" lang="en-JM" sz="1200" spc="-1" strike="noStrike">
              <a:latin typeface="Arial"/>
            </a:endParaRPr>
          </a:p>
          <a:p>
            <a:pPr marL="216000" indent="-216000">
              <a:lnSpc>
                <a:spcPct val="80000"/>
              </a:lnSpc>
              <a:buNone/>
            </a:pPr>
            <a:endParaRPr b="0" lang="en-JM" sz="1200" spc="-1" strike="noStrike">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380880" y="685800"/>
            <a:ext cx="6095520" cy="3428640"/>
          </a:xfrm>
          <a:prstGeom prst="rect">
            <a:avLst/>
          </a:prstGeom>
          <a:ln w="0">
            <a:noFill/>
          </a:ln>
        </p:spPr>
      </p:sp>
      <p:sp>
        <p:nvSpPr>
          <p:cNvPr id="40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15.2 –  Peer-to-Peer</a:t>
            </a:r>
            <a:endParaRPr b="0" lang="en-JM" sz="1200" spc="-1" strike="noStrike">
              <a:latin typeface="Arial"/>
            </a:endParaRPr>
          </a:p>
        </p:txBody>
      </p:sp>
      <p:sp>
        <p:nvSpPr>
          <p:cNvPr id="40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EFF28B9-3821-42CC-8889-0532F4A51165}"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E8CB5AA-08CA-4537-A8E9-92BCFCEB26E2}" type="slidenum">
              <a:rPr b="0" lang="en-US" sz="800" spc="-1" strike="noStrike">
                <a:solidFill>
                  <a:srgbClr val="000000"/>
                </a:solidFill>
                <a:latin typeface="Arial"/>
              </a:rPr>
              <a:t>&lt;number&gt;</a:t>
            </a:fld>
            <a:endParaRPr b="0" lang="en-JM" sz="800" spc="-1" strike="noStrike">
              <a:latin typeface="Times New Roman"/>
            </a:endParaRPr>
          </a:p>
        </p:txBody>
      </p:sp>
      <p:sp>
        <p:nvSpPr>
          <p:cNvPr id="405" name="PlaceHolder 2"/>
          <p:cNvSpPr>
            <a:spLocks noGrp="1"/>
          </p:cNvSpPr>
          <p:nvPr>
            <p:ph type="sldImg"/>
          </p:nvPr>
        </p:nvSpPr>
        <p:spPr>
          <a:xfrm>
            <a:off x="380880" y="685800"/>
            <a:ext cx="6095520" cy="3428640"/>
          </a:xfrm>
          <a:prstGeom prst="rect">
            <a:avLst/>
          </a:prstGeom>
          <a:ln w="0">
            <a:noFill/>
          </a:ln>
        </p:spPr>
      </p:sp>
      <p:sp>
        <p:nvSpPr>
          <p:cNvPr id="406"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15.2 –  Peer-to-Peer</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15.2.1 – Client-Server Model</a:t>
            </a:r>
            <a:endParaRPr b="0" lang="en-JM" sz="2000" spc="-1" strike="noStrike">
              <a:latin typeface="Arial"/>
            </a:endParaRPr>
          </a:p>
          <a:p>
            <a:pPr marL="216000" indent="-216000">
              <a:lnSpc>
                <a:spcPct val="80000"/>
              </a:lnSpc>
              <a:buNone/>
            </a:pPr>
            <a:endParaRPr b="0" lang="en-JM" sz="2000" spc="-1" strike="noStrike">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69C84C9-6200-4E85-9AA0-1C11107DAB64}" type="slidenum">
              <a:rPr b="0" lang="en-US" sz="800" spc="-1" strike="noStrike">
                <a:solidFill>
                  <a:srgbClr val="000000"/>
                </a:solidFill>
                <a:latin typeface="Arial"/>
              </a:rPr>
              <a:t>&lt;number&gt;</a:t>
            </a:fld>
            <a:endParaRPr b="0" lang="en-JM" sz="800" spc="-1" strike="noStrike">
              <a:latin typeface="Times New Roman"/>
            </a:endParaRPr>
          </a:p>
        </p:txBody>
      </p:sp>
      <p:sp>
        <p:nvSpPr>
          <p:cNvPr id="408" name="PlaceHolder 2"/>
          <p:cNvSpPr>
            <a:spLocks noGrp="1"/>
          </p:cNvSpPr>
          <p:nvPr>
            <p:ph type="sldImg"/>
          </p:nvPr>
        </p:nvSpPr>
        <p:spPr>
          <a:xfrm>
            <a:off x="380880" y="685800"/>
            <a:ext cx="6095520" cy="3428640"/>
          </a:xfrm>
          <a:prstGeom prst="rect">
            <a:avLst/>
          </a:prstGeom>
          <a:ln w="0">
            <a:noFill/>
          </a:ln>
        </p:spPr>
      </p:sp>
      <p:sp>
        <p:nvSpPr>
          <p:cNvPr id="409"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15.2 –  Peer-to-Peer</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15.2.2 – Peer-to-Peer Networks</a:t>
            </a:r>
            <a:endParaRPr b="0" lang="en-JM" sz="2000" spc="-1" strike="noStrike">
              <a:latin typeface="Arial"/>
            </a:endParaRPr>
          </a:p>
          <a:p>
            <a:pPr marL="216000" indent="-216000">
              <a:lnSpc>
                <a:spcPct val="80000"/>
              </a:lnSpc>
              <a:buNone/>
            </a:pPr>
            <a:endParaRPr b="0" lang="en-JM" sz="2000" spc="-1" strike="noStrike">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0F81822-7B92-439F-A8B4-FB7DC8E6ED9E}" type="slidenum">
              <a:rPr b="0" lang="en-US" sz="800" spc="-1" strike="noStrike">
                <a:solidFill>
                  <a:srgbClr val="000000"/>
                </a:solidFill>
                <a:latin typeface="Arial"/>
              </a:rPr>
              <a:t>&lt;number&gt;</a:t>
            </a:fld>
            <a:endParaRPr b="0" lang="en-JM" sz="800" spc="-1" strike="noStrike">
              <a:latin typeface="Times New Roman"/>
            </a:endParaRPr>
          </a:p>
        </p:txBody>
      </p:sp>
      <p:sp>
        <p:nvSpPr>
          <p:cNvPr id="411" name="PlaceHolder 2"/>
          <p:cNvSpPr>
            <a:spLocks noGrp="1"/>
          </p:cNvSpPr>
          <p:nvPr>
            <p:ph type="sldImg"/>
          </p:nvPr>
        </p:nvSpPr>
        <p:spPr>
          <a:xfrm>
            <a:off x="380880" y="685800"/>
            <a:ext cx="6095520" cy="3428640"/>
          </a:xfrm>
          <a:prstGeom prst="rect">
            <a:avLst/>
          </a:prstGeom>
          <a:ln w="0">
            <a:noFill/>
          </a:ln>
        </p:spPr>
      </p:sp>
      <p:sp>
        <p:nvSpPr>
          <p:cNvPr id="412"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15.2 –  Peer-to-Peer</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15.2.3 – Peer-to-Peer Applications</a:t>
            </a:r>
            <a:endParaRPr b="0" lang="en-JM" sz="2000" spc="-1" strike="noStrike">
              <a:latin typeface="Arial"/>
            </a:endParaRPr>
          </a:p>
          <a:p>
            <a:pPr marL="216000" indent="-216000">
              <a:lnSpc>
                <a:spcPct val="80000"/>
              </a:lnSpc>
              <a:buNone/>
            </a:pPr>
            <a:endParaRPr b="0" lang="en-JM" sz="2000" spc="-1" strike="noStrike">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sldImg"/>
          </p:nvPr>
        </p:nvSpPr>
        <p:spPr>
          <a:xfrm>
            <a:off x="380880" y="685800"/>
            <a:ext cx="6095520" cy="3428640"/>
          </a:xfrm>
          <a:prstGeom prst="rect">
            <a:avLst/>
          </a:prstGeom>
          <a:ln w="0">
            <a:noFill/>
          </a:ln>
        </p:spPr>
      </p:sp>
      <p:sp>
        <p:nvSpPr>
          <p:cNvPr id="41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15.2 –  Peer-to-Peer</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15.2.4 – Common P2P Applications</a:t>
            </a:r>
            <a:endParaRPr b="0" lang="en-JM" sz="2000" spc="-1" strike="noStrike">
              <a:latin typeface="Arial"/>
            </a:endParaRPr>
          </a:p>
          <a:p>
            <a:pPr marL="216000" indent="-216000">
              <a:lnSpc>
                <a:spcPct val="80000"/>
              </a:lnSpc>
              <a:buNone/>
            </a:pPr>
            <a:r>
              <a:rPr b="0" lang="en-US" sz="2000" spc="-1" strike="noStrike">
                <a:latin typeface="Arial"/>
                <a:ea typeface="ＭＳ Ｐゴシック"/>
              </a:rPr>
              <a:t>15.2.5 – Check Your Understanding – Peer-to-Peer</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1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61C4E9B-3476-4B28-A1F7-4023242D469D}"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sldImg"/>
          </p:nvPr>
        </p:nvSpPr>
        <p:spPr>
          <a:xfrm>
            <a:off x="380880" y="685800"/>
            <a:ext cx="6095520" cy="3428640"/>
          </a:xfrm>
          <a:prstGeom prst="rect">
            <a:avLst/>
          </a:prstGeom>
          <a:ln w="0">
            <a:noFill/>
          </a:ln>
        </p:spPr>
      </p:sp>
      <p:sp>
        <p:nvSpPr>
          <p:cNvPr id="417"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15.3 –  Web and Email Protocols</a:t>
            </a:r>
            <a:endParaRPr b="0" lang="en-JM" sz="1200" spc="-1" strike="noStrike">
              <a:latin typeface="Arial"/>
            </a:endParaRPr>
          </a:p>
        </p:txBody>
      </p:sp>
      <p:sp>
        <p:nvSpPr>
          <p:cNvPr id="418"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9AA6335-C1B0-4993-93E3-571753315A8A}"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sldImg"/>
          </p:nvPr>
        </p:nvSpPr>
        <p:spPr>
          <a:xfrm>
            <a:off x="380880" y="685800"/>
            <a:ext cx="6095520" cy="3428640"/>
          </a:xfrm>
          <a:prstGeom prst="rect">
            <a:avLst/>
          </a:prstGeom>
          <a:ln w="0">
            <a:noFill/>
          </a:ln>
        </p:spPr>
      </p:sp>
      <p:sp>
        <p:nvSpPr>
          <p:cNvPr id="42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15.3 –  Web and Email Protocols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15.3.1 – Hypertext Transfer Protocol and Hypertext Markup Language</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2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EF33940-9D8C-4278-90CB-A750ADA00293}"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sldImg"/>
          </p:nvPr>
        </p:nvSpPr>
        <p:spPr>
          <a:xfrm>
            <a:off x="380880" y="685800"/>
            <a:ext cx="6095520" cy="3428640"/>
          </a:xfrm>
          <a:prstGeom prst="rect">
            <a:avLst/>
          </a:prstGeom>
          <a:ln w="0">
            <a:noFill/>
          </a:ln>
        </p:spPr>
      </p:sp>
      <p:sp>
        <p:nvSpPr>
          <p:cNvPr id="423"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15.3 –  Web and Email Protocols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15.3.1 – Hypertext Transfer Protocol and Hypertext Markup Language (Cont.)</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24"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12C94C7-9F05-4DCA-A667-30D4E177F940}"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sldImg"/>
          </p:nvPr>
        </p:nvSpPr>
        <p:spPr>
          <a:xfrm>
            <a:off x="380880" y="685800"/>
            <a:ext cx="6095520" cy="3428640"/>
          </a:xfrm>
          <a:prstGeom prst="rect">
            <a:avLst/>
          </a:prstGeom>
          <a:ln w="0">
            <a:noFill/>
          </a:ln>
        </p:spPr>
      </p:sp>
      <p:sp>
        <p:nvSpPr>
          <p:cNvPr id="426"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15.3 –  Web and Email Protocols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15.3.1 – Hypertext Transfer Protocol and Hypertext Markup Language (Cont.)</a:t>
            </a:r>
            <a:endParaRPr b="0" lang="en-JM" sz="2000" spc="-1" strike="noStrike">
              <a:latin typeface="Arial"/>
            </a:endParaRPr>
          </a:p>
          <a:p>
            <a:pPr marL="216000" indent="-216000">
              <a:lnSpc>
                <a:spcPct val="100000"/>
              </a:lnSpc>
              <a:buNone/>
            </a:pPr>
            <a:endParaRPr b="0" lang="en-JM" sz="2000" spc="-1" strike="noStrike">
              <a:latin typeface="Arial"/>
            </a:endParaRPr>
          </a:p>
        </p:txBody>
      </p:sp>
      <p:sp>
        <p:nvSpPr>
          <p:cNvPr id="427"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F165D2C9-DCC8-4963-A6C4-1D8509291DC4}"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sldImg"/>
          </p:nvPr>
        </p:nvSpPr>
        <p:spPr>
          <a:xfrm>
            <a:off x="380880" y="685800"/>
            <a:ext cx="6095520" cy="3428640"/>
          </a:xfrm>
          <a:prstGeom prst="rect">
            <a:avLst/>
          </a:prstGeom>
          <a:ln w="0">
            <a:noFill/>
          </a:ln>
        </p:spPr>
      </p:sp>
      <p:sp>
        <p:nvSpPr>
          <p:cNvPr id="429"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15.3 –  Web and Email Protocols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15.3.2 – HTTP and HTTPS</a:t>
            </a:r>
            <a:endParaRPr b="0" lang="en-JM" sz="2000" spc="-1" strike="noStrike">
              <a:latin typeface="Arial"/>
            </a:endParaRPr>
          </a:p>
        </p:txBody>
      </p:sp>
      <p:sp>
        <p:nvSpPr>
          <p:cNvPr id="43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70FC2E43-AB4B-4257-BCB8-D7CB3012E908}"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Img"/>
          </p:nvPr>
        </p:nvSpPr>
        <p:spPr>
          <a:xfrm>
            <a:off x="380880" y="685800"/>
            <a:ext cx="6095520" cy="3428640"/>
          </a:xfrm>
          <a:prstGeom prst="rect">
            <a:avLst/>
          </a:prstGeom>
          <a:ln w="0">
            <a:noFill/>
          </a:ln>
        </p:spPr>
      </p:sp>
      <p:sp>
        <p:nvSpPr>
          <p:cNvPr id="432"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15.3 –  Web and Email Protocols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15.3.3 – Email Protocols</a:t>
            </a:r>
            <a:endParaRPr b="0" lang="en-JM" sz="2000" spc="-1" strike="noStrike">
              <a:latin typeface="Arial"/>
            </a:endParaRPr>
          </a:p>
        </p:txBody>
      </p:sp>
      <p:sp>
        <p:nvSpPr>
          <p:cNvPr id="433"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3D8D10BE-C14A-4C73-8925-2258A3768F95}"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sldImg"/>
          </p:nvPr>
        </p:nvSpPr>
        <p:spPr>
          <a:xfrm>
            <a:off x="380880" y="685800"/>
            <a:ext cx="6095520" cy="3428640"/>
          </a:xfrm>
          <a:prstGeom prst="rect">
            <a:avLst/>
          </a:prstGeom>
          <a:ln w="0">
            <a:noFill/>
          </a:ln>
        </p:spPr>
      </p:sp>
      <p:sp>
        <p:nvSpPr>
          <p:cNvPr id="435"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15.3 –  Web and Email Protocols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15.3.4 – SMTP, POP and IMAP</a:t>
            </a:r>
            <a:endParaRPr b="0" lang="en-JM" sz="2000" spc="-1" strike="noStrike">
              <a:latin typeface="Arial"/>
            </a:endParaRPr>
          </a:p>
        </p:txBody>
      </p:sp>
      <p:sp>
        <p:nvSpPr>
          <p:cNvPr id="436"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01E47714-6F5E-4959-939F-CA12DE77ABE1}"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Img"/>
          </p:nvPr>
        </p:nvSpPr>
        <p:spPr>
          <a:xfrm>
            <a:off x="380880" y="685800"/>
            <a:ext cx="6095520" cy="3428640"/>
          </a:xfrm>
          <a:prstGeom prst="rect">
            <a:avLst/>
          </a:prstGeom>
          <a:ln w="0">
            <a:noFill/>
          </a:ln>
        </p:spPr>
      </p:sp>
      <p:sp>
        <p:nvSpPr>
          <p:cNvPr id="438"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15.3 –  Web and Email Protocols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15.3.4 – SMTP, POP and IMAP (Cont.)</a:t>
            </a:r>
            <a:endParaRPr b="0" lang="en-JM" sz="2000" spc="-1" strike="noStrike">
              <a:latin typeface="Arial"/>
            </a:endParaRPr>
          </a:p>
        </p:txBody>
      </p:sp>
      <p:sp>
        <p:nvSpPr>
          <p:cNvPr id="439"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4EE1183-4082-4A71-9482-59CCD22C3C2D}"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380880" y="685800"/>
            <a:ext cx="6095520" cy="3428640"/>
          </a:xfrm>
          <a:prstGeom prst="rect">
            <a:avLst/>
          </a:prstGeom>
          <a:ln w="0">
            <a:noFill/>
          </a:ln>
        </p:spPr>
      </p:sp>
      <p:sp>
        <p:nvSpPr>
          <p:cNvPr id="44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15.3 –  Web and Email Protocols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15.3.4 – SMTP, POP and IMAP (Cont.)</a:t>
            </a:r>
            <a:endParaRPr b="0" lang="en-JM" sz="2000" spc="-1" strike="noStrike">
              <a:latin typeface="Arial"/>
            </a:endParaRPr>
          </a:p>
          <a:p>
            <a:pPr marL="216000" indent="-216000">
              <a:lnSpc>
                <a:spcPct val="80000"/>
              </a:lnSpc>
              <a:buNone/>
            </a:pPr>
            <a:r>
              <a:rPr b="0" lang="en-US" sz="2000" spc="-1" strike="noStrike">
                <a:latin typeface="Arial"/>
                <a:ea typeface="ＭＳ Ｐゴシック"/>
              </a:rPr>
              <a:t>15.3.5 – Check Your Understanding – Web and Email Protocols</a:t>
            </a:r>
            <a:endParaRPr b="0" lang="en-JM" sz="2000" spc="-1" strike="noStrike">
              <a:latin typeface="Arial"/>
            </a:endParaRPr>
          </a:p>
        </p:txBody>
      </p:sp>
      <p:sp>
        <p:nvSpPr>
          <p:cNvPr id="44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978D23D8-4B8E-4EBA-9E21-AF0CC4BC7F1B}"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380880" y="685800"/>
            <a:ext cx="6095520" cy="3428640"/>
          </a:xfrm>
          <a:prstGeom prst="rect">
            <a:avLst/>
          </a:prstGeom>
          <a:ln w="0">
            <a:noFill/>
          </a:ln>
        </p:spPr>
      </p:sp>
      <p:sp>
        <p:nvSpPr>
          <p:cNvPr id="444"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15.4 –  IP Addressing Services</a:t>
            </a:r>
            <a:endParaRPr b="0" lang="en-JM" sz="1200" spc="-1" strike="noStrike">
              <a:latin typeface="Arial"/>
            </a:endParaRPr>
          </a:p>
        </p:txBody>
      </p:sp>
      <p:sp>
        <p:nvSpPr>
          <p:cNvPr id="445"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E876FFE-44B0-4946-810A-7BF4B68AD1DE}"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BD962E0-F36B-48D4-854C-6C74637956FF}"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447" name="PlaceHolder 2"/>
          <p:cNvSpPr>
            <a:spLocks noGrp="1"/>
          </p:cNvSpPr>
          <p:nvPr>
            <p:ph type="sldImg"/>
          </p:nvPr>
        </p:nvSpPr>
        <p:spPr>
          <a:xfrm>
            <a:off x="380880" y="685800"/>
            <a:ext cx="6095520" cy="3428640"/>
          </a:xfrm>
          <a:prstGeom prst="rect">
            <a:avLst/>
          </a:prstGeom>
          <a:ln w="0">
            <a:noFill/>
          </a:ln>
        </p:spPr>
      </p:sp>
      <p:sp>
        <p:nvSpPr>
          <p:cNvPr id="448"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15.4 –  IP Addressing Services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15.4.1 – Domain Name Service</a:t>
            </a:r>
            <a:endParaRPr b="0" lang="en-JM" sz="2000" spc="-1" strike="noStrike">
              <a:latin typeface="Arial"/>
            </a:endParaRPr>
          </a:p>
          <a:p>
            <a:pPr marL="216000" indent="-216000">
              <a:lnSpc>
                <a:spcPct val="100000"/>
              </a:lnSpc>
              <a:buNone/>
            </a:pPr>
            <a:endParaRPr b="0" lang="en-JM" sz="2000" spc="-1" strike="noStrike">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5183FAFE-9537-45BE-ABCE-285B259B30CB}"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450" name="PlaceHolder 2"/>
          <p:cNvSpPr>
            <a:spLocks noGrp="1"/>
          </p:cNvSpPr>
          <p:nvPr>
            <p:ph type="sldImg"/>
          </p:nvPr>
        </p:nvSpPr>
        <p:spPr>
          <a:xfrm>
            <a:off x="380880" y="685800"/>
            <a:ext cx="6095520" cy="3428640"/>
          </a:xfrm>
          <a:prstGeom prst="rect">
            <a:avLst/>
          </a:prstGeom>
          <a:ln w="0">
            <a:noFill/>
          </a:ln>
        </p:spPr>
      </p:sp>
      <p:sp>
        <p:nvSpPr>
          <p:cNvPr id="451"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15.4 –  IP Addressing Services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15.4.2 – DNS Message Format</a:t>
            </a:r>
            <a:endParaRPr b="0" lang="en-JM" sz="2000" spc="-1" strike="noStrike">
              <a:latin typeface="Arial"/>
            </a:endParaRPr>
          </a:p>
          <a:p>
            <a:pPr marL="216000" indent="-216000">
              <a:lnSpc>
                <a:spcPct val="100000"/>
              </a:lnSpc>
              <a:buNone/>
            </a:pPr>
            <a:endParaRPr b="0" lang="en-JM" sz="2000" spc="-1" strike="noStrike">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539AC4A-9C4B-4341-AFF2-74CA1ED646AE}"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453" name="PlaceHolder 2"/>
          <p:cNvSpPr>
            <a:spLocks noGrp="1"/>
          </p:cNvSpPr>
          <p:nvPr>
            <p:ph type="sldImg"/>
          </p:nvPr>
        </p:nvSpPr>
        <p:spPr>
          <a:xfrm>
            <a:off x="380880" y="685800"/>
            <a:ext cx="6095520" cy="3428640"/>
          </a:xfrm>
          <a:prstGeom prst="rect">
            <a:avLst/>
          </a:prstGeom>
          <a:ln w="0">
            <a:noFill/>
          </a:ln>
        </p:spPr>
      </p:sp>
      <p:sp>
        <p:nvSpPr>
          <p:cNvPr id="454"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15.4 –  IP Addressing Services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15.4.2 – DNS Message Format (Cont.)</a:t>
            </a:r>
            <a:endParaRPr b="0" lang="en-JM" sz="2000" spc="-1" strike="noStrike">
              <a:latin typeface="Arial"/>
            </a:endParaRPr>
          </a:p>
          <a:p>
            <a:pPr marL="216000" indent="-216000">
              <a:lnSpc>
                <a:spcPct val="100000"/>
              </a:lnSpc>
              <a:buNone/>
            </a:pPr>
            <a:endParaRPr b="0" lang="en-JM" sz="2000" spc="-1" strike="noStrike">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DBC5CBF7-DACB-4CB7-9DC1-82DE200EACAA}"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456" name="PlaceHolder 2"/>
          <p:cNvSpPr>
            <a:spLocks noGrp="1"/>
          </p:cNvSpPr>
          <p:nvPr>
            <p:ph type="sldImg"/>
          </p:nvPr>
        </p:nvSpPr>
        <p:spPr>
          <a:xfrm>
            <a:off x="380880" y="685800"/>
            <a:ext cx="6095520" cy="3428640"/>
          </a:xfrm>
          <a:prstGeom prst="rect">
            <a:avLst/>
          </a:prstGeom>
          <a:ln w="0">
            <a:noFill/>
          </a:ln>
        </p:spPr>
      </p:sp>
      <p:sp>
        <p:nvSpPr>
          <p:cNvPr id="457"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15.4 –  IP Addressing Services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15.4.3 – DNS Hierarchy</a:t>
            </a:r>
            <a:endParaRPr b="0" lang="en-JM" sz="2000" spc="-1" strike="noStrike">
              <a:latin typeface="Arial"/>
            </a:endParaRPr>
          </a:p>
          <a:p>
            <a:pPr marL="216000" indent="-216000">
              <a:lnSpc>
                <a:spcPct val="100000"/>
              </a:lnSpc>
              <a:buNone/>
            </a:pPr>
            <a:endParaRPr b="0" lang="en-JM" sz="2000" spc="-1" strike="noStrike">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CA8D2D55-46F5-4899-BD12-FF803D63846A}"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459" name="PlaceHolder 2"/>
          <p:cNvSpPr>
            <a:spLocks noGrp="1"/>
          </p:cNvSpPr>
          <p:nvPr>
            <p:ph type="sldImg"/>
          </p:nvPr>
        </p:nvSpPr>
        <p:spPr>
          <a:xfrm>
            <a:off x="380880" y="685800"/>
            <a:ext cx="6095520" cy="3428640"/>
          </a:xfrm>
          <a:prstGeom prst="rect">
            <a:avLst/>
          </a:prstGeom>
          <a:ln w="0">
            <a:noFill/>
          </a:ln>
        </p:spPr>
      </p:sp>
      <p:sp>
        <p:nvSpPr>
          <p:cNvPr id="460"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15.4 –  IP Addressing Services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15.4.4 – The nslookup Command</a:t>
            </a:r>
            <a:endParaRPr b="0" lang="en-JM" sz="2000" spc="-1" strike="noStrike">
              <a:latin typeface="Arial"/>
            </a:endParaRPr>
          </a:p>
          <a:p>
            <a:pPr marL="216000" indent="-216000">
              <a:lnSpc>
                <a:spcPct val="80000"/>
              </a:lnSpc>
              <a:buNone/>
            </a:pPr>
            <a:r>
              <a:rPr b="0" lang="en-US" sz="2000" spc="-1" strike="noStrike">
                <a:latin typeface="Arial"/>
                <a:ea typeface="ＭＳ Ｐゴシック"/>
              </a:rPr>
              <a:t>15.4.5 – Syntax Checker – The nslookup Command</a:t>
            </a:r>
            <a:endParaRPr b="0" lang="en-JM" sz="2000" spc="-1" strike="noStrike">
              <a:latin typeface="Arial"/>
            </a:endParaRPr>
          </a:p>
          <a:p>
            <a:pPr marL="216000" indent="-216000">
              <a:lnSpc>
                <a:spcPct val="100000"/>
              </a:lnSpc>
              <a:buNone/>
            </a:pPr>
            <a:endParaRPr b="0" lang="en-JM" sz="2000" spc="-1" strike="noStrike">
              <a:latin typeface="Arial"/>
            </a:endParaRPr>
          </a:p>
          <a:p>
            <a:pPr marL="216000" indent="-216000">
              <a:lnSpc>
                <a:spcPct val="100000"/>
              </a:lnSpc>
              <a:buNone/>
            </a:pPr>
            <a:endParaRPr b="0" lang="en-JM" sz="2000" spc="-1" strike="noStrike">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2F6B0BD-5082-4AA7-B6E9-27CCCA2F7EDC}"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462" name="PlaceHolder 2"/>
          <p:cNvSpPr>
            <a:spLocks noGrp="1"/>
          </p:cNvSpPr>
          <p:nvPr>
            <p:ph type="sldImg"/>
          </p:nvPr>
        </p:nvSpPr>
        <p:spPr>
          <a:xfrm>
            <a:off x="380880" y="685800"/>
            <a:ext cx="6095520" cy="3428640"/>
          </a:xfrm>
          <a:prstGeom prst="rect">
            <a:avLst/>
          </a:prstGeom>
          <a:ln w="0">
            <a:noFill/>
          </a:ln>
        </p:spPr>
      </p:sp>
      <p:sp>
        <p:nvSpPr>
          <p:cNvPr id="463"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15.4 –  IP Addressing Services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15.4.6 – Dynamic Host Configuration Protocol</a:t>
            </a:r>
            <a:endParaRPr b="0" lang="en-JM" sz="2000" spc="-1" strike="noStrike">
              <a:latin typeface="Arial"/>
            </a:endParaRPr>
          </a:p>
          <a:p>
            <a:pPr marL="216000" indent="-216000">
              <a:lnSpc>
                <a:spcPct val="100000"/>
              </a:lnSpc>
              <a:buNone/>
            </a:pPr>
            <a:endParaRPr b="0" lang="en-JM" sz="2000" spc="-1" strike="noStrike">
              <a:latin typeface="Arial"/>
            </a:endParaRPr>
          </a:p>
          <a:p>
            <a:pPr marL="216000" indent="-216000">
              <a:lnSpc>
                <a:spcPct val="100000"/>
              </a:lnSpc>
              <a:buNone/>
            </a:pPr>
            <a:endParaRPr b="0" lang="en-JM" sz="2000" spc="-1" strike="noStrike">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A9C5C8CF-0662-4AC8-A5A3-E0CD28D49495}"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465" name="PlaceHolder 2"/>
          <p:cNvSpPr>
            <a:spLocks noGrp="1"/>
          </p:cNvSpPr>
          <p:nvPr>
            <p:ph type="sldImg"/>
          </p:nvPr>
        </p:nvSpPr>
        <p:spPr>
          <a:xfrm>
            <a:off x="380880" y="685800"/>
            <a:ext cx="6095520" cy="3428640"/>
          </a:xfrm>
          <a:prstGeom prst="rect">
            <a:avLst/>
          </a:prstGeom>
          <a:ln w="0">
            <a:noFill/>
          </a:ln>
        </p:spPr>
      </p:sp>
      <p:sp>
        <p:nvSpPr>
          <p:cNvPr id="466"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15.4 –  IP Addressing Services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15.4.7 – DHCP Operation</a:t>
            </a:r>
            <a:endParaRPr b="0" lang="en-JM" sz="2000" spc="-1" strike="noStrike">
              <a:latin typeface="Arial"/>
            </a:endParaRPr>
          </a:p>
          <a:p>
            <a:pPr marL="216000" indent="-216000">
              <a:lnSpc>
                <a:spcPct val="100000"/>
              </a:lnSpc>
              <a:buNone/>
            </a:pPr>
            <a:endParaRPr b="0" lang="en-JM" sz="2000" spc="-1" strike="noStrike">
              <a:latin typeface="Arial"/>
            </a:endParaRPr>
          </a:p>
          <a:p>
            <a:pPr marL="216000" indent="-216000">
              <a:lnSpc>
                <a:spcPct val="100000"/>
              </a:lnSpc>
              <a:buNone/>
            </a:pPr>
            <a:endParaRPr b="0" lang="en-JM" sz="2000" spc="-1" strike="noStrike">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4A95B155-14DF-4F17-A862-5AD3493CC885}" type="slidenum">
              <a:rPr b="0" lang="en-US" sz="800" spc="-1" strike="noStrike">
                <a:solidFill>
                  <a:srgbClr val="000000"/>
                </a:solidFill>
                <a:latin typeface="Arial"/>
              </a:rPr>
              <a:t>&lt;number&gt;</a:t>
            </a:fld>
            <a:endParaRPr b="0" lang="en-JM" sz="800" spc="-1" strike="noStrike">
              <a:latin typeface="Times New Roman"/>
            </a:endParaRPr>
          </a:p>
        </p:txBody>
      </p:sp>
      <p:sp>
        <p:nvSpPr>
          <p:cNvPr id="468" name="PlaceHolder 2"/>
          <p:cNvSpPr>
            <a:spLocks noGrp="1"/>
          </p:cNvSpPr>
          <p:nvPr>
            <p:ph type="sldImg"/>
          </p:nvPr>
        </p:nvSpPr>
        <p:spPr>
          <a:xfrm>
            <a:off x="380880" y="685800"/>
            <a:ext cx="6095520" cy="3428640"/>
          </a:xfrm>
          <a:prstGeom prst="rect">
            <a:avLst/>
          </a:prstGeom>
          <a:ln w="0">
            <a:noFill/>
          </a:ln>
        </p:spPr>
      </p:sp>
      <p:sp>
        <p:nvSpPr>
          <p:cNvPr id="469"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15.4 –  IP Addressing Services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15.4.8 – Lab – Observe DNS Resolution</a:t>
            </a:r>
            <a:endParaRPr b="0" lang="en-JM" sz="2000" spc="-1" strike="noStrike">
              <a:latin typeface="Arial"/>
            </a:endParaRPr>
          </a:p>
          <a:p>
            <a:pPr marL="216000" indent="-216000">
              <a:lnSpc>
                <a:spcPct val="80000"/>
              </a:lnSpc>
              <a:buNone/>
            </a:pPr>
            <a:r>
              <a:rPr b="0" lang="en-US" sz="2000" spc="-1" strike="noStrike">
                <a:latin typeface="Arial"/>
                <a:ea typeface="ＭＳ Ｐゴシック"/>
              </a:rPr>
              <a:t>15.4.9 – Check Your Understanding – IP Addressing Services</a:t>
            </a:r>
            <a:endParaRPr b="0" lang="en-JM" sz="2000" spc="-1" strike="noStrike">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sldImg"/>
          </p:nvPr>
        </p:nvSpPr>
        <p:spPr>
          <a:xfrm>
            <a:off x="380880" y="685800"/>
            <a:ext cx="6095520" cy="3428640"/>
          </a:xfrm>
          <a:prstGeom prst="rect">
            <a:avLst/>
          </a:prstGeom>
          <a:ln w="0">
            <a:noFill/>
          </a:ln>
        </p:spPr>
      </p:sp>
      <p:sp>
        <p:nvSpPr>
          <p:cNvPr id="471"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15.5 –  File Sharing Services</a:t>
            </a:r>
            <a:endParaRPr b="0" lang="en-JM" sz="1200" spc="-1" strike="noStrike">
              <a:latin typeface="Arial"/>
            </a:endParaRPr>
          </a:p>
        </p:txBody>
      </p:sp>
      <p:sp>
        <p:nvSpPr>
          <p:cNvPr id="472"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6D8C118-A4EC-42F6-97AC-F4CD39F88CB5}"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83DDD7A2-42F1-428C-8314-3ED101416D1C}"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474" name="PlaceHolder 2"/>
          <p:cNvSpPr>
            <a:spLocks noGrp="1"/>
          </p:cNvSpPr>
          <p:nvPr>
            <p:ph type="sldImg"/>
          </p:nvPr>
        </p:nvSpPr>
        <p:spPr>
          <a:xfrm>
            <a:off x="380880" y="685800"/>
            <a:ext cx="6095520" cy="3428640"/>
          </a:xfrm>
          <a:prstGeom prst="rect">
            <a:avLst/>
          </a:prstGeom>
          <a:ln w="0">
            <a:noFill/>
          </a:ln>
        </p:spPr>
      </p:sp>
      <p:sp>
        <p:nvSpPr>
          <p:cNvPr id="475"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15.5 –  File Sharing Services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15.5.1 – File Transfer Protocol</a:t>
            </a:r>
            <a:endParaRPr b="0" lang="en-JM" sz="2000" spc="-1" strike="noStrike">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193F178A-5F78-42A5-9765-9C957C64F177}"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477" name="PlaceHolder 2"/>
          <p:cNvSpPr>
            <a:spLocks noGrp="1"/>
          </p:cNvSpPr>
          <p:nvPr>
            <p:ph type="sldImg"/>
          </p:nvPr>
        </p:nvSpPr>
        <p:spPr>
          <a:xfrm>
            <a:off x="380880" y="685800"/>
            <a:ext cx="6095520" cy="3428640"/>
          </a:xfrm>
          <a:prstGeom prst="rect">
            <a:avLst/>
          </a:prstGeom>
          <a:ln w="0">
            <a:noFill/>
          </a:ln>
        </p:spPr>
      </p:sp>
      <p:sp>
        <p:nvSpPr>
          <p:cNvPr id="478"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15.5 –  File Sharing Services</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15.5.2 – Server Message Block</a:t>
            </a:r>
            <a:endParaRPr b="0" lang="en-JM" sz="2000" spc="-1" strike="noStrike">
              <a:latin typeface="Arial"/>
            </a:endParaRPr>
          </a:p>
          <a:p>
            <a:pPr marL="216000" indent="-216000">
              <a:lnSpc>
                <a:spcPct val="80000"/>
              </a:lnSpc>
              <a:buNone/>
            </a:pPr>
            <a:r>
              <a:rPr b="0" lang="en-US" sz="2000" spc="-1" strike="noStrike">
                <a:latin typeface="Arial"/>
                <a:ea typeface="ＭＳ Ｐゴシック"/>
              </a:rPr>
              <a:t>15.5.3 – Check Your Understanding – File Sharing Services</a:t>
            </a:r>
            <a:endParaRPr b="0" lang="en-JM" sz="2000" spc="-1" strike="noStrike">
              <a:latin typeface="Arial"/>
            </a:endParaRPr>
          </a:p>
          <a:p>
            <a:pPr marL="216000" indent="-216000">
              <a:lnSpc>
                <a:spcPct val="100000"/>
              </a:lnSpc>
              <a:buNone/>
            </a:pPr>
            <a:endParaRPr b="0" lang="en-JM" sz="2000" spc="-1" strike="noStrike">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Img"/>
          </p:nvPr>
        </p:nvSpPr>
        <p:spPr>
          <a:xfrm>
            <a:off x="380880" y="685800"/>
            <a:ext cx="6095520" cy="3428640"/>
          </a:xfrm>
          <a:prstGeom prst="rect">
            <a:avLst/>
          </a:prstGeom>
          <a:ln w="0">
            <a:noFill/>
          </a:ln>
        </p:spPr>
      </p:sp>
      <p:sp>
        <p:nvSpPr>
          <p:cNvPr id="480" name="PlaceHolder 2"/>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15.6 –  Module Practice and Quiz</a:t>
            </a:r>
            <a:endParaRPr b="0" lang="en-JM" sz="1200" spc="-1" strike="noStrike">
              <a:latin typeface="Arial"/>
            </a:endParaRPr>
          </a:p>
        </p:txBody>
      </p:sp>
      <p:sp>
        <p:nvSpPr>
          <p:cNvPr id="481"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EE09104B-F6FD-4E71-A150-B617B0920FE7}" type="slidenum">
              <a:rPr b="0" lang="en-US" sz="1200" spc="-1" strike="noStrike">
                <a:solidFill>
                  <a:srgbClr val="000000"/>
                </a:solidFill>
                <a:latin typeface="Arial"/>
                <a:ea typeface="ＭＳ Ｐゴシック"/>
              </a:rPr>
              <a:t>&lt;number&gt;</a:t>
            </a:fld>
            <a:endParaRPr b="0" lang="en-JM" sz="1200" spc="-1" strike="noStrike">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2B50A7B5-A9B3-4F97-BB8E-DA076CB81725}"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483" name="PlaceHolder 2"/>
          <p:cNvSpPr>
            <a:spLocks noGrp="1"/>
          </p:cNvSpPr>
          <p:nvPr>
            <p:ph type="sldImg"/>
          </p:nvPr>
        </p:nvSpPr>
        <p:spPr>
          <a:xfrm>
            <a:off x="380880" y="685800"/>
            <a:ext cx="6095520" cy="3428640"/>
          </a:xfrm>
          <a:prstGeom prst="rect">
            <a:avLst/>
          </a:prstGeom>
          <a:ln w="0">
            <a:noFill/>
          </a:ln>
        </p:spPr>
      </p:sp>
      <p:sp>
        <p:nvSpPr>
          <p:cNvPr id="484" name="PlaceHolder 3"/>
          <p:cNvSpPr>
            <a:spLocks noGrp="1"/>
          </p:cNvSpPr>
          <p:nvPr>
            <p:ph type="body"/>
          </p:nvPr>
        </p:nvSpPr>
        <p:spPr>
          <a:xfrm>
            <a:off x="685800" y="4343400"/>
            <a:ext cx="5486040" cy="4114440"/>
          </a:xfrm>
          <a:prstGeom prst="rect">
            <a:avLst/>
          </a:prstGeom>
          <a:noFill/>
          <a:ln w="0">
            <a:noFill/>
          </a:ln>
        </p:spPr>
        <p:txBody>
          <a:bodyPr anchor="t">
            <a:noAutofit/>
          </a:bodyPr>
          <a:p>
            <a:pPr marL="216000" indent="-216000">
              <a:lnSpc>
                <a:spcPct val="80000"/>
              </a:lnSpc>
              <a:buNone/>
            </a:pPr>
            <a:r>
              <a:rPr b="0" lang="en-US" sz="1200" spc="-1" strike="noStrike">
                <a:solidFill>
                  <a:srgbClr val="000000"/>
                </a:solidFill>
                <a:latin typeface="Arial"/>
                <a:ea typeface="ＭＳ Ｐゴシック"/>
              </a:rPr>
              <a:t>15 – Application Layer</a:t>
            </a:r>
            <a:endParaRPr b="0" lang="en-JM" sz="1200" spc="-1" strike="noStrike">
              <a:latin typeface="Arial"/>
            </a:endParaRPr>
          </a:p>
          <a:p>
            <a:pPr marL="216000" indent="-216000">
              <a:lnSpc>
                <a:spcPct val="80000"/>
              </a:lnSpc>
              <a:buNone/>
            </a:pPr>
            <a:r>
              <a:rPr b="0" lang="en-US" sz="1200" spc="-1" strike="noStrike">
                <a:solidFill>
                  <a:srgbClr val="000000"/>
                </a:solidFill>
                <a:latin typeface="Arial"/>
                <a:ea typeface="ＭＳ Ｐゴシック"/>
              </a:rPr>
              <a:t>15.6 –  Module Practice and Quiz</a:t>
            </a:r>
            <a:endParaRPr b="0" lang="en-JM" sz="1200" spc="-1" strike="noStrike">
              <a:latin typeface="Arial"/>
            </a:endParaRPr>
          </a:p>
          <a:p>
            <a:pPr marL="216000" indent="-216000">
              <a:lnSpc>
                <a:spcPct val="80000"/>
              </a:lnSpc>
              <a:buNone/>
            </a:pPr>
            <a:r>
              <a:rPr b="0" lang="en-US" sz="2000" spc="-1" strike="noStrike">
                <a:latin typeface="Arial"/>
                <a:ea typeface="ＭＳ Ｐゴシック"/>
              </a:rPr>
              <a:t>15.6.1 – What did I learn in this module?</a:t>
            </a:r>
            <a:endParaRPr b="0" lang="en-JM" sz="2000" spc="-1" strike="noStrike">
              <a:latin typeface="Arial"/>
            </a:endParaRPr>
          </a:p>
          <a:p>
            <a:pPr marL="216000" indent="-216000">
              <a:lnSpc>
                <a:spcPct val="80000"/>
              </a:lnSpc>
              <a:buNone/>
            </a:pPr>
            <a:r>
              <a:rPr b="0" lang="en-US" sz="2000" spc="-1" strike="noStrike">
                <a:latin typeface="Arial"/>
                <a:ea typeface="ＭＳ Ｐゴシック"/>
              </a:rPr>
              <a:t>15.6.2 – Module Quiz – Application Layer</a:t>
            </a:r>
            <a:endParaRPr b="0" lang="en-JM" sz="2000" spc="-1" strike="noStrike">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B067C423-210E-4CFE-B31A-C30BD9DE56FF}" type="slidenum">
              <a:rPr b="0" lang="en-US" sz="800" spc="-1" strike="noStrike">
                <a:solidFill>
                  <a:srgbClr val="000000"/>
                </a:solidFill>
                <a:latin typeface="Arial"/>
                <a:ea typeface="ＭＳ Ｐゴシック"/>
              </a:rPr>
              <a:t>&lt;number&gt;</a:t>
            </a:fld>
            <a:endParaRPr b="0" lang="en-JM" sz="800" spc="-1" strike="noStrike">
              <a:latin typeface="Times New Roman"/>
            </a:endParaRPr>
          </a:p>
        </p:txBody>
      </p:sp>
      <p:sp>
        <p:nvSpPr>
          <p:cNvPr id="486" name="PlaceHolder 2"/>
          <p:cNvSpPr>
            <a:spLocks noGrp="1"/>
          </p:cNvSpPr>
          <p:nvPr>
            <p:ph type="sldImg"/>
          </p:nvPr>
        </p:nvSpPr>
        <p:spPr>
          <a:xfrm>
            <a:off x="380880" y="685800"/>
            <a:ext cx="6095520" cy="3428640"/>
          </a:xfrm>
          <a:prstGeom prst="rect">
            <a:avLst/>
          </a:prstGeom>
          <a:ln w="0">
            <a:noFill/>
          </a:ln>
        </p:spPr>
      </p:sp>
      <p:sp>
        <p:nvSpPr>
          <p:cNvPr id="487" name="PlaceHolder 3"/>
          <p:cNvSpPr>
            <a:spLocks noGrp="1"/>
          </p:cNvSpPr>
          <p:nvPr>
            <p:ph type="body"/>
          </p:nvPr>
        </p:nvSpPr>
        <p:spPr>
          <a:xfrm>
            <a:off x="685800" y="4343400"/>
            <a:ext cx="5486040" cy="4114440"/>
          </a:xfrm>
          <a:prstGeom prst="rect">
            <a:avLst/>
          </a:prstGeom>
          <a:noFill/>
          <a:ln w="0">
            <a:noFill/>
          </a:ln>
        </p:spPr>
        <p:txBody>
          <a:bodyPr anchor="t">
            <a:noAutofit/>
          </a:bodyPr>
          <a:p>
            <a:pPr>
              <a:lnSpc>
                <a:spcPct val="80000"/>
              </a:lnSpc>
              <a:buNone/>
              <a:tabLst>
                <a:tab algn="l" pos="0"/>
              </a:tabLst>
            </a:pPr>
            <a:r>
              <a:rPr b="0" lang="en-US" sz="1200" spc="-1" strike="noStrike">
                <a:solidFill>
                  <a:srgbClr val="000000"/>
                </a:solidFill>
                <a:latin typeface="Arial"/>
                <a:ea typeface="ＭＳ Ｐゴシック"/>
              </a:rPr>
              <a:t>15 – Application Layer</a:t>
            </a:r>
            <a:endParaRPr b="0" lang="en-JM" sz="1200" spc="-1" strike="noStrike">
              <a:latin typeface="Arial"/>
            </a:endParaRPr>
          </a:p>
          <a:p>
            <a:pPr>
              <a:lnSpc>
                <a:spcPct val="80000"/>
              </a:lnSpc>
              <a:buNone/>
              <a:tabLst>
                <a:tab algn="l" pos="0"/>
              </a:tabLst>
            </a:pPr>
            <a:r>
              <a:rPr b="0" lang="en-US" sz="2000" spc="-1" strike="noStrike">
                <a:latin typeface="Arial"/>
                <a:ea typeface="ＭＳ Ｐゴシック"/>
              </a:rPr>
              <a:t>New Terms and Commands</a:t>
            </a:r>
            <a:endParaRPr b="0" lang="en-JM" sz="2000" spc="-1" strike="noStrike">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Img"/>
          </p:nvPr>
        </p:nvSpPr>
        <p:spPr>
          <a:xfrm>
            <a:off x="380880" y="685800"/>
            <a:ext cx="6095520" cy="3428640"/>
          </a:xfrm>
          <a:prstGeom prst="rect">
            <a:avLst/>
          </a:prstGeom>
          <a:ln w="0">
            <a:noFill/>
          </a:ln>
        </p:spPr>
      </p:sp>
      <p:sp>
        <p:nvSpPr>
          <p:cNvPr id="489" name="PlaceHolder 2"/>
          <p:cNvSpPr>
            <a:spLocks noGrp="1"/>
          </p:cNvSpPr>
          <p:nvPr>
            <p:ph type="body"/>
          </p:nvPr>
        </p:nvSpPr>
        <p:spPr>
          <a:xfrm>
            <a:off x="685800" y="4343400"/>
            <a:ext cx="5486040" cy="4114440"/>
          </a:xfrm>
          <a:prstGeom prst="rect">
            <a:avLst/>
          </a:prstGeom>
          <a:noFill/>
          <a:ln w="0">
            <a:noFill/>
          </a:ln>
        </p:spPr>
        <p:txBody>
          <a:bodyPr anchor="t">
            <a:noAutofit/>
          </a:bodyPr>
          <a:p>
            <a:endParaRPr b="0" lang="en-JM" sz="2000" spc="-1" strike="noStrike">
              <a:latin typeface="Arial"/>
            </a:endParaRPr>
          </a:p>
        </p:txBody>
      </p:sp>
      <p:sp>
        <p:nvSpPr>
          <p:cNvPr id="490" name="PlaceHolder 3"/>
          <p:cNvSpPr>
            <a:spLocks noGrp="1"/>
          </p:cNvSpPr>
          <p:nvPr>
            <p:ph type="sldNum"/>
          </p:nvPr>
        </p:nvSpPr>
        <p:spPr>
          <a:xfrm>
            <a:off x="3884760" y="8685360"/>
            <a:ext cx="2971440" cy="456840"/>
          </a:xfrm>
          <a:prstGeom prst="rect">
            <a:avLst/>
          </a:prstGeom>
          <a:noFill/>
          <a:ln w="0">
            <a:noFill/>
          </a:ln>
        </p:spPr>
        <p:txBody>
          <a:bodyPr anchor="b">
            <a:noAutofit/>
          </a:bodyPr>
          <a:p>
            <a:pPr algn="r">
              <a:lnSpc>
                <a:spcPct val="100000"/>
              </a:lnSpc>
              <a:buNone/>
            </a:pPr>
            <a:fld id="{6ACC8106-8938-4007-87DF-84B79FEFCC68}" type="slidenum">
              <a:rPr b="0" lang="en-US" sz="1200" spc="-1" strike="noStrike">
                <a:latin typeface="Times New Roman"/>
              </a:rPr>
              <a:t>&lt;number&gt;</a:t>
            </a:fld>
            <a:endParaRPr b="0" lang="en-JM"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3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5"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4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4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3"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5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59"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0"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5"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67"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8"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69"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0"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1"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72"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9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9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0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0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1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1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2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2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7"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69"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2"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4"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76"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7"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78"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0"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2"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5"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6"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88"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89"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3"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4"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196"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7"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8"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199"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0"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01"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3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38"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0"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2"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4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45"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JM"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4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4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51"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3"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55"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6"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57"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59"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60"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6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6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6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65"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US" sz="3200" spc="-1" strike="noStrike">
              <a:solidFill>
                <a:srgbClr val="58585b"/>
              </a:solidFill>
              <a:latin typeface="Arial"/>
            </a:endParaRPr>
          </a:p>
        </p:txBody>
      </p:sp>
      <p:sp>
        <p:nvSpPr>
          <p:cNvPr id="267"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68"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69"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70"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71"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
        <p:nvSpPr>
          <p:cNvPr id="272"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1500" spc="-1" strike="noStrike">
              <a:solidFill>
                <a:srgbClr val="58585b"/>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2.jpeg"/><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0"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01D9B612-D44C-43D1-B205-8EC08FB94F05}" type="slidenum">
              <a:rPr b="0" lang="en-US" sz="600" spc="-1" strike="noStrike">
                <a:solidFill>
                  <a:srgbClr val="d9d9d9"/>
                </a:solidFill>
                <a:latin typeface="Arial"/>
              </a:rPr>
              <a:t>1</a:t>
            </a:fld>
            <a:endParaRPr b="0" lang="en-JM" sz="600" spc="-1" strike="noStrike">
              <a:latin typeface="Arial"/>
            </a:endParaRPr>
          </a:p>
        </p:txBody>
      </p:sp>
      <p:sp>
        <p:nvSpPr>
          <p:cNvPr id="1" name="Rectangle 4" hidden="1"/>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2" name="Group 4"/>
          <p:cNvGrpSpPr/>
          <p:nvPr/>
        </p:nvGrpSpPr>
        <p:grpSpPr>
          <a:xfrm>
            <a:off x="507960" y="4715280"/>
            <a:ext cx="339840" cy="180360"/>
            <a:chOff x="507960" y="4715280"/>
            <a:chExt cx="339840" cy="180360"/>
          </a:xfrm>
        </p:grpSpPr>
        <p:sp>
          <p:nvSpPr>
            <p:cNvPr id="3"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4"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5"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6"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7"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9"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0"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1"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2"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5"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6"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17" name="Picture 2" descr=""/>
          <p:cNvPicPr/>
          <p:nvPr/>
        </p:nvPicPr>
        <p:blipFill>
          <a:blip r:embed="rId2"/>
          <a:stretch/>
        </p:blipFill>
        <p:spPr>
          <a:xfrm>
            <a:off x="0" y="0"/>
            <a:ext cx="9143640" cy="5143320"/>
          </a:xfrm>
          <a:prstGeom prst="rect">
            <a:avLst/>
          </a:prstGeom>
          <a:ln w="0">
            <a:noFill/>
          </a:ln>
        </p:spPr>
      </p:pic>
      <p:sp>
        <p:nvSpPr>
          <p:cNvPr id="18" name="PlaceHolder 1"/>
          <p:cNvSpPr>
            <a:spLocks noGrp="1"/>
          </p:cNvSpPr>
          <p:nvPr>
            <p:ph type="body"/>
          </p:nvPr>
        </p:nvSpPr>
        <p:spPr>
          <a:xfrm>
            <a:off x="469440" y="404964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19" name="PlaceHolder 2"/>
          <p:cNvSpPr>
            <a:spLocks noGrp="1"/>
          </p:cNvSpPr>
          <p:nvPr>
            <p:ph type="body"/>
          </p:nvPr>
        </p:nvSpPr>
        <p:spPr>
          <a:xfrm>
            <a:off x="469440" y="4289400"/>
            <a:ext cx="4318920" cy="287640"/>
          </a:xfrm>
          <a:prstGeom prst="rect">
            <a:avLst/>
          </a:prstGeom>
          <a:noFill/>
          <a:ln w="0">
            <a:noFill/>
          </a:ln>
        </p:spPr>
        <p:txBody>
          <a:bodyPr anchor="t">
            <a:noAutofit/>
          </a:bodyPr>
          <a:p>
            <a:pPr>
              <a:lnSpc>
                <a:spcPct val="95000"/>
              </a:lnSpc>
              <a:spcBef>
                <a:spcPts val="1074"/>
              </a:spcBef>
              <a:buNone/>
              <a:tabLst>
                <a:tab algn="l" pos="0"/>
              </a:tabLst>
            </a:pPr>
            <a:r>
              <a:rPr b="0" lang="en-US" sz="1200" spc="-1" strike="noStrike">
                <a:solidFill>
                  <a:srgbClr val="38c6f4"/>
                </a:solidFill>
                <a:latin typeface="Arial"/>
              </a:rPr>
              <a:t>Click to edit Master text styles</a:t>
            </a:r>
            <a:endParaRPr b="0" lang="en-US" sz="1200" spc="-1" strike="noStrike">
              <a:solidFill>
                <a:srgbClr val="58585b"/>
              </a:solidFill>
              <a:latin typeface="Arial"/>
            </a:endParaRPr>
          </a:p>
        </p:txBody>
      </p:sp>
      <p:sp>
        <p:nvSpPr>
          <p:cNvPr id="20" name="PlaceHolder 3"/>
          <p:cNvSpPr>
            <a:spLocks noGrp="1"/>
          </p:cNvSpPr>
          <p:nvPr>
            <p:ph type="body"/>
          </p:nvPr>
        </p:nvSpPr>
        <p:spPr>
          <a:xfrm>
            <a:off x="463320" y="2872080"/>
            <a:ext cx="5924880" cy="298800"/>
          </a:xfrm>
          <a:prstGeom prst="rect">
            <a:avLst/>
          </a:prstGeom>
          <a:noFill/>
          <a:ln w="0">
            <a:noFill/>
          </a:ln>
        </p:spPr>
        <p:txBody>
          <a:bodyPr anchor="t">
            <a:noAutofit/>
          </a:bodyPr>
          <a:p>
            <a:pPr>
              <a:lnSpc>
                <a:spcPct val="95000"/>
              </a:lnSpc>
              <a:spcBef>
                <a:spcPts val="1074"/>
              </a:spcBef>
              <a:buNone/>
              <a:tabLst>
                <a:tab algn="l" pos="0"/>
              </a:tabLst>
            </a:pPr>
            <a:r>
              <a:rPr b="0" lang="en-US" sz="2000" spc="-1" strike="noStrike">
                <a:solidFill>
                  <a:srgbClr val="81c569"/>
                </a:solidFill>
                <a:latin typeface="Arial"/>
                <a:ea typeface="ＭＳ Ｐゴシック"/>
              </a:rPr>
              <a:t>Click to edit Master text styles</a:t>
            </a:r>
            <a:endParaRPr b="0" lang="en-US" sz="2000" spc="-1" strike="noStrike">
              <a:solidFill>
                <a:srgbClr val="58585b"/>
              </a:solidFill>
              <a:latin typeface="Arial"/>
            </a:endParaRPr>
          </a:p>
        </p:txBody>
      </p:sp>
      <p:sp>
        <p:nvSpPr>
          <p:cNvPr id="21" name="PlaceHolder 4"/>
          <p:cNvSpPr>
            <a:spLocks noGrp="1"/>
          </p:cNvSpPr>
          <p:nvPr>
            <p:ph type="title"/>
          </p:nvPr>
        </p:nvSpPr>
        <p:spPr>
          <a:xfrm>
            <a:off x="425880" y="2300760"/>
            <a:ext cx="5955120" cy="644400"/>
          </a:xfrm>
          <a:prstGeom prst="rect">
            <a:avLst/>
          </a:prstGeom>
          <a:noFill/>
          <a:ln w="0">
            <a:noFill/>
          </a:ln>
        </p:spPr>
        <p:txBody>
          <a:bodyPr numCol="1" spcCol="0" anchor="b">
            <a:noAutofit/>
          </a:bodyPr>
          <a:p>
            <a:pPr>
              <a:lnSpc>
                <a:spcPct val="90000"/>
              </a:lnSpc>
              <a:buNone/>
              <a:tabLst>
                <a:tab algn="l" pos="0"/>
              </a:tabLst>
            </a:pPr>
            <a:r>
              <a:rPr b="0" lang="en-US" sz="3600" spc="-1" strike="noStrike">
                <a:solidFill>
                  <a:srgbClr val="38c6f4"/>
                </a:solidFill>
                <a:latin typeface="Arial"/>
                <a:ea typeface="ＭＳ Ｐゴシック"/>
              </a:rPr>
              <a:t>Click to edit Master title style</a:t>
            </a:r>
            <a:endParaRPr b="0" lang="en-US" sz="3600" spc="-1" strike="noStrike">
              <a:solidFill>
                <a:srgbClr val="58585b"/>
              </a:solidFill>
              <a:latin typeface="Arial"/>
            </a:endParaRPr>
          </a:p>
        </p:txBody>
      </p:sp>
      <p:grpSp>
        <p:nvGrpSpPr>
          <p:cNvPr id="22" name="Group 4"/>
          <p:cNvGrpSpPr/>
          <p:nvPr/>
        </p:nvGrpSpPr>
        <p:grpSpPr>
          <a:xfrm>
            <a:off x="492120" y="395280"/>
            <a:ext cx="796680" cy="423360"/>
            <a:chOff x="492120" y="395280"/>
            <a:chExt cx="796680" cy="423360"/>
          </a:xfrm>
        </p:grpSpPr>
        <p:sp>
          <p:nvSpPr>
            <p:cNvPr id="23" name="Rectangle 5"/>
            <p:cNvSpPr/>
            <p:nvPr/>
          </p:nvSpPr>
          <p:spPr>
            <a:xfrm>
              <a:off x="717480" y="676440"/>
              <a:ext cx="34560" cy="139320"/>
            </a:xfrm>
            <a:prstGeom prst="rect">
              <a:avLst/>
            </a:prstGeom>
            <a:solidFill>
              <a:schemeClr val="accent5"/>
            </a:solidFill>
            <a:ln w="0">
              <a:noFill/>
            </a:ln>
          </p:spPr>
          <p:style>
            <a:lnRef idx="0"/>
            <a:fillRef idx="0"/>
            <a:effectRef idx="0"/>
            <a:fontRef idx="minor"/>
          </p:style>
        </p:sp>
        <p:sp>
          <p:nvSpPr>
            <p:cNvPr id="24" name="Freeform 6"/>
            <p:cNvSpPr/>
            <p:nvPr/>
          </p:nvSpPr>
          <p:spPr>
            <a:xfrm>
              <a:off x="928800" y="674640"/>
              <a:ext cx="104400" cy="1440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5" name="Freeform 7"/>
            <p:cNvSpPr/>
            <p:nvPr/>
          </p:nvSpPr>
          <p:spPr>
            <a:xfrm>
              <a:off x="563400" y="674640"/>
              <a:ext cx="105840" cy="1440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6" name="Freeform 8"/>
            <p:cNvSpPr/>
            <p:nvPr/>
          </p:nvSpPr>
          <p:spPr>
            <a:xfrm>
              <a:off x="1071720" y="674640"/>
              <a:ext cx="144000" cy="1440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7" name="Freeform 9"/>
            <p:cNvSpPr/>
            <p:nvPr/>
          </p:nvSpPr>
          <p:spPr>
            <a:xfrm>
              <a:off x="798480" y="674640"/>
              <a:ext cx="95040" cy="1440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8" name="Freeform 10"/>
            <p:cNvSpPr/>
            <p:nvPr/>
          </p:nvSpPr>
          <p:spPr>
            <a:xfrm>
              <a:off x="49212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9" name="Freeform 11"/>
            <p:cNvSpPr/>
            <p:nvPr/>
          </p:nvSpPr>
          <p:spPr>
            <a:xfrm>
              <a:off x="58752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0" name="Freeform 12"/>
            <p:cNvSpPr/>
            <p:nvPr/>
          </p:nvSpPr>
          <p:spPr>
            <a:xfrm>
              <a:off x="682560" y="395280"/>
              <a:ext cx="34560" cy="22032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1" name="Freeform 13"/>
            <p:cNvSpPr/>
            <p:nvPr/>
          </p:nvSpPr>
          <p:spPr>
            <a:xfrm>
              <a:off x="777960" y="461880"/>
              <a:ext cx="34560" cy="1188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2" name="Freeform 14"/>
            <p:cNvSpPr/>
            <p:nvPr/>
          </p:nvSpPr>
          <p:spPr>
            <a:xfrm>
              <a:off x="873000" y="509760"/>
              <a:ext cx="34560" cy="709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33" name="Freeform 15"/>
            <p:cNvSpPr/>
            <p:nvPr/>
          </p:nvSpPr>
          <p:spPr>
            <a:xfrm>
              <a:off x="96840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4" name="Freeform 16"/>
            <p:cNvSpPr/>
            <p:nvPr/>
          </p:nvSpPr>
          <p:spPr>
            <a:xfrm>
              <a:off x="1063800" y="395280"/>
              <a:ext cx="34560" cy="22032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35" name="Freeform 17"/>
            <p:cNvSpPr/>
            <p:nvPr/>
          </p:nvSpPr>
          <p:spPr>
            <a:xfrm>
              <a:off x="1158840" y="461880"/>
              <a:ext cx="34560" cy="1188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36" name="Freeform 18"/>
            <p:cNvSpPr/>
            <p:nvPr/>
          </p:nvSpPr>
          <p:spPr>
            <a:xfrm>
              <a:off x="1254240" y="509760"/>
              <a:ext cx="34560" cy="709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94BAE94D-7B6D-4940-8A4D-460FCD8D2711}" type="slidenum">
              <a:rPr b="0" lang="en-US" sz="600" spc="-1" strike="noStrike">
                <a:solidFill>
                  <a:srgbClr val="d9d9d9"/>
                </a:solidFill>
                <a:latin typeface="Arial"/>
              </a:rPr>
              <a:t>&lt;number&gt;</a:t>
            </a:fld>
            <a:endParaRPr b="0" lang="en-JM" sz="600" spc="-1" strike="noStrike">
              <a:latin typeface="Arial"/>
            </a:endParaRPr>
          </a:p>
        </p:txBody>
      </p:sp>
      <p:sp>
        <p:nvSpPr>
          <p:cNvPr id="74" name="Rectangle 4"/>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75" name="Group 4"/>
          <p:cNvGrpSpPr/>
          <p:nvPr/>
        </p:nvGrpSpPr>
        <p:grpSpPr>
          <a:xfrm>
            <a:off x="507960" y="4715280"/>
            <a:ext cx="339840" cy="180360"/>
            <a:chOff x="507960" y="4715280"/>
            <a:chExt cx="339840" cy="180360"/>
          </a:xfrm>
        </p:grpSpPr>
        <p:sp>
          <p:nvSpPr>
            <p:cNvPr id="76"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77"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8"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79"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80"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81"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2"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3"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4"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5"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86"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7"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88"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89"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90" name="PlaceHolder 1"/>
          <p:cNvSpPr>
            <a:spLocks noGrp="1"/>
          </p:cNvSpPr>
          <p:nvPr>
            <p:ph type="sldNum"/>
          </p:nvPr>
        </p:nvSpPr>
        <p:spPr>
          <a:xfrm>
            <a:off x="8473320" y="4954320"/>
            <a:ext cx="676440" cy="189000"/>
          </a:xfrm>
          <a:prstGeom prst="rect">
            <a:avLst/>
          </a:prstGeom>
          <a:noFill/>
          <a:ln w="0">
            <a:noFill/>
          </a:ln>
        </p:spPr>
        <p:txBody>
          <a:bodyPr anchor="ctr">
            <a:noAutofit/>
          </a:bodyPr>
          <a:p>
            <a:pPr algn="r">
              <a:lnSpc>
                <a:spcPct val="100000"/>
              </a:lnSpc>
              <a:buNone/>
            </a:pPr>
            <a:fld id="{E98466D0-4465-464F-A139-69CCDC3E08BC}" type="slidenum">
              <a:rPr b="0" lang="en-US" sz="530" spc="-1" strike="noStrike">
                <a:solidFill>
                  <a:srgbClr val="595959"/>
                </a:solidFill>
                <a:latin typeface="Arial"/>
                <a:ea typeface="ＭＳ Ｐゴシック"/>
              </a:rPr>
              <a:t>&lt;number&gt;</a:t>
            </a:fld>
            <a:endParaRPr b="0" lang="en-JM" sz="530" spc="-1" strike="noStrike">
              <a:latin typeface="Times New Roman"/>
            </a:endParaRPr>
          </a:p>
        </p:txBody>
      </p:sp>
      <p:sp>
        <p:nvSpPr>
          <p:cNvPr id="91" name="PlaceHolder 2"/>
          <p:cNvSpPr>
            <a:spLocks noGrp="1"/>
          </p:cNvSpPr>
          <p:nvPr>
            <p:ph type="body"/>
          </p:nvPr>
        </p:nvSpPr>
        <p:spPr>
          <a:xfrm>
            <a:off x="144000" y="798840"/>
            <a:ext cx="8852760" cy="415512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Wingdings" charset="2"/>
              <a:buChar char=""/>
            </a:pPr>
            <a:r>
              <a:rPr b="0" lang="en-US" sz="1500" spc="-1" strike="noStrike">
                <a:solidFill>
                  <a:srgbClr val="000000"/>
                </a:solidFill>
                <a:latin typeface="Arial"/>
                <a:ea typeface="ＭＳ Ｐゴシック"/>
              </a:rPr>
              <a:t>Click to edit Master text styles</a:t>
            </a:r>
            <a:endParaRPr b="0" lang="en-US" sz="1500" spc="-1" strike="noStrike">
              <a:solidFill>
                <a:srgbClr val="58585b"/>
              </a:solidFill>
              <a:latin typeface="Arial"/>
            </a:endParaRPr>
          </a:p>
          <a:p>
            <a:pPr lvl="1" marL="358920" indent="-216000">
              <a:lnSpc>
                <a:spcPct val="100000"/>
              </a:lnSpc>
              <a:spcBef>
                <a:spcPts val="300"/>
              </a:spcBef>
              <a:spcAft>
                <a:spcPts val="300"/>
              </a:spcAft>
              <a:buClr>
                <a:srgbClr val="58585b"/>
              </a:buClr>
              <a:buFont typeface="Arial"/>
              <a:buChar char="•"/>
            </a:pPr>
            <a:r>
              <a:rPr b="0" lang="en-US" sz="1400" spc="-1" strike="noStrike">
                <a:solidFill>
                  <a:srgbClr val="000000"/>
                </a:solidFill>
                <a:latin typeface="Arial"/>
                <a:ea typeface="ＭＳ Ｐゴシック"/>
              </a:rPr>
              <a:t>Second level</a:t>
            </a:r>
            <a:endParaRPr b="0" lang="en-US" sz="14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0" lang="en-US" sz="1200" spc="-1" strike="noStrike">
                <a:solidFill>
                  <a:srgbClr val="000000"/>
                </a:solidFill>
                <a:latin typeface="Arial"/>
                <a:ea typeface="ＭＳ Ｐゴシック"/>
              </a:rPr>
              <a:t>Third level</a:t>
            </a:r>
            <a:endParaRPr b="0" lang="en-US" sz="1200" spc="-1" strike="noStrike">
              <a:solidFill>
                <a:srgbClr val="58585b"/>
              </a:solidFill>
              <a:latin typeface="Arial"/>
            </a:endParaRPr>
          </a:p>
          <a:p>
            <a:pPr lvl="3" marL="503280" indent="-169920">
              <a:lnSpc>
                <a:spcPct val="100000"/>
              </a:lnSpc>
              <a:spcBef>
                <a:spcPts val="300"/>
              </a:spcBef>
              <a:spcAft>
                <a:spcPts val="300"/>
              </a:spcAft>
              <a:buClr>
                <a:srgbClr val="000000"/>
              </a:buClr>
              <a:buFont typeface="Arial"/>
              <a:buChar char="•"/>
            </a:pPr>
            <a:r>
              <a:rPr b="0" lang="en-US" sz="1100" spc="-1" strike="noStrike">
                <a:solidFill>
                  <a:srgbClr val="000000"/>
                </a:solidFill>
                <a:latin typeface="Arial"/>
                <a:ea typeface="ＭＳ Ｐゴシック"/>
              </a:rPr>
              <a:t>Fourth level</a:t>
            </a:r>
            <a:endParaRPr b="0" lang="en-US" sz="1100" spc="-1" strike="noStrike">
              <a:solidFill>
                <a:srgbClr val="58585b"/>
              </a:solidFill>
              <a:latin typeface="Arial"/>
            </a:endParaRPr>
          </a:p>
        </p:txBody>
      </p:sp>
      <p:sp>
        <p:nvSpPr>
          <p:cNvPr id="92" name="PlaceHolder 3"/>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Click to edit Master title style</a:t>
            </a:r>
            <a:endParaRPr b="0" lang="en-US" sz="24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5C114483-3934-4BDF-A269-AC369A80BF8A}" type="slidenum">
              <a:rPr b="0" lang="en-US" sz="600" spc="-1" strike="noStrike">
                <a:solidFill>
                  <a:srgbClr val="d9d9d9"/>
                </a:solidFill>
                <a:latin typeface="Arial"/>
              </a:rPr>
              <a:t>&lt;number&gt;</a:t>
            </a:fld>
            <a:endParaRPr b="0" lang="en-JM" sz="600" spc="-1" strike="noStrike">
              <a:latin typeface="Arial"/>
            </a:endParaRPr>
          </a:p>
        </p:txBody>
      </p:sp>
      <p:sp>
        <p:nvSpPr>
          <p:cNvPr id="130" name="Rectangle 4" hidden="1"/>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131" name="Group 4"/>
          <p:cNvGrpSpPr/>
          <p:nvPr/>
        </p:nvGrpSpPr>
        <p:grpSpPr>
          <a:xfrm>
            <a:off x="507960" y="4715280"/>
            <a:ext cx="339840" cy="180360"/>
            <a:chOff x="507960" y="4715280"/>
            <a:chExt cx="339840" cy="180360"/>
          </a:xfrm>
        </p:grpSpPr>
        <p:sp>
          <p:nvSpPr>
            <p:cNvPr id="132"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133"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4"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135"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136"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137"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38"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39"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0"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1"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142"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3"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144"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145"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146" name="Rectangle 6"/>
          <p:cNvSpPr/>
          <p:nvPr/>
        </p:nvSpPr>
        <p:spPr>
          <a:xfrm>
            <a:off x="0" y="0"/>
            <a:ext cx="9143640" cy="5142960"/>
          </a:xfrm>
          <a:prstGeom prst="rect">
            <a:avLst/>
          </a:prstGeom>
          <a:solidFill>
            <a:srgbClr val="00394f"/>
          </a:solidFill>
          <a:ln>
            <a:noFill/>
          </a:ln>
        </p:spPr>
        <p:style>
          <a:lnRef idx="2">
            <a:schemeClr val="accent1">
              <a:shade val="50000"/>
            </a:schemeClr>
          </a:lnRef>
          <a:fillRef idx="1">
            <a:schemeClr val="accent1"/>
          </a:fillRef>
          <a:effectRef idx="0">
            <a:schemeClr val="accent1"/>
          </a:effectRef>
          <a:fontRef idx="minor"/>
        </p:style>
      </p:sp>
      <p:sp>
        <p:nvSpPr>
          <p:cNvPr id="147" name="PlaceHolder 1"/>
          <p:cNvSpPr>
            <a:spLocks noGrp="1"/>
          </p:cNvSpPr>
          <p:nvPr>
            <p:ph type="title"/>
          </p:nvPr>
        </p:nvSpPr>
        <p:spPr>
          <a:xfrm>
            <a:off x="416520" y="915480"/>
            <a:ext cx="7597800" cy="256968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38c6f4"/>
                </a:solidFill>
                <a:latin typeface="Arial"/>
                <a:ea typeface="ＭＳ Ｐゴシック"/>
              </a:rPr>
              <a:t>Click to edit Master title style</a:t>
            </a:r>
            <a:endParaRPr b="0" lang="en-US" sz="4600" spc="-1" strike="noStrike">
              <a:solidFill>
                <a:srgbClr val="58585b"/>
              </a:solidFill>
              <a:latin typeface="Arial"/>
            </a:endParaRPr>
          </a:p>
        </p:txBody>
      </p:sp>
      <p:sp>
        <p:nvSpPr>
          <p:cNvPr id="148" name="Rectangle 7"/>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1826E084-C063-454F-839D-B0A5F9F895F2}" type="slidenum">
              <a:rPr b="0" lang="en-US" sz="600" spc="-1" strike="noStrike">
                <a:solidFill>
                  <a:srgbClr val="086d8e"/>
                </a:solidFill>
                <a:latin typeface="Arial"/>
              </a:rPr>
              <a:t>&lt;number&gt;</a:t>
            </a:fld>
            <a:endParaRPr b="0" lang="en-JM" sz="600" spc="-1" strike="noStrike">
              <a:latin typeface="Arial"/>
            </a:endParaRPr>
          </a:p>
        </p:txBody>
      </p:sp>
      <p:sp>
        <p:nvSpPr>
          <p:cNvPr id="149" name="Rectangle 4"/>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086d8e"/>
                </a:solidFill>
                <a:latin typeface="Arial"/>
              </a:rPr>
              <a:t>© 2016  Cisco and/or its affiliates. All rights reserved.   Cisco Confidential</a:t>
            </a:r>
            <a:endParaRPr b="0" lang="en-JM" sz="600" spc="-1" strike="noStrike">
              <a:latin typeface="Arial"/>
            </a:endParaRPr>
          </a:p>
        </p:txBody>
      </p:sp>
      <p:grpSp>
        <p:nvGrpSpPr>
          <p:cNvPr id="150" name="Group 4"/>
          <p:cNvGrpSpPr/>
          <p:nvPr/>
        </p:nvGrpSpPr>
        <p:grpSpPr>
          <a:xfrm>
            <a:off x="507960" y="4715280"/>
            <a:ext cx="339840" cy="180360"/>
            <a:chOff x="507960" y="4715280"/>
            <a:chExt cx="339840" cy="180360"/>
          </a:xfrm>
        </p:grpSpPr>
        <p:sp>
          <p:nvSpPr>
            <p:cNvPr id="151" name="Rectangle 5"/>
            <p:cNvSpPr/>
            <p:nvPr/>
          </p:nvSpPr>
          <p:spPr>
            <a:xfrm>
              <a:off x="604440" y="4835160"/>
              <a:ext cx="14400" cy="59400"/>
            </a:xfrm>
            <a:prstGeom prst="rect">
              <a:avLst/>
            </a:prstGeom>
            <a:solidFill>
              <a:srgbClr val="086d8e"/>
            </a:solidFill>
            <a:ln w="0">
              <a:noFill/>
            </a:ln>
          </p:spPr>
          <p:style>
            <a:lnRef idx="0"/>
            <a:fillRef idx="0"/>
            <a:effectRef idx="0"/>
            <a:fontRef idx="minor"/>
          </p:style>
        </p:sp>
        <p:sp>
          <p:nvSpPr>
            <p:cNvPr id="152"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3"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w="0">
              <a:noFill/>
            </a:ln>
          </p:spPr>
          <p:style>
            <a:lnRef idx="0"/>
            <a:fillRef idx="0"/>
            <a:effectRef idx="0"/>
            <a:fontRef idx="minor"/>
          </p:style>
        </p:sp>
        <p:sp>
          <p:nvSpPr>
            <p:cNvPr id="154"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w="0">
              <a:noFill/>
            </a:ln>
          </p:spPr>
          <p:style>
            <a:lnRef idx="0"/>
            <a:fillRef idx="0"/>
            <a:effectRef idx="0"/>
            <a:fontRef idx="minor"/>
          </p:style>
        </p:sp>
        <p:sp>
          <p:nvSpPr>
            <p:cNvPr id="155"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w="0">
              <a:noFill/>
            </a:ln>
          </p:spPr>
          <p:style>
            <a:lnRef idx="0"/>
            <a:fillRef idx="0"/>
            <a:effectRef idx="0"/>
            <a:fontRef idx="minor"/>
          </p:style>
        </p:sp>
        <p:sp>
          <p:nvSpPr>
            <p:cNvPr id="156"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57"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58"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59"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0"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w="0">
              <a:noFill/>
            </a:ln>
          </p:spPr>
          <p:style>
            <a:lnRef idx="0"/>
            <a:fillRef idx="0"/>
            <a:effectRef idx="0"/>
            <a:fontRef idx="minor"/>
          </p:style>
        </p:sp>
        <p:sp>
          <p:nvSpPr>
            <p:cNvPr id="161"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2"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w="0">
              <a:noFill/>
            </a:ln>
          </p:spPr>
          <p:style>
            <a:lnRef idx="0"/>
            <a:fillRef idx="0"/>
            <a:effectRef idx="0"/>
            <a:fontRef idx="minor"/>
          </p:style>
        </p:sp>
        <p:sp>
          <p:nvSpPr>
            <p:cNvPr id="163"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w="0">
              <a:noFill/>
            </a:ln>
          </p:spPr>
          <p:style>
            <a:lnRef idx="0"/>
            <a:fillRef idx="0"/>
            <a:effectRef idx="0"/>
            <a:fontRef idx="minor"/>
          </p:style>
        </p:sp>
        <p:sp>
          <p:nvSpPr>
            <p:cNvPr id="164"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w="0">
              <a:noFill/>
            </a:ln>
          </p:spPr>
          <p:style>
            <a:lnRef idx="0"/>
            <a:fillRef idx="0"/>
            <a:effectRef idx="0"/>
            <a:fontRef idx="minor"/>
          </p:style>
        </p:sp>
      </p:grpSp>
      <p:sp>
        <p:nvSpPr>
          <p:cNvPr id="16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38c6f4"/>
        </a:solidFill>
      </p:bgPr>
    </p:bg>
    <p:spTree>
      <p:nvGrpSpPr>
        <p:cNvPr id="1" name=""/>
        <p:cNvGrpSpPr/>
        <p:nvPr/>
      </p:nvGrpSpPr>
      <p:grpSpPr>
        <a:xfrm>
          <a:off x="0" y="0"/>
          <a:ext cx="0" cy="0"/>
          <a:chOff x="0" y="0"/>
          <a:chExt cx="0" cy="0"/>
        </a:xfrm>
      </p:grpSpPr>
      <p:sp>
        <p:nvSpPr>
          <p:cNvPr id="202" name="Rectangle 7" hidden="1"/>
          <p:cNvSpPr/>
          <p:nvPr/>
        </p:nvSpPr>
        <p:spPr>
          <a:xfrm>
            <a:off x="8389080" y="4743360"/>
            <a:ext cx="471600" cy="153720"/>
          </a:xfrm>
          <a:prstGeom prst="rect">
            <a:avLst/>
          </a:prstGeom>
          <a:noFill/>
          <a:ln w="9525">
            <a:noFill/>
          </a:ln>
        </p:spPr>
        <p:style>
          <a:lnRef idx="0"/>
          <a:fillRef idx="0"/>
          <a:effectRef idx="0"/>
          <a:fontRef idx="minor"/>
        </p:style>
        <p:txBody>
          <a:bodyPr wrap="none" lIns="61560" rIns="61560" tIns="30960" bIns="30960" anchor="b">
            <a:spAutoFit/>
          </a:bodyPr>
          <a:p>
            <a:pPr algn="r">
              <a:lnSpc>
                <a:spcPct val="100000"/>
              </a:lnSpc>
              <a:buNone/>
            </a:pPr>
            <a:fld id="{90EB4C92-7B80-4AA6-8795-74CE601F6621}" type="slidenum">
              <a:rPr b="0" lang="en-US" sz="600" spc="-1" strike="noStrike">
                <a:solidFill>
                  <a:srgbClr val="d9d9d9"/>
                </a:solidFill>
                <a:latin typeface="Arial"/>
              </a:rPr>
              <a:t>&lt;number&gt;</a:t>
            </a:fld>
            <a:endParaRPr b="0" lang="en-JM" sz="600" spc="-1" strike="noStrike">
              <a:latin typeface="Arial"/>
            </a:endParaRPr>
          </a:p>
        </p:txBody>
      </p:sp>
      <p:sp>
        <p:nvSpPr>
          <p:cNvPr id="203" name="Rectangle 4" hidden="1"/>
          <p:cNvSpPr/>
          <p:nvPr/>
        </p:nvSpPr>
        <p:spPr>
          <a:xfrm>
            <a:off x="5867640" y="4741920"/>
            <a:ext cx="2657520" cy="153720"/>
          </a:xfrm>
          <a:prstGeom prst="rect">
            <a:avLst/>
          </a:prstGeom>
          <a:noFill/>
          <a:ln w="9525">
            <a:noFill/>
          </a:ln>
        </p:spPr>
        <p:style>
          <a:lnRef idx="0"/>
          <a:fillRef idx="0"/>
          <a:effectRef idx="0"/>
          <a:fontRef idx="minor"/>
        </p:style>
        <p:txBody>
          <a:bodyPr lIns="61560" rIns="61560" tIns="30960" bIns="30960" anchor="b">
            <a:spAutoFit/>
          </a:bodyPr>
          <a:p>
            <a:pPr>
              <a:lnSpc>
                <a:spcPct val="100000"/>
              </a:lnSpc>
              <a:buNone/>
            </a:pPr>
            <a:r>
              <a:rPr b="0" lang="en-US" sz="600" spc="-1" strike="noStrike">
                <a:solidFill>
                  <a:srgbClr val="d9d9d9"/>
                </a:solidFill>
                <a:latin typeface="Arial"/>
              </a:rPr>
              <a:t>© 2019  Cisco and/or its affiliates. All rights reserved.   Cisco Confidential</a:t>
            </a:r>
            <a:endParaRPr b="0" lang="en-JM" sz="600" spc="-1" strike="noStrike">
              <a:latin typeface="Arial"/>
            </a:endParaRPr>
          </a:p>
        </p:txBody>
      </p:sp>
      <p:grpSp>
        <p:nvGrpSpPr>
          <p:cNvPr id="204" name="Group 4"/>
          <p:cNvGrpSpPr/>
          <p:nvPr/>
        </p:nvGrpSpPr>
        <p:grpSpPr>
          <a:xfrm>
            <a:off x="507960" y="4715280"/>
            <a:ext cx="339840" cy="180360"/>
            <a:chOff x="507960" y="4715280"/>
            <a:chExt cx="339840" cy="180360"/>
          </a:xfrm>
        </p:grpSpPr>
        <p:sp>
          <p:nvSpPr>
            <p:cNvPr id="205" name="Rectangle 5"/>
            <p:cNvSpPr/>
            <p:nvPr/>
          </p:nvSpPr>
          <p:spPr>
            <a:xfrm>
              <a:off x="604440" y="4835160"/>
              <a:ext cx="14400" cy="59400"/>
            </a:xfrm>
            <a:prstGeom prst="rect">
              <a:avLst/>
            </a:prstGeom>
            <a:solidFill>
              <a:schemeClr val="accent5"/>
            </a:solidFill>
            <a:ln w="0">
              <a:noFill/>
            </a:ln>
          </p:spPr>
          <p:style>
            <a:lnRef idx="0"/>
            <a:fillRef idx="0"/>
            <a:effectRef idx="0"/>
            <a:fontRef idx="minor"/>
          </p:style>
        </p:sp>
        <p:sp>
          <p:nvSpPr>
            <p:cNvPr id="206" name="Freeform 6"/>
            <p:cNvSpPr/>
            <p:nvPr/>
          </p:nvSpPr>
          <p:spPr>
            <a:xfrm>
              <a:off x="694440" y="4834440"/>
              <a:ext cx="44280" cy="6120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7" name="Freeform 7"/>
            <p:cNvSpPr/>
            <p:nvPr/>
          </p:nvSpPr>
          <p:spPr>
            <a:xfrm>
              <a:off x="538560" y="4834440"/>
              <a:ext cx="45000" cy="6120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08" name="Freeform 8"/>
            <p:cNvSpPr/>
            <p:nvPr/>
          </p:nvSpPr>
          <p:spPr>
            <a:xfrm>
              <a:off x="755280" y="4834440"/>
              <a:ext cx="61200" cy="6120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09" name="Freeform 9"/>
            <p:cNvSpPr/>
            <p:nvPr/>
          </p:nvSpPr>
          <p:spPr>
            <a:xfrm>
              <a:off x="639000" y="4834440"/>
              <a:ext cx="40320" cy="6120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10" name="Freeform 10"/>
            <p:cNvSpPr/>
            <p:nvPr/>
          </p:nvSpPr>
          <p:spPr>
            <a:xfrm>
              <a:off x="50796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1" name="Freeform 11"/>
            <p:cNvSpPr/>
            <p:nvPr/>
          </p:nvSpPr>
          <p:spPr>
            <a:xfrm>
              <a:off x="54864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2" name="Freeform 12"/>
            <p:cNvSpPr/>
            <p:nvPr/>
          </p:nvSpPr>
          <p:spPr>
            <a:xfrm>
              <a:off x="589320" y="4715280"/>
              <a:ext cx="14400" cy="9396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3" name="Freeform 13"/>
            <p:cNvSpPr/>
            <p:nvPr/>
          </p:nvSpPr>
          <p:spPr>
            <a:xfrm>
              <a:off x="630000" y="4743720"/>
              <a:ext cx="14400" cy="504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4" name="Freeform 14"/>
            <p:cNvSpPr/>
            <p:nvPr/>
          </p:nvSpPr>
          <p:spPr>
            <a:xfrm>
              <a:off x="670680" y="4763880"/>
              <a:ext cx="14400" cy="3024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15" name="Freeform 15"/>
            <p:cNvSpPr/>
            <p:nvPr/>
          </p:nvSpPr>
          <p:spPr>
            <a:xfrm>
              <a:off x="71136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6" name="Freeform 16"/>
            <p:cNvSpPr/>
            <p:nvPr/>
          </p:nvSpPr>
          <p:spPr>
            <a:xfrm>
              <a:off x="752040" y="4715280"/>
              <a:ext cx="14400" cy="9396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17" name="Freeform 17"/>
            <p:cNvSpPr/>
            <p:nvPr/>
          </p:nvSpPr>
          <p:spPr>
            <a:xfrm>
              <a:off x="792720" y="4743720"/>
              <a:ext cx="14400" cy="504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18" name="Freeform 18"/>
            <p:cNvSpPr/>
            <p:nvPr/>
          </p:nvSpPr>
          <p:spPr>
            <a:xfrm>
              <a:off x="833400" y="4763880"/>
              <a:ext cx="14400" cy="3024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pic>
        <p:nvPicPr>
          <p:cNvPr id="219" name="Picture 1" descr=""/>
          <p:cNvPicPr/>
          <p:nvPr/>
        </p:nvPicPr>
        <p:blipFill>
          <a:blip r:embed="rId2"/>
          <a:stretch/>
        </p:blipFill>
        <p:spPr>
          <a:xfrm>
            <a:off x="0" y="0"/>
            <a:ext cx="9143640" cy="5165640"/>
          </a:xfrm>
          <a:prstGeom prst="rect">
            <a:avLst/>
          </a:prstGeom>
          <a:ln w="0">
            <a:noFill/>
          </a:ln>
        </p:spPr>
      </p:pic>
      <p:grpSp>
        <p:nvGrpSpPr>
          <p:cNvPr id="220" name="Group 4"/>
          <p:cNvGrpSpPr/>
          <p:nvPr/>
        </p:nvGrpSpPr>
        <p:grpSpPr>
          <a:xfrm>
            <a:off x="3746160" y="2129760"/>
            <a:ext cx="1617840" cy="860400"/>
            <a:chOff x="3746160" y="2129760"/>
            <a:chExt cx="1617840" cy="860400"/>
          </a:xfrm>
        </p:grpSpPr>
        <p:sp>
          <p:nvSpPr>
            <p:cNvPr id="221" name="Rectangle 5"/>
            <p:cNvSpPr/>
            <p:nvPr/>
          </p:nvSpPr>
          <p:spPr>
            <a:xfrm>
              <a:off x="4204080" y="2700360"/>
              <a:ext cx="70560" cy="283320"/>
            </a:xfrm>
            <a:prstGeom prst="rect">
              <a:avLst/>
            </a:prstGeom>
            <a:solidFill>
              <a:schemeClr val="accent5"/>
            </a:solidFill>
            <a:ln w="0">
              <a:noFill/>
            </a:ln>
          </p:spPr>
          <p:style>
            <a:lnRef idx="0"/>
            <a:fillRef idx="0"/>
            <a:effectRef idx="0"/>
            <a:fontRef idx="minor"/>
          </p:style>
        </p:sp>
        <p:sp>
          <p:nvSpPr>
            <p:cNvPr id="222" name="Freeform 6"/>
            <p:cNvSpPr/>
            <p:nvPr/>
          </p:nvSpPr>
          <p:spPr>
            <a:xfrm>
              <a:off x="4632480" y="2697120"/>
              <a:ext cx="212400" cy="293040"/>
            </a:xfrm>
            <a:custGeom>
              <a:avLst/>
              <a:gdLst/>
              <a:ahLst/>
              <a:rect l="l" t="t"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23" name="Freeform 7"/>
            <p:cNvSpPr/>
            <p:nvPr/>
          </p:nvSpPr>
          <p:spPr>
            <a:xfrm>
              <a:off x="3891240" y="2697120"/>
              <a:ext cx="215640" cy="293040"/>
            </a:xfrm>
            <a:custGeom>
              <a:avLst/>
              <a:gdLst/>
              <a:ahLst/>
              <a:rect l="l" t="t"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w="0">
              <a:noFill/>
            </a:ln>
          </p:spPr>
          <p:style>
            <a:lnRef idx="0"/>
            <a:fillRef idx="0"/>
            <a:effectRef idx="0"/>
            <a:fontRef idx="minor"/>
          </p:style>
        </p:sp>
        <p:sp>
          <p:nvSpPr>
            <p:cNvPr id="224" name="Freeform 8"/>
            <p:cNvSpPr/>
            <p:nvPr/>
          </p:nvSpPr>
          <p:spPr>
            <a:xfrm>
              <a:off x="4922640" y="2697120"/>
              <a:ext cx="293040" cy="293040"/>
            </a:xfrm>
            <a:custGeom>
              <a:avLst/>
              <a:gdLst/>
              <a:ahLst/>
              <a:rect l="l" t="t"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w="0">
              <a:noFill/>
            </a:ln>
          </p:spPr>
          <p:style>
            <a:lnRef idx="0"/>
            <a:fillRef idx="0"/>
            <a:effectRef idx="0"/>
            <a:fontRef idx="minor"/>
          </p:style>
        </p:sp>
        <p:sp>
          <p:nvSpPr>
            <p:cNvPr id="225" name="Freeform 9"/>
            <p:cNvSpPr/>
            <p:nvPr/>
          </p:nvSpPr>
          <p:spPr>
            <a:xfrm>
              <a:off x="4368240" y="2697120"/>
              <a:ext cx="192960" cy="293040"/>
            </a:xfrm>
            <a:custGeom>
              <a:avLst/>
              <a:gdLst/>
              <a:ahLst/>
              <a:rect l="l" t="t"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w="0">
              <a:noFill/>
            </a:ln>
          </p:spPr>
          <p:style>
            <a:lnRef idx="0"/>
            <a:fillRef idx="0"/>
            <a:effectRef idx="0"/>
            <a:fontRef idx="minor"/>
          </p:style>
        </p:sp>
        <p:sp>
          <p:nvSpPr>
            <p:cNvPr id="226" name="Freeform 10"/>
            <p:cNvSpPr/>
            <p:nvPr/>
          </p:nvSpPr>
          <p:spPr>
            <a:xfrm>
              <a:off x="374616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27" name="Freeform 11"/>
            <p:cNvSpPr/>
            <p:nvPr/>
          </p:nvSpPr>
          <p:spPr>
            <a:xfrm>
              <a:off x="393984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28" name="Freeform 12"/>
            <p:cNvSpPr/>
            <p:nvPr/>
          </p:nvSpPr>
          <p:spPr>
            <a:xfrm>
              <a:off x="4133160" y="2129760"/>
              <a:ext cx="70560" cy="447480"/>
            </a:xfrm>
            <a:custGeom>
              <a:avLst/>
              <a:gdLst/>
              <a:ahLst/>
              <a:rect l="l" t="t"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29" name="Freeform 13"/>
            <p:cNvSpPr/>
            <p:nvPr/>
          </p:nvSpPr>
          <p:spPr>
            <a:xfrm>
              <a:off x="4326480" y="2265120"/>
              <a:ext cx="70560" cy="241200"/>
            </a:xfrm>
            <a:custGeom>
              <a:avLst/>
              <a:gdLst/>
              <a:ahLst/>
              <a:rect l="l" t="t"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30" name="Freeform 14"/>
            <p:cNvSpPr/>
            <p:nvPr/>
          </p:nvSpPr>
          <p:spPr>
            <a:xfrm>
              <a:off x="4519800" y="2361960"/>
              <a:ext cx="70560" cy="144720"/>
            </a:xfrm>
            <a:custGeom>
              <a:avLst/>
              <a:gdLst/>
              <a:ahLst/>
              <a:rect l="l" t="t"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sp>
          <p:nvSpPr>
            <p:cNvPr id="231" name="Freeform 15"/>
            <p:cNvSpPr/>
            <p:nvPr/>
          </p:nvSpPr>
          <p:spPr>
            <a:xfrm>
              <a:off x="4713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32" name="Freeform 16"/>
            <p:cNvSpPr/>
            <p:nvPr/>
          </p:nvSpPr>
          <p:spPr>
            <a:xfrm>
              <a:off x="4906440" y="2129760"/>
              <a:ext cx="70560" cy="447480"/>
            </a:xfrm>
            <a:custGeom>
              <a:avLst/>
              <a:gdLst/>
              <a:ahLst/>
              <a:rect l="l" t="t"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w="0">
              <a:noFill/>
            </a:ln>
          </p:spPr>
          <p:style>
            <a:lnRef idx="0"/>
            <a:fillRef idx="0"/>
            <a:effectRef idx="0"/>
            <a:fontRef idx="minor"/>
          </p:style>
        </p:sp>
        <p:sp>
          <p:nvSpPr>
            <p:cNvPr id="233" name="Freeform 17"/>
            <p:cNvSpPr/>
            <p:nvPr/>
          </p:nvSpPr>
          <p:spPr>
            <a:xfrm>
              <a:off x="5100120" y="2265120"/>
              <a:ext cx="70560" cy="241200"/>
            </a:xfrm>
            <a:custGeom>
              <a:avLst/>
              <a:gdLst/>
              <a:ahLst/>
              <a:rect l="l" t="t"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w="0">
              <a:noFill/>
            </a:ln>
          </p:spPr>
          <p:style>
            <a:lnRef idx="0"/>
            <a:fillRef idx="0"/>
            <a:effectRef idx="0"/>
            <a:fontRef idx="minor"/>
          </p:style>
        </p:sp>
        <p:sp>
          <p:nvSpPr>
            <p:cNvPr id="234" name="Freeform 18"/>
            <p:cNvSpPr/>
            <p:nvPr/>
          </p:nvSpPr>
          <p:spPr>
            <a:xfrm>
              <a:off x="5293440" y="2361960"/>
              <a:ext cx="70560" cy="144720"/>
            </a:xfrm>
            <a:custGeom>
              <a:avLst/>
              <a:gdLst/>
              <a:ahLst/>
              <a:rect l="l" t="t"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w="0">
              <a:noFill/>
            </a:ln>
          </p:spPr>
          <p:style>
            <a:lnRef idx="0"/>
            <a:fillRef idx="0"/>
            <a:effectRef idx="0"/>
            <a:fontRef idx="minor"/>
          </p:style>
        </p:sp>
      </p:grpSp>
      <p:sp>
        <p:nvSpPr>
          <p:cNvPr id="23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US" sz="3200" spc="-1" strike="noStrike">
                <a:solidFill>
                  <a:srgbClr val="58585b"/>
                </a:solidFill>
                <a:latin typeface="Arial"/>
              </a:rPr>
              <a:t>Click to edit the title text format</a:t>
            </a:r>
            <a:endParaRPr b="0" lang="en-US" sz="3200" spc="-1" strike="noStrike">
              <a:solidFill>
                <a:srgbClr val="58585b"/>
              </a:solidFill>
              <a:latin typeface="Arial"/>
            </a:endParaRPr>
          </a:p>
        </p:txBody>
      </p:sp>
      <p:sp>
        <p:nvSpPr>
          <p:cNvPr id="23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500" spc="-1" strike="noStrike">
                <a:solidFill>
                  <a:srgbClr val="58585b"/>
                </a:solidFill>
                <a:latin typeface="Arial"/>
              </a:rPr>
              <a:t>Click to edit the outline text format</a:t>
            </a:r>
            <a:endParaRPr b="0" lang="en-US" sz="1500" spc="-1" strike="noStrike">
              <a:solidFill>
                <a:srgbClr val="58585b"/>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58585b"/>
                </a:solidFill>
                <a:latin typeface="Arial"/>
              </a:rPr>
              <a:t>Second Outline Level</a:t>
            </a:r>
            <a:endParaRPr b="0" lang="en-US" sz="1200" spc="-1" strike="noStrike">
              <a:solidFill>
                <a:srgbClr val="58585b"/>
              </a:solidFill>
              <a:latin typeface="Arial"/>
            </a:endParaRPr>
          </a:p>
          <a:p>
            <a:pPr lvl="2" marL="1296000" indent="-288000">
              <a:spcBef>
                <a:spcPts val="850"/>
              </a:spcBef>
              <a:buClr>
                <a:srgbClr val="000000"/>
              </a:buClr>
              <a:buSzPct val="45000"/>
              <a:buFont typeface="Wingdings" charset="2"/>
              <a:buChar char=""/>
            </a:pPr>
            <a:r>
              <a:rPr b="0" lang="en-US" sz="1100" spc="-1" strike="noStrike">
                <a:solidFill>
                  <a:srgbClr val="58585b"/>
                </a:solidFill>
                <a:latin typeface="Arial"/>
              </a:rPr>
              <a:t>Third Outline Level</a:t>
            </a:r>
            <a:endParaRPr b="0" lang="en-US" sz="1100" spc="-1" strike="noStrike">
              <a:solidFill>
                <a:srgbClr val="58585b"/>
              </a:solidFill>
              <a:latin typeface="Arial"/>
            </a:endParaRPr>
          </a:p>
          <a:p>
            <a:pPr lvl="3" marL="1728000" indent="-216000">
              <a:spcBef>
                <a:spcPts val="567"/>
              </a:spcBef>
              <a:buClr>
                <a:srgbClr val="000000"/>
              </a:buClr>
              <a:buSzPct val="75000"/>
              <a:buFont typeface="Symbol" charset="2"/>
              <a:buChar char=""/>
            </a:pPr>
            <a:r>
              <a:rPr b="0" lang="en-US" sz="1100" spc="-1" strike="noStrike">
                <a:solidFill>
                  <a:srgbClr val="58585b"/>
                </a:solidFill>
                <a:latin typeface="Arial"/>
              </a:rPr>
              <a:t>Fourth Outline Level</a:t>
            </a:r>
            <a:endParaRPr b="0" lang="en-US" sz="1100" spc="-1" strike="noStrike">
              <a:solidFill>
                <a:srgbClr val="58585b"/>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58585b"/>
                </a:solidFill>
                <a:latin typeface="Arial"/>
              </a:rPr>
              <a:t>Fifth Outline Level</a:t>
            </a:r>
            <a:endParaRPr b="0" lang="en-US" sz="2000" spc="-1" strike="noStrike">
              <a:solidFill>
                <a:srgbClr val="58585b"/>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58585b"/>
                </a:solidFill>
                <a:latin typeface="Arial"/>
              </a:rPr>
              <a:t>Sixth Outline Level</a:t>
            </a:r>
            <a:endParaRPr b="0" lang="en-US" sz="2000" spc="-1" strike="noStrike">
              <a:solidFill>
                <a:srgbClr val="58585b"/>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58585b"/>
                </a:solidFill>
                <a:latin typeface="Arial"/>
              </a:rPr>
              <a:t>Seventh Outline Level</a:t>
            </a:r>
            <a:endParaRPr b="0" lang="en-US" sz="2000" spc="-1" strike="noStrike">
              <a:solidFill>
                <a:srgbClr val="58585b"/>
              </a:solidFill>
              <a:latin typeface="Arial"/>
            </a:endParaRPr>
          </a:p>
        </p:txBody>
      </p:sp>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tif"/><Relationship Id="rId2" Type="http://schemas.openxmlformats.org/officeDocument/2006/relationships/slideLayout" Target="../slideLayouts/slideLayout13.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tif"/><Relationship Id="rId2" Type="http://schemas.openxmlformats.org/officeDocument/2006/relationships/slideLayout" Target="../slideLayouts/slideLayout13.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tif"/><Relationship Id="rId2" Type="http://schemas.openxmlformats.org/officeDocument/2006/relationships/slideLayout" Target="../slideLayouts/slideLayout13.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6.tif"/><Relationship Id="rId2" Type="http://schemas.openxmlformats.org/officeDocument/2006/relationships/slideLayout" Target="../slideLayouts/slideLayout13.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7.tif"/><Relationship Id="rId2" Type="http://schemas.openxmlformats.org/officeDocument/2006/relationships/slideLayout" Target="../slideLayouts/slideLayout1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8.tif"/><Relationship Id="rId2" Type="http://schemas.openxmlformats.org/officeDocument/2006/relationships/slideLayout" Target="../slideLayouts/slideLayout1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tif"/><Relationship Id="rId2" Type="http://schemas.openxmlformats.org/officeDocument/2006/relationships/slideLayout" Target="../slideLayouts/slideLayout13.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0.tif"/><Relationship Id="rId2" Type="http://schemas.openxmlformats.org/officeDocument/2006/relationships/image" Target="../media/image11.tif"/><Relationship Id="rId3" Type="http://schemas.openxmlformats.org/officeDocument/2006/relationships/slideLayout" Target="../slideLayouts/slideLayout13.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2.tif"/><Relationship Id="rId2" Type="http://schemas.openxmlformats.org/officeDocument/2006/relationships/slideLayout" Target="../slideLayouts/slideLayout13.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3.tif"/><Relationship Id="rId2" Type="http://schemas.openxmlformats.org/officeDocument/2006/relationships/slideLayout" Target="../slideLayouts/slideLayout13.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4.tif"/><Relationship Id="rId2" Type="http://schemas.openxmlformats.org/officeDocument/2006/relationships/slideLayout" Target="../slideLayouts/slideLayout13.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5.tif"/><Relationship Id="rId2" Type="http://schemas.openxmlformats.org/officeDocument/2006/relationships/slideLayout" Target="../slideLayouts/slideLayout13.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6.tif"/><Relationship Id="rId2" Type="http://schemas.openxmlformats.org/officeDocument/2006/relationships/slideLayout" Target="../slideLayouts/slideLayout13.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7.tif"/><Relationship Id="rId2" Type="http://schemas.openxmlformats.org/officeDocument/2006/relationships/slideLayout" Target="../slideLayouts/slideLayout13.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8.tif"/><Relationship Id="rId2" Type="http://schemas.openxmlformats.org/officeDocument/2006/relationships/image" Target="../media/image19.tif"/><Relationship Id="rId3" Type="http://schemas.openxmlformats.org/officeDocument/2006/relationships/image" Target="../media/image20.tif"/><Relationship Id="rId4" Type="http://schemas.openxmlformats.org/officeDocument/2006/relationships/slideLayout" Target="../slideLayouts/slideLayout13.xml"/><Relationship Id="rId5"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1.tif"/><Relationship Id="rId2" Type="http://schemas.openxmlformats.org/officeDocument/2006/relationships/slideLayout" Target="../slideLayouts/slideLayout13.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22.tif"/><Relationship Id="rId2" Type="http://schemas.openxmlformats.org/officeDocument/2006/relationships/slideLayout" Target="../slideLayouts/slideLayout13.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23.tif"/><Relationship Id="rId2" Type="http://schemas.openxmlformats.org/officeDocument/2006/relationships/slideLayout" Target="../slideLayouts/slideLayout13.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4.tif"/><Relationship Id="rId2" Type="http://schemas.openxmlformats.org/officeDocument/2006/relationships/slideLayout" Target="../slideLayouts/slideLayout13.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25.tif"/><Relationship Id="rId2" Type="http://schemas.openxmlformats.org/officeDocument/2006/relationships/slideLayout" Target="../slideLayouts/slideLayout13.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26.tif"/><Relationship Id="rId2" Type="http://schemas.openxmlformats.org/officeDocument/2006/relationships/slideLayout" Target="../slideLayouts/slideLayout13.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3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subTitle"/>
          </p:nvPr>
        </p:nvSpPr>
        <p:spPr>
          <a:xfrm>
            <a:off x="469440" y="3809520"/>
            <a:ext cx="2368440" cy="901800"/>
          </a:xfrm>
          <a:prstGeom prst="rect">
            <a:avLst/>
          </a:prstGeom>
          <a:noFill/>
          <a:ln w="0">
            <a:noFill/>
          </a:ln>
        </p:spPr>
        <p:txBody>
          <a:bodyPr anchor="b">
            <a:noAutofit/>
          </a:bodyPr>
          <a:p>
            <a:pPr>
              <a:lnSpc>
                <a:spcPct val="100000"/>
              </a:lnSpc>
              <a:buNone/>
              <a:tabLst>
                <a:tab algn="l" pos="0"/>
              </a:tabLst>
            </a:pPr>
            <a:r>
              <a:rPr b="0" lang="en-US" sz="1200" spc="-1" strike="noStrike">
                <a:solidFill>
                  <a:srgbClr val="afe8fb"/>
                </a:solidFill>
                <a:latin typeface="Arial"/>
              </a:rPr>
              <a:t>Introduction to Networks v7.0 (ITN)</a:t>
            </a:r>
            <a:endParaRPr b="0" lang="en-JM" sz="1200" spc="-1" strike="noStrike">
              <a:latin typeface="Arial"/>
            </a:endParaRPr>
          </a:p>
        </p:txBody>
      </p:sp>
      <p:sp>
        <p:nvSpPr>
          <p:cNvPr id="280" name="PlaceHolder 2"/>
          <p:cNvSpPr>
            <a:spLocks noGrp="1"/>
          </p:cNvSpPr>
          <p:nvPr>
            <p:ph type="title"/>
          </p:nvPr>
        </p:nvSpPr>
        <p:spPr>
          <a:xfrm>
            <a:off x="469440" y="2316600"/>
            <a:ext cx="6672240" cy="1079640"/>
          </a:xfrm>
          <a:prstGeom prst="rect">
            <a:avLst/>
          </a:prstGeom>
          <a:noFill/>
          <a:ln w="0">
            <a:noFill/>
          </a:ln>
        </p:spPr>
        <p:txBody>
          <a:bodyPr numCol="1" spcCol="0" anchor="b">
            <a:noAutofit/>
          </a:bodyPr>
          <a:p>
            <a:pPr>
              <a:lnSpc>
                <a:spcPct val="90000"/>
              </a:lnSpc>
              <a:buNone/>
              <a:tabLst>
                <a:tab algn="l" pos="0"/>
              </a:tabLst>
            </a:pPr>
            <a:r>
              <a:rPr b="0" lang="en-US" sz="3600" spc="-1" strike="noStrike">
                <a:solidFill>
                  <a:srgbClr val="afe8fb"/>
                </a:solidFill>
                <a:latin typeface="Arial"/>
                <a:ea typeface="ＭＳ Ｐゴシック"/>
              </a:rPr>
              <a:t>Module 15: Application Layer</a:t>
            </a:r>
            <a:br/>
            <a:endParaRPr b="0" lang="en-US" sz="3600" spc="-1" strike="noStrike">
              <a:solidFill>
                <a:srgbClr val="58585b"/>
              </a:solidFill>
              <a:latin typeface="Arial"/>
            </a:endParaRPr>
          </a:p>
        </p:txBody>
      </p:sp>
    </p:spTree>
  </p:cSld>
  <p:transition spd="slow">
    <p:wipe dir="l"/>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2400" spc="-1" strike="noStrike">
                <a:solidFill>
                  <a:srgbClr val="367187"/>
                </a:solidFill>
                <a:latin typeface="Arial"/>
                <a:ea typeface="ＭＳ Ｐゴシック"/>
              </a:rPr>
              <a:t>Module Objectives</a:t>
            </a:r>
            <a:endParaRPr b="0" lang="en-US" sz="2400" spc="-1" strike="noStrike">
              <a:solidFill>
                <a:srgbClr val="58585b"/>
              </a:solidFill>
              <a:latin typeface="Arial"/>
            </a:endParaRPr>
          </a:p>
        </p:txBody>
      </p:sp>
      <p:sp>
        <p:nvSpPr>
          <p:cNvPr id="282" name="PlaceHolder 2"/>
          <p:cNvSpPr>
            <a:spLocks noGrp="1"/>
          </p:cNvSpPr>
          <p:nvPr>
            <p:ph/>
          </p:nvPr>
        </p:nvSpPr>
        <p:spPr>
          <a:xfrm>
            <a:off x="0" y="710640"/>
            <a:ext cx="9006480" cy="757080"/>
          </a:xfrm>
          <a:prstGeom prst="rect">
            <a:avLst/>
          </a:prstGeom>
          <a:noFill/>
          <a:ln w="0">
            <a:noFill/>
          </a:ln>
        </p:spPr>
        <p:txBody>
          <a:bodyPr numCol="1" spcCol="0" rIns="182880" anchor="t">
            <a:noAutofit/>
          </a:bodyPr>
          <a:p>
            <a:pPr lvl="1" marL="474840" indent="-285840">
              <a:lnSpc>
                <a:spcPct val="100000"/>
              </a:lnSpc>
              <a:spcBef>
                <a:spcPts val="300"/>
              </a:spcBef>
              <a:spcAft>
                <a:spcPts val="300"/>
              </a:spcAft>
              <a:buClr>
                <a:srgbClr val="58585b"/>
              </a:buClr>
              <a:buFont typeface="Arial"/>
              <a:buChar char="•"/>
            </a:pPr>
            <a:r>
              <a:rPr b="1" lang="en-US" sz="1400" spc="-1" strike="noStrike">
                <a:solidFill>
                  <a:srgbClr val="000000"/>
                </a:solidFill>
                <a:latin typeface="Arial"/>
                <a:ea typeface="ＭＳ Ｐゴシック"/>
              </a:rPr>
              <a:t>Module Title</a:t>
            </a:r>
            <a:r>
              <a:rPr b="0" lang="en-US" sz="1400" spc="-1" strike="noStrike">
                <a:solidFill>
                  <a:srgbClr val="000000"/>
                </a:solidFill>
                <a:latin typeface="Arial"/>
                <a:ea typeface="ＭＳ Ｐゴシック"/>
              </a:rPr>
              <a:t>: Application Layer</a:t>
            </a:r>
            <a:endParaRPr b="0" lang="en-US" sz="1400" spc="-1" strike="noStrike">
              <a:solidFill>
                <a:srgbClr val="58585b"/>
              </a:solidFill>
              <a:latin typeface="Arial"/>
            </a:endParaRPr>
          </a:p>
          <a:p>
            <a:pPr lvl="1" marL="474840" indent="-285840">
              <a:lnSpc>
                <a:spcPct val="100000"/>
              </a:lnSpc>
              <a:spcBef>
                <a:spcPts val="300"/>
              </a:spcBef>
              <a:spcAft>
                <a:spcPts val="300"/>
              </a:spcAft>
              <a:buClr>
                <a:srgbClr val="58585b"/>
              </a:buClr>
              <a:buFont typeface="Arial"/>
              <a:buChar char="•"/>
            </a:pPr>
            <a:r>
              <a:rPr b="1" lang="en-US" sz="1400" spc="-1" strike="noStrike">
                <a:solidFill>
                  <a:srgbClr val="000000"/>
                </a:solidFill>
                <a:latin typeface="Arial"/>
                <a:ea typeface="ＭＳ Ｐゴシック"/>
              </a:rPr>
              <a:t>Module Objective</a:t>
            </a:r>
            <a:r>
              <a:rPr b="0" lang="en-US" sz="1400" spc="-1" strike="noStrike">
                <a:solidFill>
                  <a:srgbClr val="000000"/>
                </a:solidFill>
                <a:latin typeface="Arial"/>
                <a:ea typeface="ＭＳ Ｐゴシック"/>
              </a:rPr>
              <a:t>: Explain the operation of application layer protocols in providing support to end-user applications.</a:t>
            </a:r>
            <a:endParaRPr b="0" lang="en-US" sz="1400" spc="-1" strike="noStrike">
              <a:solidFill>
                <a:srgbClr val="58585b"/>
              </a:solidFill>
              <a:latin typeface="Arial"/>
            </a:endParaRPr>
          </a:p>
          <a:p>
            <a:pPr marL="327960">
              <a:lnSpc>
                <a:spcPct val="100000"/>
              </a:lnSpc>
              <a:spcBef>
                <a:spcPts val="300"/>
              </a:spcBef>
              <a:spcAft>
                <a:spcPts val="300"/>
              </a:spcAft>
              <a:buNone/>
              <a:tabLst>
                <a:tab algn="l" pos="0"/>
              </a:tabLst>
            </a:pPr>
            <a:endParaRPr b="0" lang="en-US" sz="1400" spc="-1" strike="noStrike">
              <a:solidFill>
                <a:srgbClr val="58585b"/>
              </a:solidFill>
              <a:latin typeface="Arial"/>
            </a:endParaRPr>
          </a:p>
        </p:txBody>
      </p:sp>
      <p:graphicFrame>
        <p:nvGraphicFramePr>
          <p:cNvPr id="283" name="Table 3"/>
          <p:cNvGraphicFramePr/>
          <p:nvPr/>
        </p:nvGraphicFramePr>
        <p:xfrm>
          <a:off x="645840" y="1705680"/>
          <a:ext cx="7960680" cy="2614320"/>
        </p:xfrm>
        <a:graphic>
          <a:graphicData uri="http://schemas.openxmlformats.org/drawingml/2006/table">
            <a:tbl>
              <a:tblPr/>
              <a:tblGrid>
                <a:gridCol w="3196800"/>
                <a:gridCol w="4764240"/>
              </a:tblGrid>
              <a:tr h="324720">
                <a:tc>
                  <a:txBody>
                    <a:bodyPr lIns="68400" rIns="68400" tIns="0" bIns="0" anchor="ctr">
                      <a:noAutofit/>
                    </a:bodyPr>
                    <a:p>
                      <a:pPr>
                        <a:lnSpc>
                          <a:spcPct val="107000"/>
                        </a:lnSpc>
                        <a:buNone/>
                      </a:pPr>
                      <a:r>
                        <a:rPr b="1" lang="en-US" sz="1100" spc="-1" strike="noStrike">
                          <a:solidFill>
                            <a:srgbClr val="ffffff"/>
                          </a:solidFill>
                          <a:latin typeface="Arial"/>
                        </a:rPr>
                        <a:t>Topic Title</a:t>
                      </a:r>
                      <a:endParaRPr b="0" lang="en-JM" sz="1100" spc="-1" strike="noStrike">
                        <a:latin typeface="Arial"/>
                      </a:endParaRPr>
                    </a:p>
                  </a:txBody>
                  <a:tcPr anchor="ctr" marL="68400" marR="6840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68400" rIns="68400" tIns="0" bIns="0" anchor="ctr">
                      <a:noAutofit/>
                    </a:bodyPr>
                    <a:p>
                      <a:pPr>
                        <a:lnSpc>
                          <a:spcPct val="107000"/>
                        </a:lnSpc>
                        <a:buNone/>
                      </a:pPr>
                      <a:r>
                        <a:rPr b="1" lang="en-US" sz="1100" spc="-1" strike="noStrike">
                          <a:solidFill>
                            <a:srgbClr val="ffffff"/>
                          </a:solidFill>
                          <a:latin typeface="Arial"/>
                        </a:rPr>
                        <a:t>Topic Objective</a:t>
                      </a:r>
                      <a:endParaRPr b="0" lang="en-JM" sz="1100" spc="-1" strike="noStrike">
                        <a:latin typeface="Arial"/>
                      </a:endParaRPr>
                    </a:p>
                  </a:txBody>
                  <a:tcPr anchor="ctr" marL="68400" marR="6840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699120">
                <a:tc>
                  <a:txBody>
                    <a:bodyPr lIns="47520" rIns="47520" tIns="47520" bIns="47520" anchor="ctr">
                      <a:noAutofit/>
                    </a:bodyPr>
                    <a:p>
                      <a:pPr>
                        <a:lnSpc>
                          <a:spcPct val="100000"/>
                        </a:lnSpc>
                        <a:buNone/>
                      </a:pPr>
                      <a:r>
                        <a:rPr b="1" lang="en-US" sz="1100" spc="-1" strike="noStrike">
                          <a:solidFill>
                            <a:srgbClr val="ffffff"/>
                          </a:solidFill>
                          <a:latin typeface="Arial"/>
                        </a:rPr>
                        <a:t>Application, Presentation, and Session</a:t>
                      </a:r>
                      <a:endParaRPr b="0" lang="en-JM" sz="11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100" spc="-1" strike="noStrike">
                          <a:solidFill>
                            <a:srgbClr val="58585b"/>
                          </a:solidFill>
                          <a:latin typeface="Arial"/>
                        </a:rPr>
                        <a:t>Explain how the functions of the application layer, presentation layer, and session layer work together to provide network services to end user applications.</a:t>
                      </a:r>
                      <a:endParaRPr b="0" lang="en-JM" sz="11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503280">
                <a:tc>
                  <a:txBody>
                    <a:bodyPr lIns="47520" rIns="47520" tIns="47520" bIns="47520" anchor="ctr">
                      <a:noAutofit/>
                    </a:bodyPr>
                    <a:p>
                      <a:pPr>
                        <a:lnSpc>
                          <a:spcPct val="100000"/>
                        </a:lnSpc>
                        <a:buNone/>
                      </a:pPr>
                      <a:r>
                        <a:rPr b="1" lang="en-US" sz="1100" spc="-1" strike="noStrike">
                          <a:solidFill>
                            <a:srgbClr val="ffffff"/>
                          </a:solidFill>
                          <a:latin typeface="Arial"/>
                        </a:rPr>
                        <a:t>Peer-to-Peer</a:t>
                      </a:r>
                      <a:endParaRPr b="0" lang="en-JM" sz="11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100" spc="-1" strike="noStrike">
                          <a:solidFill>
                            <a:srgbClr val="58585b"/>
                          </a:solidFill>
                          <a:latin typeface="Arial"/>
                        </a:rPr>
                        <a:t>Explain how end user applications operate in a peer-to-peer network.</a:t>
                      </a:r>
                      <a:endParaRPr b="0" lang="en-JM" sz="11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89880">
                <a:tc>
                  <a:txBody>
                    <a:bodyPr lIns="47520" rIns="47520" tIns="47520" bIns="47520" anchor="ctr">
                      <a:noAutofit/>
                    </a:bodyPr>
                    <a:p>
                      <a:pPr>
                        <a:lnSpc>
                          <a:spcPct val="100000"/>
                        </a:lnSpc>
                        <a:buNone/>
                      </a:pPr>
                      <a:r>
                        <a:rPr b="1" lang="en-US" sz="1100" spc="-1" strike="noStrike">
                          <a:solidFill>
                            <a:srgbClr val="ffffff"/>
                          </a:solidFill>
                          <a:latin typeface="Arial"/>
                        </a:rPr>
                        <a:t>Web and Email Protocols</a:t>
                      </a:r>
                      <a:endParaRPr b="0" lang="en-JM" sz="11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100" spc="-1" strike="noStrike">
                          <a:solidFill>
                            <a:srgbClr val="58585b"/>
                          </a:solidFill>
                          <a:latin typeface="Arial"/>
                        </a:rPr>
                        <a:t>Explain how web and email protocols operate.</a:t>
                      </a:r>
                      <a:endParaRPr b="0" lang="en-JM" sz="11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07080">
                <a:tc>
                  <a:txBody>
                    <a:bodyPr lIns="47520" rIns="47520" tIns="47520" bIns="47520" anchor="ctr">
                      <a:noAutofit/>
                    </a:bodyPr>
                    <a:p>
                      <a:pPr>
                        <a:lnSpc>
                          <a:spcPct val="100000"/>
                        </a:lnSpc>
                        <a:buNone/>
                      </a:pPr>
                      <a:r>
                        <a:rPr b="1" lang="en-US" sz="1100" spc="-1" strike="noStrike">
                          <a:solidFill>
                            <a:srgbClr val="ffffff"/>
                          </a:solidFill>
                          <a:latin typeface="Arial"/>
                        </a:rPr>
                        <a:t>IP Addressing Services</a:t>
                      </a:r>
                      <a:endParaRPr b="0" lang="en-JM" sz="11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100" spc="-1" strike="noStrike">
                          <a:solidFill>
                            <a:srgbClr val="58585b"/>
                          </a:solidFill>
                          <a:latin typeface="Arial"/>
                        </a:rPr>
                        <a:t>Explain how DNS and DHCP operate.</a:t>
                      </a:r>
                      <a:endParaRPr b="0" lang="en-JM" sz="11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90240">
                <a:tc>
                  <a:txBody>
                    <a:bodyPr lIns="47520" rIns="47520" tIns="47520" bIns="47520" anchor="ctr">
                      <a:noAutofit/>
                    </a:bodyPr>
                    <a:p>
                      <a:pPr>
                        <a:lnSpc>
                          <a:spcPct val="100000"/>
                        </a:lnSpc>
                        <a:buNone/>
                      </a:pPr>
                      <a:r>
                        <a:rPr b="1" lang="en-US" sz="1100" spc="-1" strike="noStrike">
                          <a:solidFill>
                            <a:srgbClr val="ffffff"/>
                          </a:solidFill>
                          <a:latin typeface="Arial"/>
                        </a:rPr>
                        <a:t>File Sharing Services</a:t>
                      </a:r>
                      <a:endParaRPr b="0" lang="en-JM" sz="11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004c69"/>
                    </a:solidFill>
                  </a:tcPr>
                </a:tc>
                <a:tc>
                  <a:txBody>
                    <a:bodyPr lIns="47520" rIns="47520" tIns="47520" bIns="47520" anchor="ctr">
                      <a:noAutofit/>
                    </a:bodyPr>
                    <a:p>
                      <a:pPr>
                        <a:lnSpc>
                          <a:spcPct val="100000"/>
                        </a:lnSpc>
                        <a:buNone/>
                      </a:pPr>
                      <a:r>
                        <a:rPr b="0" lang="en-US" sz="1100" spc="-1" strike="noStrike">
                          <a:solidFill>
                            <a:srgbClr val="58585b"/>
                          </a:solidFill>
                          <a:latin typeface="Arial"/>
                        </a:rPr>
                        <a:t>Explain how file transfer protocols operate.</a:t>
                      </a:r>
                      <a:endParaRPr b="0" lang="en-JM" sz="11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bl>
          </a:graphicData>
        </a:graphic>
      </p:graphicFrame>
    </p:spTree>
  </p:cSld>
  <p:transition spd="slow">
    <p:wipe dir="l"/>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491400" y="1895400"/>
            <a:ext cx="8160480" cy="1352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15.1 Application, Presentation, and Session</a:t>
            </a:r>
            <a:endParaRPr b="0" lang="en-US" sz="4600" spc="-1" strike="noStrike">
              <a:solidFill>
                <a:srgbClr val="58585b"/>
              </a:solidFill>
              <a:latin typeface="Arial"/>
            </a:endParaRPr>
          </a:p>
        </p:txBody>
      </p:sp>
    </p:spTree>
  </p:cSld>
  <p:transition spd="slow">
    <p:wipe dir="l"/>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Application, Presentation, and Session</a:t>
            </a:r>
            <a:br/>
            <a:r>
              <a:rPr b="0" lang="en-US" sz="2400" spc="-1" strike="noStrike">
                <a:solidFill>
                  <a:srgbClr val="367187"/>
                </a:solidFill>
                <a:latin typeface="Arial"/>
                <a:ea typeface="ＭＳ Ｐゴシック"/>
              </a:rPr>
              <a:t>Application Layer</a:t>
            </a:r>
            <a:endParaRPr b="0" lang="en-US" sz="2400" spc="-1" strike="noStrike">
              <a:solidFill>
                <a:srgbClr val="58585b"/>
              </a:solidFill>
              <a:latin typeface="Arial"/>
            </a:endParaRPr>
          </a:p>
        </p:txBody>
      </p:sp>
      <p:sp>
        <p:nvSpPr>
          <p:cNvPr id="286" name="PlaceHolder 2"/>
          <p:cNvSpPr>
            <a:spLocks noGrp="1"/>
          </p:cNvSpPr>
          <p:nvPr>
            <p:ph/>
          </p:nvPr>
        </p:nvSpPr>
        <p:spPr>
          <a:xfrm>
            <a:off x="144000" y="888480"/>
            <a:ext cx="3950640" cy="328392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The upper three layers of the OSI model (application, presentation, and session) define functions of the TCP/IP application layer.</a:t>
            </a:r>
            <a:endParaRPr b="0" lang="en-US" sz="15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The application layer provides the interface between the applications used to communicate, and the underlying network over which messages are transmitted.</a:t>
            </a:r>
            <a:endParaRPr b="0" lang="en-US" sz="15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Some of the most widely known application layer protocols include HTTP, FTP, TFTP, IMAP and DNS.</a:t>
            </a:r>
            <a:endParaRPr b="0" lang="en-US" sz="1500" spc="-1" strike="noStrike">
              <a:solidFill>
                <a:srgbClr val="58585b"/>
              </a:solidFill>
              <a:latin typeface="Arial"/>
            </a:endParaRPr>
          </a:p>
        </p:txBody>
      </p:sp>
      <p:pic>
        <p:nvPicPr>
          <p:cNvPr id="287" name="Picture 2" descr=""/>
          <p:cNvPicPr/>
          <p:nvPr/>
        </p:nvPicPr>
        <p:blipFill>
          <a:blip r:embed="rId1"/>
          <a:stretch/>
        </p:blipFill>
        <p:spPr>
          <a:xfrm>
            <a:off x="4095000" y="798840"/>
            <a:ext cx="4800240" cy="3061080"/>
          </a:xfrm>
          <a:prstGeom prst="rect">
            <a:avLst/>
          </a:prstGeom>
          <a:ln w="0">
            <a:noFill/>
          </a:ln>
        </p:spPr>
      </p:pic>
    </p:spTree>
  </p:cSld>
  <p:transition spd="slow">
    <p:wipe dir="l"/>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Application, Presentation, and Session</a:t>
            </a:r>
            <a:br/>
            <a:r>
              <a:rPr b="0" lang="en-US" sz="2400" spc="-1" strike="noStrike">
                <a:solidFill>
                  <a:srgbClr val="367187"/>
                </a:solidFill>
                <a:latin typeface="Arial"/>
                <a:ea typeface="ＭＳ Ｐゴシック"/>
              </a:rPr>
              <a:t>Presentation and Session Layer</a:t>
            </a:r>
            <a:endParaRPr b="0" lang="en-US" sz="2400" spc="-1" strike="noStrike">
              <a:solidFill>
                <a:srgbClr val="58585b"/>
              </a:solidFill>
              <a:latin typeface="Arial"/>
            </a:endParaRPr>
          </a:p>
        </p:txBody>
      </p:sp>
      <p:sp>
        <p:nvSpPr>
          <p:cNvPr id="289" name="PlaceHolder 2"/>
          <p:cNvSpPr>
            <a:spLocks noGrp="1"/>
          </p:cNvSpPr>
          <p:nvPr>
            <p:ph/>
          </p:nvPr>
        </p:nvSpPr>
        <p:spPr>
          <a:xfrm>
            <a:off x="145440" y="798840"/>
            <a:ext cx="4317120" cy="380628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400" spc="-1" strike="noStrike">
                <a:solidFill>
                  <a:srgbClr val="000000"/>
                </a:solidFill>
                <a:latin typeface="Arial"/>
                <a:ea typeface="ＭＳ Ｐゴシック"/>
              </a:rPr>
              <a:t>The presentation layer has three primary functions:</a:t>
            </a:r>
            <a:endParaRPr b="0" lang="en-US" sz="14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400" spc="-1" strike="noStrike">
                <a:solidFill>
                  <a:srgbClr val="000000"/>
                </a:solidFill>
                <a:latin typeface="Arial"/>
                <a:ea typeface="ＭＳ Ｐゴシック"/>
              </a:rPr>
              <a:t>Formatting, or presenting, data at the source device into a compatible format for receipt by the destination device</a:t>
            </a:r>
            <a:endParaRPr b="0" lang="en-US" sz="14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400" spc="-1" strike="noStrike">
                <a:solidFill>
                  <a:srgbClr val="000000"/>
                </a:solidFill>
                <a:latin typeface="Arial"/>
                <a:ea typeface="ＭＳ Ｐゴシック"/>
              </a:rPr>
              <a:t>Compressing data in a way that can be decompressed by the destination device</a:t>
            </a:r>
            <a:endParaRPr b="0" lang="en-US" sz="14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400" spc="-1" strike="noStrike">
                <a:solidFill>
                  <a:srgbClr val="000000"/>
                </a:solidFill>
                <a:latin typeface="Arial"/>
                <a:ea typeface="ＭＳ Ｐゴシック"/>
              </a:rPr>
              <a:t>Encrypting data for transmission and decrypting data upon receipt</a:t>
            </a:r>
            <a:endParaRPr b="0" lang="en-US" sz="1400" spc="-1" strike="noStrike">
              <a:solidFill>
                <a:srgbClr val="58585b"/>
              </a:solidFill>
              <a:latin typeface="Arial"/>
            </a:endParaRPr>
          </a:p>
          <a:p>
            <a:pPr>
              <a:lnSpc>
                <a:spcPct val="100000"/>
              </a:lnSpc>
              <a:spcBef>
                <a:spcPts val="601"/>
              </a:spcBef>
              <a:spcAft>
                <a:spcPts val="601"/>
              </a:spcAft>
              <a:buNone/>
              <a:tabLst>
                <a:tab algn="l" pos="0"/>
              </a:tabLst>
            </a:pPr>
            <a:r>
              <a:rPr b="0" lang="en-US" sz="1400" spc="-1" strike="noStrike">
                <a:solidFill>
                  <a:srgbClr val="000000"/>
                </a:solidFill>
                <a:latin typeface="Arial"/>
                <a:ea typeface="ＭＳ Ｐゴシック"/>
              </a:rPr>
              <a:t>The session layer functions:</a:t>
            </a:r>
            <a:endParaRPr b="0" lang="en-US" sz="1400" spc="-1" strike="noStrike">
              <a:solidFill>
                <a:srgbClr val="58585b"/>
              </a:solidFill>
              <a:latin typeface="Arial"/>
            </a:endParaRPr>
          </a:p>
          <a:p>
            <a:pPr lvl="3" marL="503280" indent="-169920">
              <a:lnSpc>
                <a:spcPct val="100000"/>
              </a:lnSpc>
              <a:spcBef>
                <a:spcPts val="300"/>
              </a:spcBef>
              <a:spcAft>
                <a:spcPts val="300"/>
              </a:spcAft>
              <a:buClr>
                <a:srgbClr val="000000"/>
              </a:buClr>
              <a:buFont typeface="Arial"/>
              <a:buChar char="•"/>
              <a:tabLst>
                <a:tab algn="l" pos="0"/>
              </a:tabLst>
            </a:pPr>
            <a:r>
              <a:rPr b="0" lang="en-US" sz="1400" spc="-1" strike="noStrike">
                <a:solidFill>
                  <a:srgbClr val="000000"/>
                </a:solidFill>
                <a:latin typeface="Arial"/>
                <a:ea typeface="ＭＳ Ｐゴシック"/>
              </a:rPr>
              <a:t>It creates and maintains dialogs between source and destination applications. </a:t>
            </a:r>
            <a:endParaRPr b="0" lang="en-US" sz="1400" spc="-1" strike="noStrike">
              <a:solidFill>
                <a:srgbClr val="58585b"/>
              </a:solidFill>
              <a:latin typeface="Arial"/>
            </a:endParaRPr>
          </a:p>
          <a:p>
            <a:pPr lvl="3" marL="503280" indent="-169920">
              <a:lnSpc>
                <a:spcPct val="100000"/>
              </a:lnSpc>
              <a:spcBef>
                <a:spcPts val="300"/>
              </a:spcBef>
              <a:spcAft>
                <a:spcPts val="300"/>
              </a:spcAft>
              <a:buClr>
                <a:srgbClr val="000000"/>
              </a:buClr>
              <a:buFont typeface="Arial"/>
              <a:buChar char="•"/>
              <a:tabLst>
                <a:tab algn="l" pos="0"/>
              </a:tabLst>
            </a:pPr>
            <a:r>
              <a:rPr b="0" lang="en-US" sz="1400" spc="-1" strike="noStrike">
                <a:solidFill>
                  <a:srgbClr val="000000"/>
                </a:solidFill>
                <a:latin typeface="Arial"/>
                <a:ea typeface="ＭＳ Ｐゴシック"/>
              </a:rPr>
              <a:t>It handles the exchange of information to initiate dialogs, keep them active, and to restart sessions that are disrupted or idle for a long period of time.</a:t>
            </a:r>
            <a:endParaRPr b="0" lang="en-US" sz="1400" spc="-1" strike="noStrike">
              <a:solidFill>
                <a:srgbClr val="58585b"/>
              </a:solidFill>
              <a:latin typeface="Arial"/>
            </a:endParaRPr>
          </a:p>
        </p:txBody>
      </p:sp>
      <p:pic>
        <p:nvPicPr>
          <p:cNvPr id="290" name="Picture 2" descr=""/>
          <p:cNvPicPr/>
          <p:nvPr/>
        </p:nvPicPr>
        <p:blipFill>
          <a:blip r:embed="rId1"/>
          <a:stretch/>
        </p:blipFill>
        <p:spPr>
          <a:xfrm>
            <a:off x="4462920" y="1367280"/>
            <a:ext cx="4419360" cy="2633400"/>
          </a:xfrm>
          <a:prstGeom prst="rect">
            <a:avLst/>
          </a:prstGeom>
          <a:ln w="0">
            <a:noFill/>
          </a:ln>
        </p:spPr>
      </p:pic>
    </p:spTree>
  </p:cSld>
  <p:transition spd="slow">
    <p:wipe dir="l"/>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Application, Presentation, and Session</a:t>
            </a:r>
            <a:br/>
            <a:r>
              <a:rPr b="0" lang="en-US" sz="2400" spc="-1" strike="noStrike">
                <a:solidFill>
                  <a:srgbClr val="367187"/>
                </a:solidFill>
                <a:latin typeface="Arial"/>
                <a:ea typeface="ＭＳ Ｐゴシック"/>
              </a:rPr>
              <a:t>TCP/IP Application Layer Protocols</a:t>
            </a:r>
            <a:endParaRPr b="0" lang="en-US" sz="2400" spc="-1" strike="noStrike">
              <a:solidFill>
                <a:srgbClr val="58585b"/>
              </a:solidFill>
              <a:latin typeface="Arial"/>
            </a:endParaRPr>
          </a:p>
        </p:txBody>
      </p:sp>
      <p:sp>
        <p:nvSpPr>
          <p:cNvPr id="292" name="PlaceHolder 2"/>
          <p:cNvSpPr>
            <a:spLocks noGrp="1"/>
          </p:cNvSpPr>
          <p:nvPr>
            <p:ph/>
          </p:nvPr>
        </p:nvSpPr>
        <p:spPr>
          <a:xfrm>
            <a:off x="145440" y="925560"/>
            <a:ext cx="8483040" cy="1791720"/>
          </a:xfrm>
          <a:prstGeom prst="rect">
            <a:avLst/>
          </a:prstGeom>
          <a:noFill/>
          <a:ln w="0">
            <a:noFill/>
          </a:ln>
        </p:spPr>
        <p:txBody>
          <a:bodyPr numCol="1" spcCol="0" rIns="182880" anchor="t">
            <a:noAutofit/>
          </a:bodyPr>
          <a:p>
            <a:pPr marL="169920" indent="-169920">
              <a:lnSpc>
                <a:spcPct val="100000"/>
              </a:lnSpc>
              <a:spcBef>
                <a:spcPts val="601"/>
              </a:spcBef>
              <a:spcAft>
                <a:spcPts val="99"/>
              </a:spcAft>
              <a:buClr>
                <a:srgbClr val="58585b"/>
              </a:buClr>
              <a:buSzPct val="90000"/>
              <a:buFont typeface="Arial"/>
              <a:buChar char="•"/>
            </a:pPr>
            <a:r>
              <a:rPr b="0" lang="en-US" sz="1500" spc="-1" strike="noStrike">
                <a:solidFill>
                  <a:srgbClr val="000000"/>
                </a:solidFill>
                <a:latin typeface="Arial"/>
                <a:ea typeface="ＭＳ Ｐゴシック"/>
              </a:rPr>
              <a:t>The TCP/IP application protocols specify the format and control information necessary for many common internet communication functions.</a:t>
            </a:r>
            <a:endParaRPr b="0" lang="en-US" sz="1500" spc="-1" strike="noStrike">
              <a:solidFill>
                <a:srgbClr val="58585b"/>
              </a:solidFill>
              <a:latin typeface="Arial"/>
            </a:endParaRPr>
          </a:p>
          <a:p>
            <a:pPr marL="169920" indent="-169920">
              <a:lnSpc>
                <a:spcPct val="100000"/>
              </a:lnSpc>
              <a:spcBef>
                <a:spcPts val="601"/>
              </a:spcBef>
              <a:spcAft>
                <a:spcPts val="99"/>
              </a:spcAft>
              <a:buClr>
                <a:srgbClr val="58585b"/>
              </a:buClr>
              <a:buSzPct val="90000"/>
              <a:buFont typeface="Arial"/>
              <a:buChar char="•"/>
            </a:pPr>
            <a:r>
              <a:rPr b="0" lang="en-US" sz="1500" spc="-1" strike="noStrike">
                <a:solidFill>
                  <a:srgbClr val="000000"/>
                </a:solidFill>
                <a:latin typeface="Arial"/>
                <a:ea typeface="ＭＳ Ｐゴシック"/>
              </a:rPr>
              <a:t>Application layer protocols are used by both the source and destination devices during a communication session. </a:t>
            </a:r>
            <a:endParaRPr b="0" lang="en-US" sz="1500" spc="-1" strike="noStrike">
              <a:solidFill>
                <a:srgbClr val="58585b"/>
              </a:solidFill>
              <a:latin typeface="Arial"/>
            </a:endParaRPr>
          </a:p>
          <a:p>
            <a:pPr marL="169920" indent="-169920">
              <a:lnSpc>
                <a:spcPct val="100000"/>
              </a:lnSpc>
              <a:spcBef>
                <a:spcPts val="601"/>
              </a:spcBef>
              <a:spcAft>
                <a:spcPts val="99"/>
              </a:spcAft>
              <a:buClr>
                <a:srgbClr val="58585b"/>
              </a:buClr>
              <a:buSzPct val="90000"/>
              <a:buFont typeface="Arial"/>
              <a:buChar char="•"/>
            </a:pPr>
            <a:r>
              <a:rPr b="0" lang="en-US" sz="1500" spc="-1" strike="noStrike">
                <a:solidFill>
                  <a:srgbClr val="000000"/>
                </a:solidFill>
                <a:latin typeface="Arial"/>
                <a:ea typeface="ＭＳ Ｐゴシック"/>
              </a:rPr>
              <a:t>For the communications to be successful, the application layer protocols that are implemented on the source and destination host must be compatible.</a:t>
            </a:r>
            <a:endParaRPr b="0" lang="en-US" sz="1500" spc="-1" strike="noStrike">
              <a:solidFill>
                <a:srgbClr val="58585b"/>
              </a:solidFill>
              <a:latin typeface="Arial"/>
            </a:endParaRPr>
          </a:p>
        </p:txBody>
      </p:sp>
      <p:sp>
        <p:nvSpPr>
          <p:cNvPr id="293" name="TextBox 1"/>
          <p:cNvSpPr/>
          <p:nvPr/>
        </p:nvSpPr>
        <p:spPr>
          <a:xfrm>
            <a:off x="145440" y="2844000"/>
            <a:ext cx="2777760" cy="17953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58585b"/>
                </a:solidFill>
                <a:latin typeface="Arial"/>
                <a:ea typeface="ＭＳ Ｐゴシック"/>
              </a:rPr>
              <a:t>Name System</a:t>
            </a:r>
            <a:endParaRPr b="0" lang="en-JM" sz="1400" spc="-1" strike="noStrike">
              <a:latin typeface="Arial"/>
            </a:endParaRPr>
          </a:p>
          <a:p>
            <a:pPr>
              <a:lnSpc>
                <a:spcPct val="100000"/>
              </a:lnSpc>
              <a:buNone/>
            </a:pPr>
            <a:r>
              <a:rPr b="1" lang="en-US" sz="1400" spc="-1" strike="noStrike">
                <a:solidFill>
                  <a:srgbClr val="58585b"/>
                </a:solidFill>
                <a:latin typeface="Arial"/>
                <a:ea typeface="ＭＳ Ｐゴシック"/>
              </a:rPr>
              <a:t>DNS - Domain Name System (or Service)</a:t>
            </a:r>
            <a:endParaRPr b="0" lang="en-JM" sz="1400" spc="-1" strike="noStrike">
              <a:latin typeface="Arial"/>
            </a:endParaRPr>
          </a:p>
          <a:p>
            <a:pPr marL="285840" indent="-285840">
              <a:lnSpc>
                <a:spcPct val="100000"/>
              </a:lnSpc>
              <a:buClr>
                <a:srgbClr val="58585b"/>
              </a:buClr>
              <a:buFont typeface="Arial"/>
              <a:buChar char="•"/>
            </a:pPr>
            <a:r>
              <a:rPr b="0" lang="en-US" sz="1400" spc="-1" strike="noStrike">
                <a:solidFill>
                  <a:srgbClr val="58585b"/>
                </a:solidFill>
                <a:latin typeface="Arial"/>
                <a:ea typeface="ＭＳ Ｐゴシック"/>
              </a:rPr>
              <a:t>TCP, UDP client 53</a:t>
            </a:r>
            <a:endParaRPr b="0" lang="en-JM" sz="1400" spc="-1" strike="noStrike">
              <a:latin typeface="Arial"/>
            </a:endParaRPr>
          </a:p>
          <a:p>
            <a:pPr marL="285840" indent="-285840">
              <a:lnSpc>
                <a:spcPct val="100000"/>
              </a:lnSpc>
              <a:buClr>
                <a:srgbClr val="58585b"/>
              </a:buClr>
              <a:buFont typeface="Arial"/>
              <a:buChar char="•"/>
            </a:pPr>
            <a:r>
              <a:rPr b="0" lang="en-US" sz="1400" spc="-1" strike="noStrike">
                <a:solidFill>
                  <a:srgbClr val="58585b"/>
                </a:solidFill>
                <a:latin typeface="Arial"/>
                <a:ea typeface="ＭＳ Ｐゴシック"/>
              </a:rPr>
              <a:t>Translates domain names, such as cisco.com, into IP addresses.</a:t>
            </a:r>
            <a:endParaRPr b="0" lang="en-JM" sz="1400" spc="-1" strike="noStrike">
              <a:latin typeface="Arial"/>
            </a:endParaRPr>
          </a:p>
          <a:p>
            <a:pPr>
              <a:lnSpc>
                <a:spcPct val="100000"/>
              </a:lnSpc>
              <a:buNone/>
            </a:pPr>
            <a:endParaRPr b="0" lang="en-JM" sz="1400" spc="-1" strike="noStrike">
              <a:latin typeface="Arial"/>
            </a:endParaRPr>
          </a:p>
        </p:txBody>
      </p:sp>
      <p:sp>
        <p:nvSpPr>
          <p:cNvPr id="294" name="TextBox 4"/>
          <p:cNvSpPr/>
          <p:nvPr/>
        </p:nvSpPr>
        <p:spPr>
          <a:xfrm>
            <a:off x="2998080" y="2844000"/>
            <a:ext cx="2777760" cy="17420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58585b"/>
                </a:solidFill>
                <a:latin typeface="Arial"/>
                <a:ea typeface="ＭＳ Ｐゴシック"/>
              </a:rPr>
              <a:t>Host Config</a:t>
            </a:r>
            <a:endParaRPr b="0" lang="en-JM" sz="1400" spc="-1" strike="noStrike">
              <a:latin typeface="Arial"/>
            </a:endParaRPr>
          </a:p>
          <a:p>
            <a:pPr>
              <a:lnSpc>
                <a:spcPct val="100000"/>
              </a:lnSpc>
              <a:buNone/>
            </a:pPr>
            <a:r>
              <a:rPr b="1" lang="en-US" sz="1400" spc="-1" strike="noStrike">
                <a:solidFill>
                  <a:srgbClr val="58585b"/>
                </a:solidFill>
                <a:latin typeface="Arial"/>
                <a:ea typeface="ＭＳ Ｐゴシック"/>
              </a:rPr>
              <a:t>DHCP - Dynamic Host Configuration Protocol</a:t>
            </a:r>
            <a:endParaRPr b="0" lang="en-JM" sz="1400" spc="-1" strike="noStrike">
              <a:latin typeface="Arial"/>
            </a:endParaRPr>
          </a:p>
          <a:p>
            <a:pPr marL="285840" indent="-285840">
              <a:lnSpc>
                <a:spcPct val="100000"/>
              </a:lnSpc>
              <a:buClr>
                <a:srgbClr val="58585b"/>
              </a:buClr>
              <a:buFont typeface="Arial"/>
              <a:buChar char="•"/>
            </a:pPr>
            <a:r>
              <a:rPr b="0" lang="en-US" sz="1400" spc="-1" strike="noStrike">
                <a:solidFill>
                  <a:srgbClr val="58585b"/>
                </a:solidFill>
                <a:latin typeface="Arial"/>
                <a:ea typeface="ＭＳ Ｐゴシック"/>
              </a:rPr>
              <a:t>UDP client 68, server 67</a:t>
            </a:r>
            <a:endParaRPr b="0" lang="en-JM" sz="1400" spc="-1" strike="noStrike">
              <a:latin typeface="Arial"/>
            </a:endParaRPr>
          </a:p>
          <a:p>
            <a:pPr marL="285840" indent="-285840">
              <a:lnSpc>
                <a:spcPct val="100000"/>
              </a:lnSpc>
              <a:buClr>
                <a:srgbClr val="58585b"/>
              </a:buClr>
              <a:buFont typeface="Arial"/>
              <a:buChar char="•"/>
            </a:pPr>
            <a:r>
              <a:rPr b="0" lang="en-US" sz="1400" spc="-1" strike="noStrike">
                <a:solidFill>
                  <a:srgbClr val="58585b"/>
                </a:solidFill>
                <a:latin typeface="Arial"/>
                <a:ea typeface="ＭＳ Ｐゴシック"/>
              </a:rPr>
              <a:t>Dynamically assigns IP addresses to be re-used when no longer needed</a:t>
            </a:r>
            <a:endParaRPr b="0" lang="en-JM" sz="1400" spc="-1" strike="noStrike">
              <a:latin typeface="Arial"/>
            </a:endParaRPr>
          </a:p>
          <a:p>
            <a:pPr>
              <a:lnSpc>
                <a:spcPct val="100000"/>
              </a:lnSpc>
              <a:buNone/>
            </a:pPr>
            <a:endParaRPr b="0" lang="en-JM" sz="1400" spc="-1" strike="noStrike">
              <a:latin typeface="Arial"/>
            </a:endParaRPr>
          </a:p>
        </p:txBody>
      </p:sp>
      <p:sp>
        <p:nvSpPr>
          <p:cNvPr id="295" name="TextBox 5"/>
          <p:cNvSpPr/>
          <p:nvPr/>
        </p:nvSpPr>
        <p:spPr>
          <a:xfrm>
            <a:off x="6078960" y="2844000"/>
            <a:ext cx="2919600" cy="19551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58585b"/>
                </a:solidFill>
                <a:latin typeface="Arial"/>
                <a:ea typeface="ＭＳ Ｐゴシック"/>
              </a:rPr>
              <a:t>Web</a:t>
            </a:r>
            <a:endParaRPr b="0" lang="en-JM" sz="1400" spc="-1" strike="noStrike">
              <a:latin typeface="Arial"/>
            </a:endParaRPr>
          </a:p>
          <a:p>
            <a:pPr>
              <a:lnSpc>
                <a:spcPct val="100000"/>
              </a:lnSpc>
              <a:buNone/>
            </a:pPr>
            <a:r>
              <a:rPr b="1" lang="en-US" sz="1400" spc="-1" strike="noStrike">
                <a:solidFill>
                  <a:srgbClr val="58585b"/>
                </a:solidFill>
                <a:latin typeface="Arial"/>
                <a:ea typeface="ＭＳ Ｐゴシック"/>
              </a:rPr>
              <a:t>HTTP - Hypertext Transfer Protocol</a:t>
            </a:r>
            <a:endParaRPr b="0" lang="en-JM" sz="1400" spc="-1" strike="noStrike">
              <a:latin typeface="Arial"/>
            </a:endParaRPr>
          </a:p>
          <a:p>
            <a:pPr marL="285840" indent="-285840">
              <a:lnSpc>
                <a:spcPct val="100000"/>
              </a:lnSpc>
              <a:buClr>
                <a:srgbClr val="58585b"/>
              </a:buClr>
              <a:buFont typeface="Arial"/>
              <a:buChar char="•"/>
            </a:pPr>
            <a:r>
              <a:rPr b="0" lang="en-US" sz="1400" spc="-1" strike="noStrike">
                <a:solidFill>
                  <a:srgbClr val="58585b"/>
                </a:solidFill>
                <a:latin typeface="Arial"/>
                <a:ea typeface="ＭＳ Ｐゴシック"/>
              </a:rPr>
              <a:t>TCP 80, 8080</a:t>
            </a:r>
            <a:endParaRPr b="0" lang="en-JM" sz="1400" spc="-1" strike="noStrike">
              <a:latin typeface="Arial"/>
            </a:endParaRPr>
          </a:p>
          <a:p>
            <a:pPr marL="285840" indent="-285840">
              <a:lnSpc>
                <a:spcPct val="100000"/>
              </a:lnSpc>
              <a:buClr>
                <a:srgbClr val="58585b"/>
              </a:buClr>
              <a:buFont typeface="Arial"/>
              <a:buChar char="•"/>
            </a:pPr>
            <a:r>
              <a:rPr b="0" lang="en-US" sz="1400" spc="-1" strike="noStrike">
                <a:solidFill>
                  <a:srgbClr val="58585b"/>
                </a:solidFill>
                <a:latin typeface="Arial"/>
                <a:ea typeface="ＭＳ Ｐゴシック"/>
              </a:rPr>
              <a:t>A set of rules for exchanging text, graphic images, sound, video, and other multimedia files on the World Wide Web</a:t>
            </a:r>
            <a:endParaRPr b="0" lang="en-JM" sz="1400" spc="-1" strike="noStrike">
              <a:latin typeface="Arial"/>
            </a:endParaRPr>
          </a:p>
          <a:p>
            <a:pPr>
              <a:lnSpc>
                <a:spcPct val="100000"/>
              </a:lnSpc>
              <a:buNone/>
            </a:pPr>
            <a:endParaRPr b="0" lang="en-JM" sz="1400" spc="-1" strike="noStrike">
              <a:latin typeface="Arial"/>
            </a:endParaRPr>
          </a:p>
        </p:txBody>
      </p:sp>
    </p:spTree>
  </p:cSld>
  <p:transition spd="slow">
    <p:wipe dir="l"/>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title"/>
          </p:nvPr>
        </p:nvSpPr>
        <p:spPr>
          <a:xfrm>
            <a:off x="416520" y="1788120"/>
            <a:ext cx="8231040" cy="929160"/>
          </a:xfrm>
          <a:prstGeom prst="rect">
            <a:avLst/>
          </a:prstGeom>
          <a:noFill/>
          <a:ln w="0">
            <a:noFill/>
          </a:ln>
        </p:spPr>
        <p:txBody>
          <a:bodyPr numCol="1" spcCol="0" anchor="b">
            <a:noAutofit/>
          </a:bodyPr>
          <a:p>
            <a:pPr>
              <a:lnSpc>
                <a:spcPct val="90000"/>
              </a:lnSpc>
              <a:buNone/>
              <a:tabLst>
                <a:tab algn="l" pos="0"/>
              </a:tabLst>
            </a:pPr>
            <a:r>
              <a:rPr b="0" lang="en-US" sz="4000" spc="-1" strike="noStrike">
                <a:solidFill>
                  <a:srgbClr val="afe8fb"/>
                </a:solidFill>
                <a:latin typeface="Arial"/>
                <a:ea typeface="ＭＳ Ｐゴシック"/>
              </a:rPr>
              <a:t>15.2 Peer-to-Peer</a:t>
            </a:r>
            <a:endParaRPr b="0" lang="en-US" sz="4000" spc="-1" strike="noStrike">
              <a:solidFill>
                <a:srgbClr val="58585b"/>
              </a:solidFill>
              <a:latin typeface="Arial"/>
            </a:endParaRPr>
          </a:p>
        </p:txBody>
      </p:sp>
    </p:spTree>
  </p:cSld>
  <p:transition spd="slow">
    <p:wipe dir="l"/>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Peer-to-Peer</a:t>
            </a:r>
            <a:br/>
            <a:r>
              <a:rPr b="0" lang="en-US" sz="2400" spc="-1" strike="noStrike">
                <a:solidFill>
                  <a:srgbClr val="367187"/>
                </a:solidFill>
                <a:latin typeface="Arial"/>
                <a:ea typeface="ＭＳ Ｐゴシック"/>
              </a:rPr>
              <a:t>Client-Server Model</a:t>
            </a:r>
            <a:endParaRPr b="0" lang="en-US" sz="2400" spc="-1" strike="noStrike">
              <a:solidFill>
                <a:srgbClr val="58585b"/>
              </a:solidFill>
              <a:latin typeface="Arial"/>
            </a:endParaRPr>
          </a:p>
        </p:txBody>
      </p:sp>
      <p:sp>
        <p:nvSpPr>
          <p:cNvPr id="298" name="PlaceHolder 2"/>
          <p:cNvSpPr>
            <a:spLocks noGrp="1"/>
          </p:cNvSpPr>
          <p:nvPr>
            <p:ph/>
          </p:nvPr>
        </p:nvSpPr>
        <p:spPr>
          <a:xfrm>
            <a:off x="522360" y="798840"/>
            <a:ext cx="7938720" cy="153180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Client and server processes are considered to be in the application layer.</a:t>
            </a:r>
            <a:endParaRPr b="0" lang="en-US" sz="15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In the client/server model, the device requesting the information is called a client and the device responding to the request is called a server.</a:t>
            </a:r>
            <a:endParaRPr b="0" lang="en-US" sz="15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Application layer protocols describe the format of the requests and responses between clients and servers.</a:t>
            </a:r>
            <a:endParaRPr b="0" lang="en-US" sz="1500" spc="-1" strike="noStrike">
              <a:solidFill>
                <a:srgbClr val="58585b"/>
              </a:solidFill>
              <a:latin typeface="Arial"/>
            </a:endParaRPr>
          </a:p>
          <a:p>
            <a:pPr>
              <a:lnSpc>
                <a:spcPct val="100000"/>
              </a:lnSpc>
              <a:spcBef>
                <a:spcPts val="601"/>
              </a:spcBef>
              <a:spcAft>
                <a:spcPts val="601"/>
              </a:spcAft>
              <a:buNone/>
            </a:pPr>
            <a:endParaRPr b="0" lang="en-US" sz="1500" spc="-1" strike="noStrike">
              <a:solidFill>
                <a:srgbClr val="58585b"/>
              </a:solidFill>
              <a:latin typeface="Arial"/>
            </a:endParaRPr>
          </a:p>
          <a:p>
            <a:pPr>
              <a:lnSpc>
                <a:spcPct val="100000"/>
              </a:lnSpc>
              <a:spcBef>
                <a:spcPts val="601"/>
              </a:spcBef>
              <a:spcAft>
                <a:spcPts val="601"/>
              </a:spcAft>
              <a:buNone/>
            </a:pPr>
            <a:endParaRPr b="0" lang="en-US" sz="1500" spc="-1" strike="noStrike">
              <a:solidFill>
                <a:srgbClr val="58585b"/>
              </a:solidFill>
              <a:latin typeface="Arial"/>
            </a:endParaRPr>
          </a:p>
        </p:txBody>
      </p:sp>
      <p:pic>
        <p:nvPicPr>
          <p:cNvPr id="299" name="Picture 1" descr=""/>
          <p:cNvPicPr/>
          <p:nvPr/>
        </p:nvPicPr>
        <p:blipFill>
          <a:blip r:embed="rId1"/>
          <a:stretch/>
        </p:blipFill>
        <p:spPr>
          <a:xfrm>
            <a:off x="2371680" y="2490480"/>
            <a:ext cx="4400280" cy="1854000"/>
          </a:xfrm>
          <a:prstGeom prst="rect">
            <a:avLst/>
          </a:prstGeom>
          <a:ln w="0">
            <a:noFill/>
          </a:ln>
        </p:spPr>
      </p:pic>
    </p:spTree>
  </p:cSld>
  <p:transition spd="slow">
    <p:wipe dir="l"/>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Peer-to-Peer</a:t>
            </a:r>
            <a:br/>
            <a:r>
              <a:rPr b="0" lang="en-US" sz="2400" spc="-1" strike="noStrike">
                <a:solidFill>
                  <a:srgbClr val="367187"/>
                </a:solidFill>
                <a:latin typeface="Arial"/>
                <a:ea typeface="ＭＳ Ｐゴシック"/>
              </a:rPr>
              <a:t>Peer-to-Peer Networks</a:t>
            </a:r>
            <a:endParaRPr b="0" lang="en-US" sz="2400" spc="-1" strike="noStrike">
              <a:solidFill>
                <a:srgbClr val="58585b"/>
              </a:solidFill>
              <a:latin typeface="Arial"/>
            </a:endParaRPr>
          </a:p>
        </p:txBody>
      </p:sp>
      <p:sp>
        <p:nvSpPr>
          <p:cNvPr id="301" name="PlaceHolder 2"/>
          <p:cNvSpPr>
            <a:spLocks noGrp="1"/>
          </p:cNvSpPr>
          <p:nvPr>
            <p:ph/>
          </p:nvPr>
        </p:nvSpPr>
        <p:spPr>
          <a:xfrm>
            <a:off x="268560" y="915480"/>
            <a:ext cx="8372880" cy="1891080"/>
          </a:xfrm>
          <a:prstGeom prst="rect">
            <a:avLst/>
          </a:prstGeom>
          <a:noFill/>
          <a:ln w="0">
            <a:noFill/>
          </a:ln>
        </p:spPr>
        <p:txBody>
          <a:bodyPr numCol="1" spcCol="0" rIns="182880" anchor="t">
            <a:noAutofit/>
          </a:bodyPr>
          <a:p>
            <a:pPr marL="169920" indent="-169920">
              <a:lnSpc>
                <a:spcPct val="100000"/>
              </a:lnSpc>
              <a:spcBef>
                <a:spcPts val="601"/>
              </a:spcBef>
              <a:spcAft>
                <a:spcPts val="99"/>
              </a:spcAft>
              <a:buClr>
                <a:srgbClr val="58585b"/>
              </a:buClr>
              <a:buSzPct val="90000"/>
              <a:buFont typeface="Arial"/>
              <a:buChar char="•"/>
            </a:pPr>
            <a:r>
              <a:rPr b="0" lang="en-US" sz="1500" spc="-1" strike="noStrike">
                <a:solidFill>
                  <a:srgbClr val="000000"/>
                </a:solidFill>
                <a:latin typeface="Arial"/>
                <a:ea typeface="ＭＳ Ｐゴシック"/>
              </a:rPr>
              <a:t>In a peer-to-peer (P2P) network, two or more computers are connected via a network and can share resources (such as printers and files) without having a dedicated server.</a:t>
            </a:r>
            <a:endParaRPr b="0" lang="en-US" sz="1500" spc="-1" strike="noStrike">
              <a:solidFill>
                <a:srgbClr val="58585b"/>
              </a:solidFill>
              <a:latin typeface="Arial"/>
            </a:endParaRPr>
          </a:p>
          <a:p>
            <a:pPr marL="169920" indent="-169920">
              <a:lnSpc>
                <a:spcPct val="100000"/>
              </a:lnSpc>
              <a:spcBef>
                <a:spcPts val="601"/>
              </a:spcBef>
              <a:spcAft>
                <a:spcPts val="99"/>
              </a:spcAft>
              <a:buClr>
                <a:srgbClr val="58585b"/>
              </a:buClr>
              <a:buSzPct val="90000"/>
              <a:buFont typeface="Arial"/>
              <a:buChar char="•"/>
            </a:pPr>
            <a:r>
              <a:rPr b="0" lang="en-US" sz="1500" spc="-1" strike="noStrike">
                <a:solidFill>
                  <a:srgbClr val="000000"/>
                </a:solidFill>
                <a:latin typeface="Arial"/>
                <a:ea typeface="ＭＳ Ｐゴシック"/>
              </a:rPr>
              <a:t>Every connected end device (known as a peer) can function as both a server and a client.</a:t>
            </a:r>
            <a:endParaRPr b="0" lang="en-US" sz="1500" spc="-1" strike="noStrike">
              <a:solidFill>
                <a:srgbClr val="58585b"/>
              </a:solidFill>
              <a:latin typeface="Arial"/>
            </a:endParaRPr>
          </a:p>
          <a:p>
            <a:pPr marL="169920" indent="-169920">
              <a:lnSpc>
                <a:spcPct val="100000"/>
              </a:lnSpc>
              <a:spcBef>
                <a:spcPts val="601"/>
              </a:spcBef>
              <a:spcAft>
                <a:spcPts val="99"/>
              </a:spcAft>
              <a:buClr>
                <a:srgbClr val="58585b"/>
              </a:buClr>
              <a:buSzPct val="90000"/>
              <a:buFont typeface="Arial"/>
              <a:buChar char="•"/>
            </a:pPr>
            <a:r>
              <a:rPr b="0" lang="en-US" sz="1500" spc="-1" strike="noStrike">
                <a:solidFill>
                  <a:srgbClr val="000000"/>
                </a:solidFill>
                <a:latin typeface="Arial"/>
                <a:ea typeface="ＭＳ Ｐゴシック"/>
              </a:rPr>
              <a:t>One computer might assume the role of server for one transaction while simultaneously serving as a client for another. The roles of client and server are set on a per request basis.</a:t>
            </a:r>
            <a:endParaRPr b="0" lang="en-US" sz="1500" spc="-1" strike="noStrike">
              <a:solidFill>
                <a:srgbClr val="58585b"/>
              </a:solidFill>
              <a:latin typeface="Arial"/>
            </a:endParaRPr>
          </a:p>
          <a:p>
            <a:pPr>
              <a:lnSpc>
                <a:spcPct val="100000"/>
              </a:lnSpc>
              <a:spcBef>
                <a:spcPts val="601"/>
              </a:spcBef>
              <a:spcAft>
                <a:spcPts val="601"/>
              </a:spcAft>
              <a:buNone/>
              <a:tabLst>
                <a:tab algn="l" pos="0"/>
              </a:tabLst>
            </a:pPr>
            <a:endParaRPr b="0" lang="en-US" sz="1500" spc="-1" strike="noStrike">
              <a:solidFill>
                <a:srgbClr val="58585b"/>
              </a:solidFill>
              <a:latin typeface="Arial"/>
            </a:endParaRPr>
          </a:p>
        </p:txBody>
      </p:sp>
      <p:pic>
        <p:nvPicPr>
          <p:cNvPr id="302" name="Picture 1" descr=""/>
          <p:cNvPicPr/>
          <p:nvPr/>
        </p:nvPicPr>
        <p:blipFill>
          <a:blip r:embed="rId1"/>
          <a:stretch/>
        </p:blipFill>
        <p:spPr>
          <a:xfrm>
            <a:off x="2186280" y="2923560"/>
            <a:ext cx="4771440" cy="1542240"/>
          </a:xfrm>
          <a:prstGeom prst="rect">
            <a:avLst/>
          </a:prstGeom>
          <a:ln w="0">
            <a:noFill/>
          </a:ln>
        </p:spPr>
      </p:pic>
    </p:spTree>
  </p:cSld>
  <p:transition spd="slow">
    <p:wipe dir="l"/>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title"/>
          </p:nvPr>
        </p:nvSpPr>
        <p:spPr>
          <a:xfrm>
            <a:off x="0" y="118800"/>
            <a:ext cx="9143640" cy="59256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Peer-to-Peer</a:t>
            </a:r>
            <a:br/>
            <a:r>
              <a:rPr b="0" lang="en-US" sz="2400" spc="-1" strike="noStrike">
                <a:solidFill>
                  <a:srgbClr val="367187"/>
                </a:solidFill>
                <a:latin typeface="Arial"/>
                <a:ea typeface="ＭＳ Ｐゴシック"/>
              </a:rPr>
              <a:t>Peer-to-Peer Applications</a:t>
            </a:r>
            <a:endParaRPr b="0" lang="en-US" sz="2400" spc="-1" strike="noStrike">
              <a:solidFill>
                <a:srgbClr val="58585b"/>
              </a:solidFill>
              <a:latin typeface="Arial"/>
            </a:endParaRPr>
          </a:p>
        </p:txBody>
      </p:sp>
      <p:sp>
        <p:nvSpPr>
          <p:cNvPr id="304" name="PlaceHolder 2"/>
          <p:cNvSpPr>
            <a:spLocks noGrp="1"/>
          </p:cNvSpPr>
          <p:nvPr>
            <p:ph/>
          </p:nvPr>
        </p:nvSpPr>
        <p:spPr>
          <a:xfrm>
            <a:off x="247320" y="867240"/>
            <a:ext cx="8649000" cy="1103760"/>
          </a:xfrm>
          <a:prstGeom prst="rect">
            <a:avLst/>
          </a:prstGeom>
          <a:noFill/>
          <a:ln w="0">
            <a:noFill/>
          </a:ln>
        </p:spPr>
        <p:txBody>
          <a:bodyPr numCol="1" spcCol="0" rIns="182880" anchor="t">
            <a:noAutofit/>
          </a:bodyPr>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A P2P application allows a device to act as both a client and a server within the same communication.</a:t>
            </a:r>
            <a:endParaRPr b="0" lang="en-US" sz="15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Some P2P applications use a hybrid system where each peer accesses an index server to get the location of a resource stored on another peer.</a:t>
            </a:r>
            <a:endParaRPr b="0" lang="en-US" sz="1500" spc="-1" strike="noStrike">
              <a:solidFill>
                <a:srgbClr val="58585b"/>
              </a:solidFill>
              <a:latin typeface="Arial"/>
            </a:endParaRPr>
          </a:p>
          <a:p>
            <a:pPr>
              <a:lnSpc>
                <a:spcPct val="100000"/>
              </a:lnSpc>
              <a:spcBef>
                <a:spcPts val="601"/>
              </a:spcBef>
              <a:spcAft>
                <a:spcPts val="601"/>
              </a:spcAft>
              <a:buNone/>
            </a:pPr>
            <a:endParaRPr b="0" lang="en-US" sz="1500" spc="-1" strike="noStrike">
              <a:solidFill>
                <a:srgbClr val="58585b"/>
              </a:solidFill>
              <a:latin typeface="Arial"/>
            </a:endParaRPr>
          </a:p>
          <a:p>
            <a:pPr>
              <a:lnSpc>
                <a:spcPct val="100000"/>
              </a:lnSpc>
              <a:spcBef>
                <a:spcPts val="601"/>
              </a:spcBef>
              <a:spcAft>
                <a:spcPts val="601"/>
              </a:spcAft>
              <a:buNone/>
            </a:pPr>
            <a:endParaRPr b="0" lang="en-US" sz="1500" spc="-1" strike="noStrike">
              <a:solidFill>
                <a:srgbClr val="58585b"/>
              </a:solidFill>
              <a:latin typeface="Arial"/>
            </a:endParaRPr>
          </a:p>
        </p:txBody>
      </p:sp>
      <p:pic>
        <p:nvPicPr>
          <p:cNvPr id="305" name="Picture 1" descr=""/>
          <p:cNvPicPr/>
          <p:nvPr/>
        </p:nvPicPr>
        <p:blipFill>
          <a:blip r:embed="rId1"/>
          <a:stretch/>
        </p:blipFill>
        <p:spPr>
          <a:xfrm>
            <a:off x="2752560" y="2138400"/>
            <a:ext cx="3638160" cy="2137680"/>
          </a:xfrm>
          <a:prstGeom prst="rect">
            <a:avLst/>
          </a:prstGeom>
          <a:ln w="0">
            <a:noFill/>
          </a:ln>
        </p:spPr>
      </p:pic>
    </p:spTree>
  </p:cSld>
  <p:transition spd="slow">
    <p:wipe dir="l"/>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Peer-to-Peer</a:t>
            </a:r>
            <a:br/>
            <a:r>
              <a:rPr b="0" lang="en-US" sz="2400" spc="-1" strike="noStrike">
                <a:solidFill>
                  <a:srgbClr val="367187"/>
                </a:solidFill>
                <a:latin typeface="Arial"/>
                <a:ea typeface="ＭＳ Ｐゴシック"/>
              </a:rPr>
              <a:t>Common P2P Applications</a:t>
            </a:r>
            <a:endParaRPr b="0" lang="en-US" sz="2400" spc="-1" strike="noStrike">
              <a:solidFill>
                <a:srgbClr val="58585b"/>
              </a:solidFill>
              <a:latin typeface="Arial"/>
            </a:endParaRPr>
          </a:p>
        </p:txBody>
      </p:sp>
      <p:sp>
        <p:nvSpPr>
          <p:cNvPr id="307" name="PlaceHolder 2"/>
          <p:cNvSpPr>
            <a:spLocks noGrp="1"/>
          </p:cNvSpPr>
          <p:nvPr>
            <p:ph/>
          </p:nvPr>
        </p:nvSpPr>
        <p:spPr>
          <a:xfrm>
            <a:off x="134280" y="896400"/>
            <a:ext cx="4095720" cy="367524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With P2P applications, each computer in the network that is running the application can act as a client or a server for the other computers in the network that are also running the application.</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Common P2P networks include the following:</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600" spc="-1" strike="noStrike">
                <a:solidFill>
                  <a:srgbClr val="000000"/>
                </a:solidFill>
                <a:latin typeface="Arial"/>
                <a:ea typeface="ＭＳ Ｐゴシック"/>
              </a:rPr>
              <a:t>BitTorrent</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600" spc="-1" strike="noStrike">
                <a:solidFill>
                  <a:srgbClr val="000000"/>
                </a:solidFill>
                <a:latin typeface="Arial"/>
                <a:ea typeface="ＭＳ Ｐゴシック"/>
              </a:rPr>
              <a:t>Direct Connect</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600" spc="-1" strike="noStrike">
                <a:solidFill>
                  <a:srgbClr val="000000"/>
                </a:solidFill>
                <a:latin typeface="Arial"/>
                <a:ea typeface="ＭＳ Ｐゴシック"/>
              </a:rPr>
              <a:t>eDonkey</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600" spc="-1" strike="noStrike">
                <a:solidFill>
                  <a:srgbClr val="000000"/>
                </a:solidFill>
                <a:latin typeface="Arial"/>
                <a:ea typeface="ＭＳ Ｐゴシック"/>
              </a:rPr>
              <a:t>Freenet</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pic>
        <p:nvPicPr>
          <p:cNvPr id="308" name="Picture 1" descr=""/>
          <p:cNvPicPr/>
          <p:nvPr/>
        </p:nvPicPr>
        <p:blipFill>
          <a:blip r:embed="rId1"/>
          <a:stretch/>
        </p:blipFill>
        <p:spPr>
          <a:xfrm>
            <a:off x="4572000" y="1167840"/>
            <a:ext cx="4095720" cy="2858400"/>
          </a:xfrm>
          <a:prstGeom prst="rect">
            <a:avLst/>
          </a:prstGeom>
          <a:ln w="0">
            <a:noFill/>
          </a:ln>
        </p:spPr>
      </p:pic>
    </p:spTree>
  </p:cSld>
  <p:transition spd="slow">
    <p:wipe dir="l"/>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title"/>
          </p:nvPr>
        </p:nvSpPr>
        <p:spPr>
          <a:xfrm>
            <a:off x="416520" y="1798200"/>
            <a:ext cx="8231040" cy="919080"/>
          </a:xfrm>
          <a:prstGeom prst="rect">
            <a:avLst/>
          </a:prstGeom>
          <a:noFill/>
          <a:ln w="0">
            <a:noFill/>
          </a:ln>
        </p:spPr>
        <p:txBody>
          <a:bodyPr numCol="1" spcCol="0" anchor="b">
            <a:noAutofit/>
          </a:bodyPr>
          <a:p>
            <a:pPr>
              <a:lnSpc>
                <a:spcPct val="90000"/>
              </a:lnSpc>
              <a:buNone/>
              <a:tabLst>
                <a:tab algn="l" pos="0"/>
              </a:tabLst>
            </a:pPr>
            <a:r>
              <a:rPr b="0" lang="en-US" sz="4000" spc="-1" strike="noStrike">
                <a:solidFill>
                  <a:srgbClr val="afe8fb"/>
                </a:solidFill>
                <a:latin typeface="Arial"/>
                <a:ea typeface="ＭＳ Ｐゴシック"/>
              </a:rPr>
              <a:t>15.3 Web and Email Protocols</a:t>
            </a:r>
            <a:endParaRPr b="0" lang="en-US" sz="4000" spc="-1" strike="noStrike">
              <a:solidFill>
                <a:srgbClr val="58585b"/>
              </a:solidFill>
              <a:latin typeface="Arial"/>
            </a:endParaRPr>
          </a:p>
        </p:txBody>
      </p:sp>
    </p:spTree>
  </p:cSld>
  <p:transition spd="slow">
    <p:wipe dir="l"/>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Web and Email Protocols</a:t>
            </a:r>
            <a:br/>
            <a:r>
              <a:rPr b="0" lang="en-US" sz="2400" spc="-1" strike="noStrike">
                <a:solidFill>
                  <a:srgbClr val="367187"/>
                </a:solidFill>
                <a:latin typeface="Arial"/>
                <a:ea typeface="ＭＳ Ｐゴシック"/>
              </a:rPr>
              <a:t>Hypertext Transfer Protocol and Hypertext Markup Language</a:t>
            </a:r>
            <a:endParaRPr b="0" lang="en-US" sz="2400" spc="-1" strike="noStrike">
              <a:solidFill>
                <a:srgbClr val="58585b"/>
              </a:solidFill>
              <a:latin typeface="Arial"/>
            </a:endParaRPr>
          </a:p>
        </p:txBody>
      </p:sp>
      <p:sp>
        <p:nvSpPr>
          <p:cNvPr id="311" name="PlaceHolder 2"/>
          <p:cNvSpPr>
            <a:spLocks noGrp="1"/>
          </p:cNvSpPr>
          <p:nvPr>
            <p:ph/>
          </p:nvPr>
        </p:nvSpPr>
        <p:spPr>
          <a:xfrm>
            <a:off x="334800" y="934560"/>
            <a:ext cx="8253360" cy="152496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500" spc="-1" strike="noStrike">
                <a:solidFill>
                  <a:srgbClr val="000000"/>
                </a:solidFill>
                <a:latin typeface="Arial"/>
                <a:ea typeface="ＭＳ Ｐゴシック"/>
              </a:rPr>
              <a:t>When a web address or Uniform Resource Locator (URL) is typed into a web browser, the web browser establishes a connection to the web service. The web service is running on the server that is using the HTTP protocol. </a:t>
            </a:r>
            <a:endParaRPr b="0" lang="en-US" sz="1500" spc="-1" strike="noStrike">
              <a:solidFill>
                <a:srgbClr val="58585b"/>
              </a:solidFill>
              <a:latin typeface="Arial"/>
            </a:endParaRPr>
          </a:p>
          <a:p>
            <a:pPr>
              <a:lnSpc>
                <a:spcPct val="100000"/>
              </a:lnSpc>
              <a:spcBef>
                <a:spcPts val="601"/>
              </a:spcBef>
              <a:spcAft>
                <a:spcPts val="601"/>
              </a:spcAft>
              <a:buNone/>
              <a:tabLst>
                <a:tab algn="l" pos="0"/>
              </a:tabLst>
            </a:pPr>
            <a:r>
              <a:rPr b="0" lang="en-US" sz="1500" spc="-1" strike="noStrike">
                <a:solidFill>
                  <a:srgbClr val="000000"/>
                </a:solidFill>
                <a:latin typeface="Arial"/>
                <a:ea typeface="ＭＳ Ｐゴシック"/>
              </a:rPr>
              <a:t>To better understand how the web browser and web server interact, examine how a web page is opened in a browser.</a:t>
            </a:r>
            <a:endParaRPr b="0" lang="en-US" sz="1500" spc="-1" strike="noStrike">
              <a:solidFill>
                <a:srgbClr val="58585b"/>
              </a:solidFill>
              <a:latin typeface="Arial"/>
            </a:endParaRPr>
          </a:p>
        </p:txBody>
      </p:sp>
      <p:sp>
        <p:nvSpPr>
          <p:cNvPr id="312" name="TextBox 3"/>
          <p:cNvSpPr/>
          <p:nvPr/>
        </p:nvSpPr>
        <p:spPr>
          <a:xfrm>
            <a:off x="334800" y="2683800"/>
            <a:ext cx="3168000" cy="17496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58585b"/>
                </a:solidFill>
                <a:latin typeface="Arial"/>
                <a:ea typeface="ＭＳ Ｐゴシック"/>
              </a:rPr>
              <a:t>Step 1 </a:t>
            </a:r>
            <a:endParaRPr b="0" lang="en-JM" sz="1400" spc="-1" strike="noStrike">
              <a:latin typeface="Arial"/>
            </a:endParaRPr>
          </a:p>
          <a:p>
            <a:pPr>
              <a:lnSpc>
                <a:spcPct val="100000"/>
              </a:lnSpc>
              <a:buNone/>
            </a:pPr>
            <a:r>
              <a:rPr b="0" lang="en-US" sz="1400" spc="-1" strike="noStrike">
                <a:solidFill>
                  <a:srgbClr val="58585b"/>
                </a:solidFill>
                <a:latin typeface="Arial"/>
                <a:ea typeface="ＭＳ Ｐゴシック"/>
              </a:rPr>
              <a:t>The browser interprets the three parts of the URL:</a:t>
            </a:r>
            <a:endParaRPr b="0" lang="en-JM" sz="1400" spc="-1" strike="noStrike">
              <a:latin typeface="Arial"/>
            </a:endParaRPr>
          </a:p>
          <a:p>
            <a:pPr marL="171360" indent="-171360">
              <a:lnSpc>
                <a:spcPct val="100000"/>
              </a:lnSpc>
              <a:buClr>
                <a:srgbClr val="58585b"/>
              </a:buClr>
              <a:buFont typeface="Arial"/>
              <a:buChar char="•"/>
            </a:pPr>
            <a:r>
              <a:rPr b="0" lang="en-US" sz="1400" spc="-1" strike="noStrike">
                <a:solidFill>
                  <a:srgbClr val="58585b"/>
                </a:solidFill>
                <a:latin typeface="Arial"/>
                <a:ea typeface="ＭＳ Ｐゴシック"/>
              </a:rPr>
              <a:t>http (the protocol or scheme)</a:t>
            </a:r>
            <a:endParaRPr b="0" lang="en-JM" sz="1400" spc="-1" strike="noStrike">
              <a:latin typeface="Arial"/>
            </a:endParaRPr>
          </a:p>
          <a:p>
            <a:pPr marL="171360" indent="-171360">
              <a:lnSpc>
                <a:spcPct val="100000"/>
              </a:lnSpc>
              <a:buClr>
                <a:srgbClr val="58585b"/>
              </a:buClr>
              <a:buFont typeface="Arial"/>
              <a:buChar char="•"/>
            </a:pPr>
            <a:r>
              <a:rPr b="0" lang="en-US" sz="1400" spc="-1" strike="noStrike">
                <a:solidFill>
                  <a:srgbClr val="58585b"/>
                </a:solidFill>
                <a:latin typeface="Arial"/>
                <a:ea typeface="ＭＳ Ｐゴシック"/>
              </a:rPr>
              <a:t>www.cisco.com (the server name)</a:t>
            </a:r>
            <a:endParaRPr b="0" lang="en-JM" sz="1400" spc="-1" strike="noStrike">
              <a:latin typeface="Arial"/>
            </a:endParaRPr>
          </a:p>
          <a:p>
            <a:pPr marL="171360" indent="-171360">
              <a:lnSpc>
                <a:spcPct val="100000"/>
              </a:lnSpc>
              <a:buClr>
                <a:srgbClr val="58585b"/>
              </a:buClr>
              <a:buFont typeface="Arial"/>
              <a:buChar char="•"/>
            </a:pPr>
            <a:r>
              <a:rPr b="0" lang="en-US" sz="1400" spc="-1" strike="noStrike">
                <a:solidFill>
                  <a:srgbClr val="58585b"/>
                </a:solidFill>
                <a:latin typeface="Arial"/>
                <a:ea typeface="ＭＳ Ｐゴシック"/>
              </a:rPr>
              <a:t>index.html (the specific filename requested)</a:t>
            </a:r>
            <a:endParaRPr b="0" lang="en-JM" sz="1400" spc="-1" strike="noStrike">
              <a:latin typeface="Arial"/>
            </a:endParaRPr>
          </a:p>
          <a:p>
            <a:pPr>
              <a:lnSpc>
                <a:spcPct val="100000"/>
              </a:lnSpc>
              <a:buNone/>
            </a:pPr>
            <a:endParaRPr b="0" lang="en-JM" sz="1400" spc="-1" strike="noStrike">
              <a:latin typeface="Arial"/>
            </a:endParaRPr>
          </a:p>
        </p:txBody>
      </p:sp>
      <p:pic>
        <p:nvPicPr>
          <p:cNvPr id="313" name="Picture 5" descr=""/>
          <p:cNvPicPr/>
          <p:nvPr/>
        </p:nvPicPr>
        <p:blipFill>
          <a:blip r:embed="rId1"/>
          <a:stretch/>
        </p:blipFill>
        <p:spPr>
          <a:xfrm>
            <a:off x="4553640" y="2571840"/>
            <a:ext cx="4476240" cy="1206000"/>
          </a:xfrm>
          <a:prstGeom prst="rect">
            <a:avLst/>
          </a:prstGeom>
          <a:ln w="0">
            <a:noFill/>
          </a:ln>
        </p:spPr>
      </p:pic>
    </p:spTree>
  </p:cSld>
  <p:transition spd="slow">
    <p:wipe dir="l"/>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Web and Email Protocols</a:t>
            </a:r>
            <a:br/>
            <a:r>
              <a:rPr b="0" lang="en-US" sz="2300" spc="-1" strike="noStrike">
                <a:solidFill>
                  <a:srgbClr val="367187"/>
                </a:solidFill>
                <a:latin typeface="Arial"/>
                <a:ea typeface="ＭＳ Ｐゴシック"/>
              </a:rPr>
              <a:t>Hypertext Transfer Protocol and Hypertext Markup Language (Cont.) </a:t>
            </a:r>
            <a:endParaRPr b="0" lang="en-US" sz="2300" spc="-1" strike="noStrike">
              <a:solidFill>
                <a:srgbClr val="58585b"/>
              </a:solidFill>
              <a:latin typeface="Arial"/>
            </a:endParaRPr>
          </a:p>
        </p:txBody>
      </p:sp>
      <p:sp>
        <p:nvSpPr>
          <p:cNvPr id="315" name="TextBox 3"/>
          <p:cNvSpPr/>
          <p:nvPr/>
        </p:nvSpPr>
        <p:spPr>
          <a:xfrm>
            <a:off x="516600" y="955800"/>
            <a:ext cx="3168000" cy="26013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58585b"/>
                </a:solidFill>
                <a:latin typeface="Arial"/>
                <a:ea typeface="ＭＳ Ｐゴシック"/>
              </a:rPr>
              <a:t>Step 2</a:t>
            </a:r>
            <a:endParaRPr b="0" lang="en-JM" sz="1400" spc="-1" strike="noStrike">
              <a:latin typeface="Arial"/>
            </a:endParaRPr>
          </a:p>
          <a:p>
            <a:pPr>
              <a:lnSpc>
                <a:spcPct val="100000"/>
              </a:lnSpc>
              <a:buNone/>
            </a:pPr>
            <a:r>
              <a:rPr b="0" lang="en-US" sz="1400" spc="-1" strike="noStrike">
                <a:solidFill>
                  <a:srgbClr val="58585b"/>
                </a:solidFill>
                <a:latin typeface="Arial"/>
                <a:ea typeface="ＭＳ Ｐゴシック"/>
              </a:rPr>
              <a:t>The browser then checks with a name server to convert www.cisco.com into a numeric IP address, which it uses to connect to the server. </a:t>
            </a:r>
            <a:endParaRPr b="0" lang="en-JM" sz="1400" spc="-1" strike="noStrike">
              <a:latin typeface="Arial"/>
            </a:endParaRPr>
          </a:p>
          <a:p>
            <a:pPr>
              <a:lnSpc>
                <a:spcPct val="100000"/>
              </a:lnSpc>
              <a:buNone/>
            </a:pPr>
            <a:endParaRPr b="0" lang="en-JM" sz="1400" spc="-1" strike="noStrike">
              <a:latin typeface="Arial"/>
            </a:endParaRPr>
          </a:p>
          <a:p>
            <a:pPr>
              <a:lnSpc>
                <a:spcPct val="100000"/>
              </a:lnSpc>
              <a:buNone/>
            </a:pPr>
            <a:r>
              <a:rPr b="0" lang="en-US" sz="1400" spc="-1" strike="noStrike">
                <a:solidFill>
                  <a:srgbClr val="58585b"/>
                </a:solidFill>
                <a:latin typeface="Arial"/>
                <a:ea typeface="ＭＳ Ｐゴシック"/>
              </a:rPr>
              <a:t>The client initiates an HTTP request to a server by sending a GET request to the server and asks for the index.html file.</a:t>
            </a:r>
            <a:endParaRPr b="0" lang="en-JM" sz="1400" spc="-1" strike="noStrike">
              <a:latin typeface="Arial"/>
            </a:endParaRPr>
          </a:p>
          <a:p>
            <a:pPr>
              <a:lnSpc>
                <a:spcPct val="100000"/>
              </a:lnSpc>
              <a:buNone/>
            </a:pPr>
            <a:endParaRPr b="0" lang="en-JM" sz="1400" spc="-1" strike="noStrike">
              <a:latin typeface="Arial"/>
            </a:endParaRPr>
          </a:p>
        </p:txBody>
      </p:sp>
      <p:pic>
        <p:nvPicPr>
          <p:cNvPr id="316" name="Picture 6" descr=""/>
          <p:cNvPicPr/>
          <p:nvPr/>
        </p:nvPicPr>
        <p:blipFill>
          <a:blip r:embed="rId1"/>
          <a:stretch/>
        </p:blipFill>
        <p:spPr>
          <a:xfrm>
            <a:off x="416520" y="3262680"/>
            <a:ext cx="3368520" cy="1240200"/>
          </a:xfrm>
          <a:prstGeom prst="rect">
            <a:avLst/>
          </a:prstGeom>
          <a:ln w="0">
            <a:noFill/>
          </a:ln>
        </p:spPr>
      </p:pic>
      <p:sp>
        <p:nvSpPr>
          <p:cNvPr id="317" name="TextBox 7"/>
          <p:cNvSpPr/>
          <p:nvPr/>
        </p:nvSpPr>
        <p:spPr>
          <a:xfrm>
            <a:off x="4572000" y="955800"/>
            <a:ext cx="394056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58585b"/>
                </a:solidFill>
                <a:latin typeface="Arial"/>
                <a:ea typeface="ＭＳ Ｐゴシック"/>
              </a:rPr>
              <a:t>Step 3</a:t>
            </a:r>
            <a:endParaRPr b="0" lang="en-JM" sz="1400" spc="-1" strike="noStrike">
              <a:latin typeface="Arial"/>
            </a:endParaRPr>
          </a:p>
          <a:p>
            <a:pPr>
              <a:lnSpc>
                <a:spcPct val="100000"/>
              </a:lnSpc>
              <a:buNone/>
            </a:pPr>
            <a:r>
              <a:rPr b="0" lang="en-US" sz="1400" spc="-1" strike="noStrike">
                <a:solidFill>
                  <a:srgbClr val="58585b"/>
                </a:solidFill>
                <a:latin typeface="Arial"/>
                <a:ea typeface="ＭＳ Ｐゴシック"/>
              </a:rPr>
              <a:t>In response to the request, the server sends the HTML code for this web page to the browser.</a:t>
            </a:r>
            <a:endParaRPr b="0" lang="en-JM" sz="1400" spc="-1" strike="noStrike">
              <a:latin typeface="Arial"/>
            </a:endParaRPr>
          </a:p>
        </p:txBody>
      </p:sp>
      <p:pic>
        <p:nvPicPr>
          <p:cNvPr id="318" name="Picture 8" descr=""/>
          <p:cNvPicPr/>
          <p:nvPr/>
        </p:nvPicPr>
        <p:blipFill>
          <a:blip r:embed="rId2"/>
          <a:stretch/>
        </p:blipFill>
        <p:spPr>
          <a:xfrm>
            <a:off x="4860720" y="2183040"/>
            <a:ext cx="3565440" cy="2159280"/>
          </a:xfrm>
          <a:prstGeom prst="rect">
            <a:avLst/>
          </a:prstGeom>
          <a:ln w="0">
            <a:noFill/>
          </a:ln>
        </p:spPr>
      </p:pic>
    </p:spTree>
  </p:cSld>
  <p:transition spd="slow">
    <p:wipe dir="l"/>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Web and Email Protocols</a:t>
            </a:r>
            <a:br/>
            <a:r>
              <a:rPr b="0" lang="en-US" sz="2300" spc="-1" strike="noStrike">
                <a:solidFill>
                  <a:srgbClr val="367187"/>
                </a:solidFill>
                <a:latin typeface="Arial"/>
                <a:ea typeface="ＭＳ Ｐゴシック"/>
              </a:rPr>
              <a:t>Hypertext Transfer Protocol and Hypertext Markup Language (Cont.) </a:t>
            </a:r>
            <a:endParaRPr b="0" lang="en-US" sz="2300" spc="-1" strike="noStrike">
              <a:solidFill>
                <a:srgbClr val="58585b"/>
              </a:solidFill>
              <a:latin typeface="Arial"/>
            </a:endParaRPr>
          </a:p>
        </p:txBody>
      </p:sp>
      <p:sp>
        <p:nvSpPr>
          <p:cNvPr id="320" name="TextBox 3"/>
          <p:cNvSpPr/>
          <p:nvPr/>
        </p:nvSpPr>
        <p:spPr>
          <a:xfrm>
            <a:off x="797040" y="993960"/>
            <a:ext cx="7104960" cy="684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58585b"/>
                </a:solidFill>
                <a:latin typeface="Arial"/>
                <a:ea typeface="ＭＳ Ｐゴシック"/>
              </a:rPr>
              <a:t>Step 4</a:t>
            </a:r>
            <a:endParaRPr b="0" lang="en-JM" sz="1400" spc="-1" strike="noStrike">
              <a:latin typeface="Arial"/>
            </a:endParaRPr>
          </a:p>
          <a:p>
            <a:pPr>
              <a:lnSpc>
                <a:spcPct val="100000"/>
              </a:lnSpc>
              <a:buNone/>
            </a:pPr>
            <a:r>
              <a:rPr b="0" lang="en-US" sz="1400" spc="-1" strike="noStrike">
                <a:solidFill>
                  <a:srgbClr val="58585b"/>
                </a:solidFill>
                <a:latin typeface="Arial"/>
                <a:ea typeface="ＭＳ Ｐゴシック"/>
              </a:rPr>
              <a:t>The browser deciphers the HTML code and formats the page for the browser window.</a:t>
            </a:r>
            <a:endParaRPr b="0" lang="en-JM" sz="1400" spc="-1" strike="noStrike">
              <a:latin typeface="Arial"/>
            </a:endParaRPr>
          </a:p>
          <a:p>
            <a:pPr>
              <a:lnSpc>
                <a:spcPct val="100000"/>
              </a:lnSpc>
              <a:buNone/>
            </a:pPr>
            <a:endParaRPr b="0" lang="en-JM" sz="1400" spc="-1" strike="noStrike">
              <a:latin typeface="Arial"/>
            </a:endParaRPr>
          </a:p>
        </p:txBody>
      </p:sp>
      <p:pic>
        <p:nvPicPr>
          <p:cNvPr id="321" name="Picture 1" descr=""/>
          <p:cNvPicPr/>
          <p:nvPr/>
        </p:nvPicPr>
        <p:blipFill>
          <a:blip r:embed="rId1"/>
          <a:stretch/>
        </p:blipFill>
        <p:spPr>
          <a:xfrm>
            <a:off x="1512000" y="2011320"/>
            <a:ext cx="4695480" cy="2271600"/>
          </a:xfrm>
          <a:prstGeom prst="rect">
            <a:avLst/>
          </a:prstGeom>
          <a:ln w="0">
            <a:noFill/>
          </a:ln>
        </p:spPr>
      </p:pic>
    </p:spTree>
  </p:cSld>
  <p:transition spd="slow">
    <p:wipe dir="l"/>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Web and Email Protocols</a:t>
            </a:r>
            <a:br/>
            <a:r>
              <a:rPr b="0" lang="en-US" sz="2400" spc="-1" strike="noStrike">
                <a:solidFill>
                  <a:srgbClr val="367187"/>
                </a:solidFill>
                <a:latin typeface="Arial"/>
                <a:ea typeface="ＭＳ Ｐゴシック"/>
              </a:rPr>
              <a:t>HTTP and HTTPS</a:t>
            </a:r>
            <a:endParaRPr b="0" lang="en-US" sz="2400" spc="-1" strike="noStrike">
              <a:solidFill>
                <a:srgbClr val="58585b"/>
              </a:solidFill>
              <a:latin typeface="Arial"/>
            </a:endParaRPr>
          </a:p>
        </p:txBody>
      </p:sp>
      <p:sp>
        <p:nvSpPr>
          <p:cNvPr id="323" name="PlaceHolder 2"/>
          <p:cNvSpPr>
            <a:spLocks noGrp="1"/>
          </p:cNvSpPr>
          <p:nvPr>
            <p:ph/>
          </p:nvPr>
        </p:nvSpPr>
        <p:spPr>
          <a:xfrm>
            <a:off x="254520" y="798840"/>
            <a:ext cx="3922920" cy="383292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HTTP is a request/response protocol that specifies the message types used for that communication. </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The three common message types are GET, POST, and PUT:</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1" lang="en-US" sz="1600" spc="-1" strike="noStrike">
                <a:solidFill>
                  <a:srgbClr val="000000"/>
                </a:solidFill>
                <a:latin typeface="Arial"/>
                <a:ea typeface="ＭＳ Ｐゴシック"/>
              </a:rPr>
              <a:t>GET</a:t>
            </a:r>
            <a:r>
              <a:rPr b="0" lang="en-US" sz="1600" spc="-1" strike="noStrike">
                <a:solidFill>
                  <a:srgbClr val="000000"/>
                </a:solidFill>
                <a:latin typeface="Arial"/>
                <a:ea typeface="ＭＳ Ｐゴシック"/>
              </a:rPr>
              <a:t> - This is a client request for data. A client (web browser) sends the GET message to the web server to request HTML pages.</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1" lang="en-US" sz="1600" spc="-1" strike="noStrike">
                <a:solidFill>
                  <a:srgbClr val="000000"/>
                </a:solidFill>
                <a:latin typeface="Arial"/>
                <a:ea typeface="ＭＳ Ｐゴシック"/>
              </a:rPr>
              <a:t>POST</a:t>
            </a:r>
            <a:r>
              <a:rPr b="0" lang="en-US" sz="1600" spc="-1" strike="noStrike">
                <a:solidFill>
                  <a:srgbClr val="000000"/>
                </a:solidFill>
                <a:latin typeface="Arial"/>
                <a:ea typeface="ＭＳ Ｐゴシック"/>
              </a:rPr>
              <a:t> - This uploads data files to the web server, such as form data.</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1" lang="en-US" sz="1600" spc="-1" strike="noStrike">
                <a:solidFill>
                  <a:srgbClr val="000000"/>
                </a:solidFill>
                <a:latin typeface="Arial"/>
                <a:ea typeface="ＭＳ Ｐゴシック"/>
              </a:rPr>
              <a:t>PUT</a:t>
            </a:r>
            <a:r>
              <a:rPr b="0" lang="en-US" sz="1600" spc="-1" strike="noStrike">
                <a:solidFill>
                  <a:srgbClr val="000000"/>
                </a:solidFill>
                <a:latin typeface="Arial"/>
                <a:ea typeface="ＭＳ Ｐゴシック"/>
              </a:rPr>
              <a:t> - This uploads resources or content to the web server, such as an image.</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sp>
        <p:nvSpPr>
          <p:cNvPr id="324" name="TextBox 3"/>
          <p:cNvSpPr/>
          <p:nvPr/>
        </p:nvSpPr>
        <p:spPr>
          <a:xfrm>
            <a:off x="4947840" y="3893400"/>
            <a:ext cx="3381120" cy="7297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58585b"/>
                </a:solidFill>
                <a:latin typeface="Arial"/>
                <a:ea typeface="ＭＳ Ｐゴシック"/>
              </a:rPr>
              <a:t>Note: </a:t>
            </a:r>
            <a:r>
              <a:rPr b="0" lang="en-US" sz="1400" spc="-1" strike="noStrike">
                <a:solidFill>
                  <a:srgbClr val="58585b"/>
                </a:solidFill>
                <a:latin typeface="Arial"/>
                <a:ea typeface="ＭＳ Ｐゴシック"/>
              </a:rPr>
              <a:t>HTTP is not a secure protocol. For secure communications sent across the internet, HTTPS should be used.</a:t>
            </a:r>
            <a:endParaRPr b="0" lang="en-JM" sz="1400" spc="-1" strike="noStrike">
              <a:latin typeface="Arial"/>
            </a:endParaRPr>
          </a:p>
        </p:txBody>
      </p:sp>
      <p:pic>
        <p:nvPicPr>
          <p:cNvPr id="325" name="Picture 1" descr=""/>
          <p:cNvPicPr/>
          <p:nvPr/>
        </p:nvPicPr>
        <p:blipFill>
          <a:blip r:embed="rId1"/>
          <a:stretch/>
        </p:blipFill>
        <p:spPr>
          <a:xfrm>
            <a:off x="4572000" y="1309320"/>
            <a:ext cx="4132800" cy="2524680"/>
          </a:xfrm>
          <a:prstGeom prst="rect">
            <a:avLst/>
          </a:prstGeom>
          <a:ln w="0">
            <a:noFill/>
          </a:ln>
        </p:spPr>
      </p:pic>
    </p:spTree>
  </p:cSld>
  <p:transition spd="slow">
    <p:wipe dir="l"/>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Web and Email Protocols</a:t>
            </a:r>
            <a:br/>
            <a:r>
              <a:rPr b="0" lang="en-US" sz="2400" spc="-1" strike="noStrike">
                <a:solidFill>
                  <a:srgbClr val="367187"/>
                </a:solidFill>
                <a:latin typeface="Arial"/>
                <a:ea typeface="ＭＳ Ｐゴシック"/>
              </a:rPr>
              <a:t>Email Protocols</a:t>
            </a:r>
            <a:endParaRPr b="0" lang="en-US" sz="2400" spc="-1" strike="noStrike">
              <a:solidFill>
                <a:srgbClr val="58585b"/>
              </a:solidFill>
              <a:latin typeface="Arial"/>
            </a:endParaRPr>
          </a:p>
        </p:txBody>
      </p:sp>
      <p:sp>
        <p:nvSpPr>
          <p:cNvPr id="327" name="PlaceHolder 2"/>
          <p:cNvSpPr>
            <a:spLocks noGrp="1"/>
          </p:cNvSpPr>
          <p:nvPr>
            <p:ph/>
          </p:nvPr>
        </p:nvSpPr>
        <p:spPr>
          <a:xfrm>
            <a:off x="201240" y="798840"/>
            <a:ext cx="4177080" cy="359316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Email is a store-and-forward method of sending, storing, and retrieving electronic messages across a network. Email messages are stored in databases on mail servers. Email clients communicate with mail servers to send and receive email.</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The email protocols used for operation are: </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600" spc="-1" strike="noStrike">
                <a:solidFill>
                  <a:srgbClr val="000000"/>
                </a:solidFill>
                <a:latin typeface="Arial"/>
                <a:ea typeface="ＭＳ Ｐゴシック"/>
              </a:rPr>
              <a:t>Simple Mail Transfer Protocol (SMTP) – used to send mail.</a:t>
            </a:r>
            <a:endParaRPr b="0" lang="en-US" sz="16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600" spc="-1" strike="noStrike">
                <a:solidFill>
                  <a:srgbClr val="000000"/>
                </a:solidFill>
                <a:latin typeface="Arial"/>
                <a:ea typeface="ＭＳ Ｐゴシック"/>
              </a:rPr>
              <a:t>Post Office Protocol (POP) &amp; IMAP – used for clients to receive mail.</a:t>
            </a:r>
            <a:endParaRPr b="0" lang="en-US" sz="1600" spc="-1" strike="noStrike">
              <a:solidFill>
                <a:srgbClr val="58585b"/>
              </a:solidFill>
              <a:latin typeface="Arial"/>
            </a:endParaRPr>
          </a:p>
        </p:txBody>
      </p:sp>
      <p:pic>
        <p:nvPicPr>
          <p:cNvPr id="328" name="Picture 6" descr=""/>
          <p:cNvPicPr/>
          <p:nvPr/>
        </p:nvPicPr>
        <p:blipFill>
          <a:blip r:embed="rId1"/>
          <a:stretch/>
        </p:blipFill>
        <p:spPr>
          <a:xfrm>
            <a:off x="4765320" y="1182960"/>
            <a:ext cx="3931560" cy="2777400"/>
          </a:xfrm>
          <a:prstGeom prst="rect">
            <a:avLst/>
          </a:prstGeom>
          <a:ln w="0">
            <a:noFill/>
          </a:ln>
        </p:spPr>
      </p:pic>
    </p:spTree>
  </p:cSld>
  <p:transition spd="slow">
    <p:wipe dir="l"/>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Web and Email Protocols</a:t>
            </a:r>
            <a:br/>
            <a:r>
              <a:rPr b="0" lang="en-US" sz="2400" spc="-1" strike="noStrike">
                <a:solidFill>
                  <a:srgbClr val="367187"/>
                </a:solidFill>
                <a:latin typeface="Arial"/>
                <a:ea typeface="ＭＳ Ｐゴシック"/>
              </a:rPr>
              <a:t>SMTP, POP and IMAP</a:t>
            </a:r>
            <a:endParaRPr b="0" lang="en-US" sz="2400" spc="-1" strike="noStrike">
              <a:solidFill>
                <a:srgbClr val="58585b"/>
              </a:solidFill>
              <a:latin typeface="Arial"/>
            </a:endParaRPr>
          </a:p>
        </p:txBody>
      </p:sp>
      <p:sp>
        <p:nvSpPr>
          <p:cNvPr id="330" name="PlaceHolder 2"/>
          <p:cNvSpPr>
            <a:spLocks noGrp="1"/>
          </p:cNvSpPr>
          <p:nvPr>
            <p:ph/>
          </p:nvPr>
        </p:nvSpPr>
        <p:spPr>
          <a:xfrm>
            <a:off x="159480" y="798840"/>
            <a:ext cx="4010400" cy="3811320"/>
          </a:xfrm>
          <a:prstGeom prst="rect">
            <a:avLst/>
          </a:prstGeom>
          <a:noFill/>
          <a:ln w="0">
            <a:noFill/>
          </a:ln>
        </p:spPr>
        <p:txBody>
          <a:bodyPr numCol="1" spcCol="0" rIns="182880" anchor="t">
            <a:noAutofit/>
          </a:bodyPr>
          <a:p>
            <a:pPr marL="171360" indent="-17136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When a client sends email, the client SMTP process connects with a server SMTP process on well-known port 25. </a:t>
            </a:r>
            <a:endParaRPr b="0" lang="en-US" sz="1500" spc="-1" strike="noStrike">
              <a:solidFill>
                <a:srgbClr val="58585b"/>
              </a:solidFill>
              <a:latin typeface="Arial"/>
            </a:endParaRPr>
          </a:p>
          <a:p>
            <a:pPr marL="171360" indent="-17136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After the connection is made, the client attempts to send the email to the server across the connection. </a:t>
            </a:r>
            <a:endParaRPr b="0" lang="en-US" sz="1500" spc="-1" strike="noStrike">
              <a:solidFill>
                <a:srgbClr val="58585b"/>
              </a:solidFill>
              <a:latin typeface="Arial"/>
            </a:endParaRPr>
          </a:p>
          <a:p>
            <a:pPr marL="171360" indent="-17136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When the server receives the message, it either places the message in a local account, if the recipient is local, or forwards the message to another mail server for delivery.</a:t>
            </a:r>
            <a:endParaRPr b="0" lang="en-US" sz="1500" spc="-1" strike="noStrike">
              <a:solidFill>
                <a:srgbClr val="58585b"/>
              </a:solidFill>
              <a:latin typeface="Arial"/>
            </a:endParaRPr>
          </a:p>
          <a:p>
            <a:pPr marL="171360" indent="-171360">
              <a:lnSpc>
                <a:spcPct val="100000"/>
              </a:lnSpc>
              <a:spcBef>
                <a:spcPts val="60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The destination email server may not be online or may be busy. If so, SMTP spools messages to be sent at a later time. </a:t>
            </a:r>
            <a:endParaRPr b="0" lang="en-US" sz="1500" spc="-1" strike="noStrike">
              <a:solidFill>
                <a:srgbClr val="58585b"/>
              </a:solidFill>
              <a:latin typeface="Arial"/>
            </a:endParaRPr>
          </a:p>
          <a:p>
            <a:pPr>
              <a:lnSpc>
                <a:spcPct val="100000"/>
              </a:lnSpc>
              <a:spcBef>
                <a:spcPts val="601"/>
              </a:spcBef>
              <a:spcAft>
                <a:spcPts val="601"/>
              </a:spcAft>
              <a:buNone/>
              <a:tabLst>
                <a:tab algn="l" pos="0"/>
              </a:tabLst>
            </a:pPr>
            <a:endParaRPr b="0" lang="en-US" sz="1500" spc="-1" strike="noStrike">
              <a:solidFill>
                <a:srgbClr val="58585b"/>
              </a:solidFill>
              <a:latin typeface="Arial"/>
            </a:endParaRPr>
          </a:p>
        </p:txBody>
      </p:sp>
      <p:sp>
        <p:nvSpPr>
          <p:cNvPr id="331" name="TextBox 9"/>
          <p:cNvSpPr/>
          <p:nvPr/>
        </p:nvSpPr>
        <p:spPr>
          <a:xfrm>
            <a:off x="4173840" y="3698280"/>
            <a:ext cx="4604040" cy="7297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58585b"/>
                </a:solidFill>
                <a:latin typeface="Arial"/>
                <a:ea typeface="ＭＳ Ｐゴシック"/>
              </a:rPr>
              <a:t>Note</a:t>
            </a:r>
            <a:r>
              <a:rPr b="0" lang="en-US" sz="1400" spc="-1" strike="noStrike">
                <a:solidFill>
                  <a:srgbClr val="58585b"/>
                </a:solidFill>
                <a:latin typeface="Arial"/>
                <a:ea typeface="ＭＳ Ｐゴシック"/>
              </a:rPr>
              <a:t>: SMTP message formats require a message header (recipient email address &amp; sender email address) and a message body.</a:t>
            </a:r>
            <a:endParaRPr b="0" lang="en-JM" sz="1400" spc="-1" strike="noStrike">
              <a:latin typeface="Arial"/>
            </a:endParaRPr>
          </a:p>
        </p:txBody>
      </p:sp>
      <p:pic>
        <p:nvPicPr>
          <p:cNvPr id="332" name="Picture 1" descr=""/>
          <p:cNvPicPr/>
          <p:nvPr/>
        </p:nvPicPr>
        <p:blipFill>
          <a:blip r:embed="rId1"/>
          <a:stretch/>
        </p:blipFill>
        <p:spPr>
          <a:xfrm>
            <a:off x="4702320" y="1148040"/>
            <a:ext cx="3804120" cy="2276280"/>
          </a:xfrm>
          <a:prstGeom prst="rect">
            <a:avLst/>
          </a:prstGeom>
          <a:ln w="0">
            <a:noFill/>
          </a:ln>
        </p:spPr>
      </p:pic>
    </p:spTree>
  </p:cSld>
  <p:transition spd="slow">
    <p:wipe dir="l"/>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Web and Email Protocols</a:t>
            </a:r>
            <a:br/>
            <a:r>
              <a:rPr b="0" lang="en-US" sz="2400" spc="-1" strike="noStrike">
                <a:solidFill>
                  <a:srgbClr val="367187"/>
                </a:solidFill>
                <a:latin typeface="Arial"/>
                <a:ea typeface="ＭＳ Ｐゴシック"/>
              </a:rPr>
              <a:t>SMTP, POP and IMAP (Cont.)</a:t>
            </a:r>
            <a:endParaRPr b="0" lang="en-US" sz="2400" spc="-1" strike="noStrike">
              <a:solidFill>
                <a:srgbClr val="58585b"/>
              </a:solidFill>
              <a:latin typeface="Arial"/>
            </a:endParaRPr>
          </a:p>
        </p:txBody>
      </p:sp>
      <p:sp>
        <p:nvSpPr>
          <p:cNvPr id="334" name="PlaceHolder 2"/>
          <p:cNvSpPr>
            <a:spLocks noGrp="1"/>
          </p:cNvSpPr>
          <p:nvPr>
            <p:ph/>
          </p:nvPr>
        </p:nvSpPr>
        <p:spPr>
          <a:xfrm>
            <a:off x="158040" y="720720"/>
            <a:ext cx="8288640" cy="64584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POP is used by an application to retrieve mail from a mail server. When mail is downloaded from the server to the client using POP the messages are then deleted on the server. </a:t>
            </a:r>
            <a:endParaRPr b="0" lang="en-US" sz="1600" spc="-1" strike="noStrike">
              <a:solidFill>
                <a:srgbClr val="58585b"/>
              </a:solidFill>
              <a:latin typeface="Arial"/>
            </a:endParaRPr>
          </a:p>
        </p:txBody>
      </p:sp>
      <p:sp>
        <p:nvSpPr>
          <p:cNvPr id="335" name="TextBox 3"/>
          <p:cNvSpPr/>
          <p:nvPr/>
        </p:nvSpPr>
        <p:spPr>
          <a:xfrm>
            <a:off x="181080" y="1445400"/>
            <a:ext cx="4120920" cy="3559320"/>
          </a:xfrm>
          <a:prstGeom prst="rect">
            <a:avLst/>
          </a:prstGeom>
          <a:noFill/>
          <a:ln w="0">
            <a:noFill/>
          </a:ln>
        </p:spPr>
        <p:style>
          <a:lnRef idx="0"/>
          <a:fillRef idx="0"/>
          <a:effectRef idx="0"/>
          <a:fontRef idx="minor"/>
        </p:style>
        <p:txBody>
          <a:bodyPr lIns="90000" rIns="90000" tIns="45000" bIns="45000" anchor="t">
            <a:spAutoFit/>
          </a:bodyPr>
          <a:p>
            <a:pPr lvl="1" marL="360360" indent="-171360">
              <a:lnSpc>
                <a:spcPct val="100000"/>
              </a:lnSpc>
              <a:spcAft>
                <a:spcPts val="601"/>
              </a:spcAft>
              <a:buClr>
                <a:srgbClr val="58585b"/>
              </a:buClr>
              <a:buFont typeface="Arial"/>
              <a:buChar char="•"/>
            </a:pPr>
            <a:r>
              <a:rPr b="0" lang="en-US" sz="1600" spc="-1" strike="noStrike">
                <a:solidFill>
                  <a:srgbClr val="58585b"/>
                </a:solidFill>
                <a:latin typeface="Arial"/>
                <a:ea typeface="ＭＳ Ｐゴシック"/>
              </a:rPr>
              <a:t>The server starts the POP service by passively listening on TCP port 110 for client connection requests. </a:t>
            </a:r>
            <a:endParaRPr b="0" lang="en-JM" sz="1600" spc="-1" strike="noStrike">
              <a:latin typeface="Arial"/>
            </a:endParaRPr>
          </a:p>
          <a:p>
            <a:pPr lvl="1" marL="360360" indent="-171360">
              <a:lnSpc>
                <a:spcPct val="100000"/>
              </a:lnSpc>
              <a:spcAft>
                <a:spcPts val="601"/>
              </a:spcAft>
              <a:buClr>
                <a:srgbClr val="58585b"/>
              </a:buClr>
              <a:buFont typeface="Arial"/>
              <a:buChar char="•"/>
            </a:pPr>
            <a:r>
              <a:rPr b="0" lang="en-US" sz="1600" spc="-1" strike="noStrike">
                <a:solidFill>
                  <a:srgbClr val="58585b"/>
                </a:solidFill>
                <a:latin typeface="Arial"/>
                <a:ea typeface="ＭＳ Ｐゴシック"/>
              </a:rPr>
              <a:t>When a client wants to make use of the service, it sends a request to establish a TCP connection with the server.</a:t>
            </a:r>
            <a:endParaRPr b="0" lang="en-JM" sz="1600" spc="-1" strike="noStrike">
              <a:latin typeface="Arial"/>
            </a:endParaRPr>
          </a:p>
          <a:p>
            <a:pPr lvl="1" marL="360360" indent="-171360">
              <a:lnSpc>
                <a:spcPct val="100000"/>
              </a:lnSpc>
              <a:spcAft>
                <a:spcPts val="601"/>
              </a:spcAft>
              <a:buClr>
                <a:srgbClr val="58585b"/>
              </a:buClr>
              <a:buFont typeface="Arial"/>
              <a:buChar char="•"/>
            </a:pPr>
            <a:r>
              <a:rPr b="0" lang="en-US" sz="1600" spc="-1" strike="noStrike">
                <a:solidFill>
                  <a:srgbClr val="58585b"/>
                </a:solidFill>
                <a:latin typeface="Arial"/>
                <a:ea typeface="ＭＳ Ｐゴシック"/>
              </a:rPr>
              <a:t>When the connection is established, the POP server sends a greeting. </a:t>
            </a:r>
            <a:endParaRPr b="0" lang="en-JM" sz="1600" spc="-1" strike="noStrike">
              <a:latin typeface="Arial"/>
            </a:endParaRPr>
          </a:p>
          <a:p>
            <a:pPr lvl="1" marL="360360" indent="-171360">
              <a:lnSpc>
                <a:spcPct val="100000"/>
              </a:lnSpc>
              <a:spcAft>
                <a:spcPts val="601"/>
              </a:spcAft>
              <a:buClr>
                <a:srgbClr val="58585b"/>
              </a:buClr>
              <a:buFont typeface="Arial"/>
              <a:buChar char="•"/>
            </a:pPr>
            <a:r>
              <a:rPr b="0" lang="en-US" sz="1600" spc="-1" strike="noStrike">
                <a:solidFill>
                  <a:srgbClr val="58585b"/>
                </a:solidFill>
                <a:latin typeface="Arial"/>
                <a:ea typeface="ＭＳ Ｐゴシック"/>
              </a:rPr>
              <a:t>The client and POP server then exchange commands and responses until the connection is closed or aborted.</a:t>
            </a:r>
            <a:endParaRPr b="0" lang="en-JM" sz="1600" spc="-1" strike="noStrike">
              <a:latin typeface="Arial"/>
            </a:endParaRPr>
          </a:p>
          <a:p>
            <a:pPr>
              <a:lnSpc>
                <a:spcPct val="100000"/>
              </a:lnSpc>
              <a:buNone/>
            </a:pPr>
            <a:endParaRPr b="0" lang="en-JM" sz="1600" spc="-1" strike="noStrike">
              <a:latin typeface="Arial"/>
            </a:endParaRPr>
          </a:p>
        </p:txBody>
      </p:sp>
      <p:sp>
        <p:nvSpPr>
          <p:cNvPr id="336" name="TextBox 9"/>
          <p:cNvSpPr/>
          <p:nvPr/>
        </p:nvSpPr>
        <p:spPr>
          <a:xfrm>
            <a:off x="4302360" y="3995640"/>
            <a:ext cx="4604040" cy="637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200" spc="-1" strike="noStrike">
                <a:solidFill>
                  <a:srgbClr val="58585b"/>
                </a:solidFill>
                <a:latin typeface="Arial"/>
                <a:ea typeface="ＭＳ Ｐゴシック"/>
              </a:rPr>
              <a:t>Note: Since POP does not store messages, it is not recommended for small businesses that need a centralized backup solution.</a:t>
            </a:r>
            <a:endParaRPr b="0" lang="en-JM" sz="1200" spc="-1" strike="noStrike">
              <a:latin typeface="Arial"/>
            </a:endParaRPr>
          </a:p>
        </p:txBody>
      </p:sp>
      <p:pic>
        <p:nvPicPr>
          <p:cNvPr id="337" name="Picture 5" descr=""/>
          <p:cNvPicPr/>
          <p:nvPr/>
        </p:nvPicPr>
        <p:blipFill>
          <a:blip r:embed="rId1"/>
          <a:stretch/>
        </p:blipFill>
        <p:spPr>
          <a:xfrm>
            <a:off x="4759200" y="1537560"/>
            <a:ext cx="3690360" cy="2364840"/>
          </a:xfrm>
          <a:prstGeom prst="rect">
            <a:avLst/>
          </a:prstGeom>
          <a:ln w="0">
            <a:noFill/>
          </a:ln>
        </p:spPr>
      </p:pic>
    </p:spTree>
  </p:cSld>
  <p:transition spd="slow">
    <p:wipe dir="l"/>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Web and Email Protocols</a:t>
            </a:r>
            <a:br/>
            <a:r>
              <a:rPr b="0" lang="en-US" sz="2400" spc="-1" strike="noStrike">
                <a:solidFill>
                  <a:srgbClr val="367187"/>
                </a:solidFill>
                <a:latin typeface="Arial"/>
                <a:ea typeface="ＭＳ Ｐゴシック"/>
              </a:rPr>
              <a:t>SMTP, POP and IMAP (Cont.)</a:t>
            </a:r>
            <a:endParaRPr b="0" lang="en-US" sz="2400" spc="-1" strike="noStrike">
              <a:solidFill>
                <a:srgbClr val="58585b"/>
              </a:solidFill>
              <a:latin typeface="Arial"/>
            </a:endParaRPr>
          </a:p>
        </p:txBody>
      </p:sp>
      <p:sp>
        <p:nvSpPr>
          <p:cNvPr id="339" name="PlaceHolder 2"/>
          <p:cNvSpPr>
            <a:spLocks noGrp="1"/>
          </p:cNvSpPr>
          <p:nvPr>
            <p:ph/>
          </p:nvPr>
        </p:nvSpPr>
        <p:spPr>
          <a:xfrm>
            <a:off x="365760" y="798840"/>
            <a:ext cx="3804120" cy="381132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IMAP is another protocol that describes a method to retrieve email messages.</a:t>
            </a:r>
            <a:endParaRPr b="0" lang="en-US" sz="1600" spc="-1" strike="noStrike">
              <a:solidFill>
                <a:srgbClr val="58585b"/>
              </a:solidFill>
              <a:latin typeface="Arial"/>
            </a:endParaRPr>
          </a:p>
          <a:p>
            <a:pPr marL="171360" indent="-171360">
              <a:lnSpc>
                <a:spcPct val="100000"/>
              </a:lnSpc>
              <a:spcBef>
                <a:spcPts val="601"/>
              </a:spcBef>
              <a:spcAft>
                <a:spcPts val="601"/>
              </a:spcAft>
              <a:buClr>
                <a:srgbClr val="58585b"/>
              </a:buClr>
              <a:buSzPct val="90000"/>
              <a:buFont typeface="Arial"/>
              <a:buChar char="•"/>
              <a:tabLst>
                <a:tab algn="l" pos="0"/>
              </a:tabLst>
            </a:pPr>
            <a:r>
              <a:rPr b="0" lang="en-US" sz="1600" spc="-1" strike="noStrike">
                <a:solidFill>
                  <a:srgbClr val="000000"/>
                </a:solidFill>
                <a:latin typeface="Arial"/>
                <a:ea typeface="ＭＳ Ｐゴシック"/>
              </a:rPr>
              <a:t>Unlike POP, when a user connects to an IMAP server, copies of the messages are downloaded to the client application. The original messages are kept on the server until manually deleted. </a:t>
            </a:r>
            <a:endParaRPr b="0" lang="en-US" sz="1600" spc="-1" strike="noStrike">
              <a:solidFill>
                <a:srgbClr val="58585b"/>
              </a:solidFill>
              <a:latin typeface="Arial"/>
            </a:endParaRPr>
          </a:p>
          <a:p>
            <a:pPr marL="171360" indent="-171360">
              <a:lnSpc>
                <a:spcPct val="100000"/>
              </a:lnSpc>
              <a:spcBef>
                <a:spcPts val="601"/>
              </a:spcBef>
              <a:spcAft>
                <a:spcPts val="601"/>
              </a:spcAft>
              <a:buClr>
                <a:srgbClr val="58585b"/>
              </a:buClr>
              <a:buSzPct val="90000"/>
              <a:buFont typeface="Arial"/>
              <a:buChar char="•"/>
              <a:tabLst>
                <a:tab algn="l" pos="0"/>
              </a:tabLst>
            </a:pPr>
            <a:r>
              <a:rPr b="0" lang="en-US" sz="1600" spc="-1" strike="noStrike">
                <a:solidFill>
                  <a:srgbClr val="000000"/>
                </a:solidFill>
                <a:latin typeface="Arial"/>
                <a:ea typeface="ＭＳ Ｐゴシック"/>
              </a:rPr>
              <a:t> </a:t>
            </a:r>
            <a:r>
              <a:rPr b="0" lang="en-US" sz="1600" spc="-1" strike="noStrike">
                <a:solidFill>
                  <a:srgbClr val="000000"/>
                </a:solidFill>
                <a:latin typeface="Arial"/>
                <a:ea typeface="ＭＳ Ｐゴシック"/>
              </a:rPr>
              <a:t>When a user decides to delete a message, the server synchronizes that action and deletes the message from the server.</a:t>
            </a:r>
            <a:endParaRPr b="0" lang="en-US" sz="1600" spc="-1" strike="noStrike">
              <a:solidFill>
                <a:srgbClr val="58585b"/>
              </a:solidFill>
              <a:latin typeface="Arial"/>
            </a:endParaRPr>
          </a:p>
          <a:p>
            <a:pPr>
              <a:lnSpc>
                <a:spcPct val="100000"/>
              </a:lnSpc>
              <a:spcBef>
                <a:spcPts val="601"/>
              </a:spcBef>
              <a:spcAft>
                <a:spcPts val="601"/>
              </a:spcAft>
              <a:buNone/>
              <a:tabLst>
                <a:tab algn="l" pos="0"/>
              </a:tabLst>
            </a:pPr>
            <a:endParaRPr b="0" lang="en-US" sz="1600" spc="-1" strike="noStrike">
              <a:solidFill>
                <a:srgbClr val="58585b"/>
              </a:solidFill>
              <a:latin typeface="Arial"/>
            </a:endParaRPr>
          </a:p>
        </p:txBody>
      </p:sp>
      <p:pic>
        <p:nvPicPr>
          <p:cNvPr id="340" name="Picture 3" descr=""/>
          <p:cNvPicPr/>
          <p:nvPr/>
        </p:nvPicPr>
        <p:blipFill>
          <a:blip r:embed="rId1"/>
          <a:stretch/>
        </p:blipFill>
        <p:spPr>
          <a:xfrm>
            <a:off x="4572000" y="1190160"/>
            <a:ext cx="4013640" cy="2762640"/>
          </a:xfrm>
          <a:prstGeom prst="rect">
            <a:avLst/>
          </a:prstGeom>
          <a:ln w="0">
            <a:noFill/>
          </a:ln>
        </p:spPr>
      </p:pic>
    </p:spTree>
  </p:cSld>
  <p:transition spd="slow">
    <p:wipe dir="l"/>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title"/>
          </p:nvPr>
        </p:nvSpPr>
        <p:spPr>
          <a:xfrm>
            <a:off x="416520" y="1788120"/>
            <a:ext cx="8280000" cy="92916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15.4 IP Addressing Services</a:t>
            </a:r>
            <a:endParaRPr b="0" lang="en-US" sz="4600" spc="-1" strike="noStrike">
              <a:solidFill>
                <a:srgbClr val="58585b"/>
              </a:solidFill>
              <a:latin typeface="Arial"/>
            </a:endParaRPr>
          </a:p>
        </p:txBody>
      </p:sp>
    </p:spTree>
  </p:cSld>
  <p:transition spd="slow">
    <p:wipe dir="l"/>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0" y="41400"/>
            <a:ext cx="4571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IP Addressing Services</a:t>
            </a:r>
            <a:br/>
            <a:r>
              <a:rPr b="0" lang="en-US" sz="2400" spc="-1" strike="noStrike">
                <a:solidFill>
                  <a:srgbClr val="367187"/>
                </a:solidFill>
                <a:latin typeface="Arial"/>
                <a:ea typeface="ＭＳ Ｐゴシック"/>
              </a:rPr>
              <a:t>Domain Name Service</a:t>
            </a:r>
            <a:endParaRPr b="0" lang="en-US" sz="2400" spc="-1" strike="noStrike">
              <a:solidFill>
                <a:srgbClr val="58585b"/>
              </a:solidFill>
              <a:latin typeface="Arial"/>
            </a:endParaRPr>
          </a:p>
        </p:txBody>
      </p:sp>
      <p:sp>
        <p:nvSpPr>
          <p:cNvPr id="343" name="PlaceHolder 2"/>
          <p:cNvSpPr>
            <a:spLocks noGrp="1"/>
          </p:cNvSpPr>
          <p:nvPr>
            <p:ph/>
          </p:nvPr>
        </p:nvSpPr>
        <p:spPr>
          <a:xfrm>
            <a:off x="277920" y="855720"/>
            <a:ext cx="3698280" cy="3456000"/>
          </a:xfrm>
          <a:prstGeom prst="rect">
            <a:avLst/>
          </a:prstGeom>
          <a:noFill/>
          <a:ln w="0">
            <a:noFill/>
          </a:ln>
        </p:spPr>
        <p:txBody>
          <a:bodyPr numCol="1" spcCol="0" rIns="182880" anchor="t">
            <a:noAutofit/>
          </a:bodyPr>
          <a:p>
            <a:pPr marL="169920" indent="-169920">
              <a:lnSpc>
                <a:spcPct val="85000"/>
              </a:lnSpc>
              <a:spcBef>
                <a:spcPts val="479"/>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Domain names were created to convert the numeric IP addresses into a simple, recognizable name.</a:t>
            </a:r>
            <a:endParaRPr b="0" lang="en-US" sz="1600" spc="-1" strike="noStrike">
              <a:solidFill>
                <a:srgbClr val="58585b"/>
              </a:solidFill>
              <a:latin typeface="Arial"/>
            </a:endParaRPr>
          </a:p>
          <a:p>
            <a:pPr marL="169920" indent="-169920">
              <a:lnSpc>
                <a:spcPct val="85000"/>
              </a:lnSpc>
              <a:spcBef>
                <a:spcPts val="479"/>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Fully-qualified domain names (FQDNs), such as http://www.cisco.com, are much easier for people to remember than 198.133.219.25.</a:t>
            </a:r>
            <a:endParaRPr b="0" lang="en-US" sz="1600" spc="-1" strike="noStrike">
              <a:solidFill>
                <a:srgbClr val="58585b"/>
              </a:solidFill>
              <a:latin typeface="Arial"/>
            </a:endParaRPr>
          </a:p>
          <a:p>
            <a:pPr marL="169920" indent="-169920">
              <a:lnSpc>
                <a:spcPct val="85000"/>
              </a:lnSpc>
              <a:spcBef>
                <a:spcPts val="479"/>
              </a:spcBef>
              <a:spcAft>
                <a:spcPts val="601"/>
              </a:spcAft>
              <a:buClr>
                <a:srgbClr val="58585b"/>
              </a:buClr>
              <a:buSzPct val="90000"/>
              <a:buFont typeface="Arial"/>
              <a:buChar char="•"/>
            </a:pPr>
            <a:r>
              <a:rPr b="0" lang="en-US" sz="1600" spc="-1" strike="noStrike">
                <a:solidFill>
                  <a:srgbClr val="000000"/>
                </a:solidFill>
                <a:latin typeface="Arial"/>
                <a:ea typeface="ＭＳ Ｐゴシック"/>
              </a:rPr>
              <a:t>The DNS protocol defines an automated service that matches resource names with the required numeric network address. It includes the format for queries, responses, and data.</a:t>
            </a:r>
            <a:endParaRPr b="0" lang="en-US" sz="1600" spc="-1" strike="noStrike">
              <a:solidFill>
                <a:srgbClr val="58585b"/>
              </a:solidFill>
              <a:latin typeface="Arial"/>
            </a:endParaRPr>
          </a:p>
        </p:txBody>
      </p:sp>
      <p:pic>
        <p:nvPicPr>
          <p:cNvPr id="344" name="Picture 4" descr=""/>
          <p:cNvPicPr/>
          <p:nvPr/>
        </p:nvPicPr>
        <p:blipFill>
          <a:blip r:embed="rId1"/>
          <a:stretch/>
        </p:blipFill>
        <p:spPr>
          <a:xfrm>
            <a:off x="4842360" y="168840"/>
            <a:ext cx="3142440" cy="1476000"/>
          </a:xfrm>
          <a:prstGeom prst="rect">
            <a:avLst/>
          </a:prstGeom>
          <a:ln w="0">
            <a:noFill/>
          </a:ln>
        </p:spPr>
      </p:pic>
      <p:sp>
        <p:nvSpPr>
          <p:cNvPr id="345" name="Down Arrow 8"/>
          <p:cNvSpPr/>
          <p:nvPr/>
        </p:nvSpPr>
        <p:spPr>
          <a:xfrm>
            <a:off x="6279840" y="1644840"/>
            <a:ext cx="231480" cy="279720"/>
          </a:xfrm>
          <a:prstGeom prst="downArrow">
            <a:avLst>
              <a:gd name="adj1" fmla="val 50000"/>
              <a:gd name="adj2" fmla="val 50000"/>
            </a:avLst>
          </a:prstGeom>
          <a:solidFill>
            <a:srgbClr val="36a4d7"/>
          </a:solidFill>
          <a:ln>
            <a:noFill/>
          </a:ln>
        </p:spPr>
        <p:style>
          <a:lnRef idx="2">
            <a:schemeClr val="accent1">
              <a:shade val="50000"/>
            </a:schemeClr>
          </a:lnRef>
          <a:fillRef idx="1">
            <a:schemeClr val="accent1"/>
          </a:fillRef>
          <a:effectRef idx="0">
            <a:schemeClr val="accent1"/>
          </a:effectRef>
          <a:fontRef idx="minor"/>
        </p:style>
      </p:sp>
      <p:pic>
        <p:nvPicPr>
          <p:cNvPr id="346" name="Picture 6" descr=""/>
          <p:cNvPicPr/>
          <p:nvPr/>
        </p:nvPicPr>
        <p:blipFill>
          <a:blip r:embed="rId2"/>
          <a:stretch/>
        </p:blipFill>
        <p:spPr>
          <a:xfrm>
            <a:off x="4842360" y="1967040"/>
            <a:ext cx="3142440" cy="920160"/>
          </a:xfrm>
          <a:prstGeom prst="rect">
            <a:avLst/>
          </a:prstGeom>
          <a:ln w="0">
            <a:noFill/>
          </a:ln>
        </p:spPr>
      </p:pic>
      <p:sp>
        <p:nvSpPr>
          <p:cNvPr id="347" name="Down Arrow 11"/>
          <p:cNvSpPr/>
          <p:nvPr/>
        </p:nvSpPr>
        <p:spPr>
          <a:xfrm>
            <a:off x="6279840" y="2817360"/>
            <a:ext cx="231480" cy="279720"/>
          </a:xfrm>
          <a:prstGeom prst="downArrow">
            <a:avLst>
              <a:gd name="adj1" fmla="val 50000"/>
              <a:gd name="adj2" fmla="val 50000"/>
            </a:avLst>
          </a:prstGeom>
          <a:solidFill>
            <a:srgbClr val="36a4d7"/>
          </a:solidFill>
          <a:ln>
            <a:noFill/>
          </a:ln>
        </p:spPr>
        <p:style>
          <a:lnRef idx="2">
            <a:schemeClr val="accent1">
              <a:shade val="50000"/>
            </a:schemeClr>
          </a:lnRef>
          <a:fillRef idx="1">
            <a:schemeClr val="accent1"/>
          </a:fillRef>
          <a:effectRef idx="0">
            <a:schemeClr val="accent1"/>
          </a:effectRef>
          <a:fontRef idx="minor"/>
        </p:style>
      </p:sp>
      <p:pic>
        <p:nvPicPr>
          <p:cNvPr id="348" name="Picture 7" descr=""/>
          <p:cNvPicPr/>
          <p:nvPr/>
        </p:nvPicPr>
        <p:blipFill>
          <a:blip r:embed="rId3"/>
          <a:stretch/>
        </p:blipFill>
        <p:spPr>
          <a:xfrm>
            <a:off x="4842360" y="3106440"/>
            <a:ext cx="3155760" cy="1868040"/>
          </a:xfrm>
          <a:prstGeom prst="rect">
            <a:avLst/>
          </a:prstGeom>
          <a:ln w="0">
            <a:noFill/>
          </a:ln>
        </p:spPr>
      </p:pic>
    </p:spTree>
  </p:cSld>
  <p:transition spd="slow">
    <p:wipe dir="l"/>
  </p:transition>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IP Addressing Services</a:t>
            </a:r>
            <a:br/>
            <a:r>
              <a:rPr b="0" lang="en-US" sz="2400" spc="-1" strike="noStrike">
                <a:solidFill>
                  <a:srgbClr val="367187"/>
                </a:solidFill>
                <a:latin typeface="Arial"/>
                <a:ea typeface="ＭＳ Ｐゴシック"/>
              </a:rPr>
              <a:t>DNS Message Format</a:t>
            </a:r>
            <a:endParaRPr b="0" lang="en-US" sz="2400" spc="-1" strike="noStrike">
              <a:solidFill>
                <a:srgbClr val="58585b"/>
              </a:solidFill>
              <a:latin typeface="Arial"/>
            </a:endParaRPr>
          </a:p>
        </p:txBody>
      </p:sp>
      <p:sp>
        <p:nvSpPr>
          <p:cNvPr id="350" name="PlaceHolder 2"/>
          <p:cNvSpPr>
            <a:spLocks noGrp="1"/>
          </p:cNvSpPr>
          <p:nvPr>
            <p:ph/>
          </p:nvPr>
        </p:nvSpPr>
        <p:spPr>
          <a:xfrm>
            <a:off x="145440" y="938880"/>
            <a:ext cx="8444520" cy="3606840"/>
          </a:xfrm>
          <a:prstGeom prst="rect">
            <a:avLst/>
          </a:prstGeom>
          <a:noFill/>
          <a:ln w="0">
            <a:noFill/>
          </a:ln>
        </p:spPr>
        <p:txBody>
          <a:bodyPr numCol="1" spcCol="0" rIns="182880" anchor="t">
            <a:noAutofit/>
          </a:bodyPr>
          <a:p>
            <a:pPr>
              <a:lnSpc>
                <a:spcPct val="85000"/>
              </a:lnSpc>
              <a:spcBef>
                <a:spcPts val="451"/>
              </a:spcBef>
              <a:spcAft>
                <a:spcPts val="601"/>
              </a:spcAft>
              <a:buNone/>
              <a:tabLst>
                <a:tab algn="l" pos="0"/>
              </a:tabLst>
            </a:pPr>
            <a:r>
              <a:rPr b="0" lang="en-US" sz="1500" spc="-1" strike="noStrike">
                <a:solidFill>
                  <a:srgbClr val="000000"/>
                </a:solidFill>
                <a:latin typeface="Arial"/>
                <a:ea typeface="ＭＳ Ｐゴシック"/>
              </a:rPr>
              <a:t>The DNS server stores different types of resource records that are used to resolve names. These records contain the name, address, and type of record.</a:t>
            </a:r>
            <a:endParaRPr b="0" lang="en-US" sz="1500" spc="-1" strike="noStrike">
              <a:solidFill>
                <a:srgbClr val="58585b"/>
              </a:solidFill>
              <a:latin typeface="Arial"/>
            </a:endParaRPr>
          </a:p>
          <a:p>
            <a:pPr>
              <a:lnSpc>
                <a:spcPct val="100000"/>
              </a:lnSpc>
              <a:spcBef>
                <a:spcPts val="601"/>
              </a:spcBef>
              <a:spcAft>
                <a:spcPts val="601"/>
              </a:spcAft>
              <a:buNone/>
              <a:tabLst>
                <a:tab algn="l" pos="0"/>
              </a:tabLst>
            </a:pPr>
            <a:r>
              <a:rPr b="0" lang="en-US" sz="1500" spc="-1" strike="noStrike">
                <a:solidFill>
                  <a:srgbClr val="000000"/>
                </a:solidFill>
                <a:latin typeface="Arial"/>
                <a:ea typeface="ＭＳ Ｐゴシック"/>
              </a:rPr>
              <a:t>Some of these record types are as follows:</a:t>
            </a:r>
            <a:endParaRPr b="0" lang="en-US" sz="15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1" lang="en-US" sz="1200" spc="-1" strike="noStrike">
                <a:solidFill>
                  <a:srgbClr val="000000"/>
                </a:solidFill>
                <a:latin typeface="Arial"/>
                <a:ea typeface="ＭＳ Ｐゴシック"/>
              </a:rPr>
              <a:t>A</a:t>
            </a:r>
            <a:r>
              <a:rPr b="0" lang="en-US" sz="1200" spc="-1" strike="noStrike">
                <a:solidFill>
                  <a:srgbClr val="000000"/>
                </a:solidFill>
                <a:latin typeface="Arial"/>
                <a:ea typeface="ＭＳ Ｐゴシック"/>
              </a:rPr>
              <a:t> - An end device IPv4 address</a:t>
            </a:r>
            <a:endParaRPr b="0" lang="en-US" sz="12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1" lang="en-US" sz="1200" spc="-1" strike="noStrike">
                <a:solidFill>
                  <a:srgbClr val="000000"/>
                </a:solidFill>
                <a:latin typeface="Arial"/>
                <a:ea typeface="ＭＳ Ｐゴシック"/>
              </a:rPr>
              <a:t>NS</a:t>
            </a:r>
            <a:r>
              <a:rPr b="0" lang="en-US" sz="1200" spc="-1" strike="noStrike">
                <a:solidFill>
                  <a:srgbClr val="000000"/>
                </a:solidFill>
                <a:latin typeface="Arial"/>
                <a:ea typeface="ＭＳ Ｐゴシック"/>
              </a:rPr>
              <a:t> - An authoritative name server</a:t>
            </a:r>
            <a:endParaRPr b="0" lang="en-US" sz="12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1" lang="en-US" sz="1200" spc="-1" strike="noStrike">
                <a:solidFill>
                  <a:srgbClr val="000000"/>
                </a:solidFill>
                <a:latin typeface="Arial"/>
                <a:ea typeface="ＭＳ Ｐゴシック"/>
              </a:rPr>
              <a:t>AAAA</a:t>
            </a:r>
            <a:r>
              <a:rPr b="0" lang="en-US" sz="1200" spc="-1" strike="noStrike">
                <a:solidFill>
                  <a:srgbClr val="000000"/>
                </a:solidFill>
                <a:latin typeface="Arial"/>
                <a:ea typeface="ＭＳ Ｐゴシック"/>
              </a:rPr>
              <a:t> - An end device IPv6 address (pronounced quad-A)</a:t>
            </a:r>
            <a:endParaRPr b="0" lang="en-US" sz="12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1" lang="en-US" sz="1200" spc="-1" strike="noStrike">
                <a:solidFill>
                  <a:srgbClr val="000000"/>
                </a:solidFill>
                <a:latin typeface="Arial"/>
                <a:ea typeface="ＭＳ Ｐゴシック"/>
              </a:rPr>
              <a:t>MX</a:t>
            </a:r>
            <a:r>
              <a:rPr b="0" lang="en-US" sz="1200" spc="-1" strike="noStrike">
                <a:solidFill>
                  <a:srgbClr val="000000"/>
                </a:solidFill>
                <a:latin typeface="Arial"/>
                <a:ea typeface="ＭＳ Ｐゴシック"/>
              </a:rPr>
              <a:t> - A mail exchange record</a:t>
            </a:r>
            <a:endParaRPr b="0" lang="en-US" sz="1200" spc="-1" strike="noStrike">
              <a:solidFill>
                <a:srgbClr val="58585b"/>
              </a:solidFill>
              <a:latin typeface="Arial"/>
            </a:endParaRPr>
          </a:p>
          <a:p>
            <a:pPr>
              <a:lnSpc>
                <a:spcPct val="85000"/>
              </a:lnSpc>
              <a:spcBef>
                <a:spcPts val="451"/>
              </a:spcBef>
              <a:spcAft>
                <a:spcPts val="601"/>
              </a:spcAft>
              <a:buNone/>
              <a:tabLst>
                <a:tab algn="l" pos="0"/>
              </a:tabLst>
            </a:pPr>
            <a:r>
              <a:rPr b="0" lang="en-US" sz="1500" spc="-1" strike="noStrike">
                <a:solidFill>
                  <a:srgbClr val="000000"/>
                </a:solidFill>
                <a:latin typeface="Arial"/>
                <a:ea typeface="ＭＳ Ｐゴシック"/>
              </a:rPr>
              <a:t>When a client makes a query, the server DNS process first looks at its own records to resolve the name. If it is unable to resolve the name by using its stored records, it contacts other servers to resolve the name. </a:t>
            </a:r>
            <a:endParaRPr b="0" lang="en-US" sz="1500" spc="-1" strike="noStrike">
              <a:solidFill>
                <a:srgbClr val="58585b"/>
              </a:solidFill>
              <a:latin typeface="Arial"/>
            </a:endParaRPr>
          </a:p>
          <a:p>
            <a:pPr>
              <a:lnSpc>
                <a:spcPct val="85000"/>
              </a:lnSpc>
              <a:spcBef>
                <a:spcPts val="451"/>
              </a:spcBef>
              <a:spcAft>
                <a:spcPts val="601"/>
              </a:spcAft>
              <a:buNone/>
              <a:tabLst>
                <a:tab algn="l" pos="0"/>
              </a:tabLst>
            </a:pPr>
            <a:r>
              <a:rPr b="0" lang="en-US" sz="1500" spc="-1" strike="noStrike">
                <a:solidFill>
                  <a:srgbClr val="000000"/>
                </a:solidFill>
                <a:latin typeface="Arial"/>
                <a:ea typeface="ＭＳ Ｐゴシック"/>
              </a:rPr>
              <a:t>After a match is found and returned to the original requesting server, the server temporarily stores the numbered address in the event that the same name is requested again.</a:t>
            </a:r>
            <a:endParaRPr b="0" lang="en-US" sz="1500" spc="-1" strike="noStrike">
              <a:solidFill>
                <a:srgbClr val="58585b"/>
              </a:solidFill>
              <a:latin typeface="Arial"/>
            </a:endParaRPr>
          </a:p>
        </p:txBody>
      </p:sp>
    </p:spTree>
  </p:cSld>
  <p:transition spd="slow">
    <p:wipe dir="l"/>
  </p:transition>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IP Addressing Services</a:t>
            </a:r>
            <a:br/>
            <a:r>
              <a:rPr b="0" lang="en-US" sz="2400" spc="-1" strike="noStrike">
                <a:solidFill>
                  <a:srgbClr val="367187"/>
                </a:solidFill>
                <a:latin typeface="Arial"/>
                <a:ea typeface="ＭＳ Ｐゴシック"/>
              </a:rPr>
              <a:t>DNS Message Format (Cont.)</a:t>
            </a:r>
            <a:endParaRPr b="0" lang="en-US" sz="2400" spc="-1" strike="noStrike">
              <a:solidFill>
                <a:srgbClr val="58585b"/>
              </a:solidFill>
              <a:latin typeface="Arial"/>
            </a:endParaRPr>
          </a:p>
        </p:txBody>
      </p:sp>
      <p:sp>
        <p:nvSpPr>
          <p:cNvPr id="352" name="PlaceHolder 2"/>
          <p:cNvSpPr>
            <a:spLocks noGrp="1"/>
          </p:cNvSpPr>
          <p:nvPr>
            <p:ph/>
          </p:nvPr>
        </p:nvSpPr>
        <p:spPr>
          <a:xfrm>
            <a:off x="158400" y="924840"/>
            <a:ext cx="8444520" cy="850680"/>
          </a:xfrm>
          <a:prstGeom prst="rect">
            <a:avLst/>
          </a:prstGeom>
          <a:noFill/>
          <a:ln w="0">
            <a:noFill/>
          </a:ln>
        </p:spPr>
        <p:txBody>
          <a:bodyPr numCol="1" spcCol="0" rIns="182880" anchor="t">
            <a:noAutofit/>
          </a:bodyPr>
          <a:p>
            <a:pPr>
              <a:lnSpc>
                <a:spcPct val="85000"/>
              </a:lnSpc>
              <a:spcBef>
                <a:spcPts val="451"/>
              </a:spcBef>
              <a:spcAft>
                <a:spcPts val="601"/>
              </a:spcAft>
              <a:buNone/>
              <a:tabLst>
                <a:tab algn="l" pos="0"/>
              </a:tabLst>
            </a:pPr>
            <a:r>
              <a:rPr b="0" lang="en-US" sz="1500" spc="-1" strike="noStrike">
                <a:solidFill>
                  <a:srgbClr val="000000"/>
                </a:solidFill>
                <a:latin typeface="Arial"/>
                <a:ea typeface="ＭＳ Ｐゴシック"/>
              </a:rPr>
              <a:t>DNS uses the same message format between servers, consisting of a question, answer, authority, and additional information for all types of client queries and server responses, error messages, and transfer of resource record information.</a:t>
            </a:r>
            <a:endParaRPr b="0" lang="en-US" sz="1500" spc="-1" strike="noStrike">
              <a:solidFill>
                <a:srgbClr val="58585b"/>
              </a:solidFill>
              <a:latin typeface="Arial"/>
            </a:endParaRPr>
          </a:p>
        </p:txBody>
      </p:sp>
      <p:graphicFrame>
        <p:nvGraphicFramePr>
          <p:cNvPr id="353" name="Table 1"/>
          <p:cNvGraphicFramePr/>
          <p:nvPr/>
        </p:nvGraphicFramePr>
        <p:xfrm>
          <a:off x="1271520" y="1902240"/>
          <a:ext cx="6600240" cy="1854000"/>
        </p:xfrm>
        <a:graphic>
          <a:graphicData uri="http://schemas.openxmlformats.org/drawingml/2006/table">
            <a:tbl>
              <a:tblPr/>
              <a:tblGrid>
                <a:gridCol w="2140560"/>
                <a:gridCol w="4459680"/>
              </a:tblGrid>
              <a:tr h="370800">
                <a:tc>
                  <a:txBody>
                    <a:bodyPr lIns="47520" rIns="47520" tIns="47520" bIns="47520" anchor="ctr">
                      <a:noAutofit/>
                    </a:bodyPr>
                    <a:p>
                      <a:pPr>
                        <a:lnSpc>
                          <a:spcPct val="100000"/>
                        </a:lnSpc>
                        <a:buNone/>
                      </a:pPr>
                      <a:r>
                        <a:rPr b="1" lang="en-US" sz="1200" spc="-1" strike="noStrike">
                          <a:solidFill>
                            <a:srgbClr val="ffffff"/>
                          </a:solidFill>
                          <a:latin typeface="Arial"/>
                        </a:rPr>
                        <a:t>DNS message section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c>
                  <a:txBody>
                    <a:bodyPr lIns="47520" rIns="47520" tIns="47520" bIns="47520" anchor="ctr">
                      <a:noAutofit/>
                    </a:bodyPr>
                    <a:p>
                      <a:pPr>
                        <a:lnSpc>
                          <a:spcPct val="100000"/>
                        </a:lnSpc>
                        <a:buNone/>
                      </a:pPr>
                      <a:r>
                        <a:rPr b="1" lang="en-US" sz="1200" spc="-1" strike="noStrike">
                          <a:solidFill>
                            <a:srgbClr val="ffffff"/>
                          </a:solidFill>
                          <a:latin typeface="Arial"/>
                        </a:rPr>
                        <a:t>Description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38160">
                      <a:solidFill>
                        <a:srgbClr val="ffffff"/>
                      </a:solidFill>
                    </a:lnB>
                    <a:solidFill>
                      <a:srgbClr val="004c69"/>
                    </a:solidFill>
                  </a:tcPr>
                </a:tc>
              </a:tr>
              <a:tr h="370800">
                <a:tc>
                  <a:txBody>
                    <a:bodyPr lIns="47520" rIns="47520" tIns="47520" bIns="47520" anchor="ctr">
                      <a:noAutofit/>
                    </a:bodyPr>
                    <a:p>
                      <a:pPr>
                        <a:lnSpc>
                          <a:spcPct val="100000"/>
                        </a:lnSpc>
                        <a:buNone/>
                      </a:pPr>
                      <a:r>
                        <a:rPr b="0" lang="en-US" sz="1200" spc="-1" strike="noStrike">
                          <a:solidFill>
                            <a:srgbClr val="58585b"/>
                          </a:solidFill>
                          <a:latin typeface="Arial"/>
                        </a:rPr>
                        <a:t>Question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The question for the name server</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47520" rIns="47520" tIns="47520" bIns="47520" anchor="ctr">
                      <a:noAutofit/>
                    </a:bodyPr>
                    <a:p>
                      <a:pPr>
                        <a:lnSpc>
                          <a:spcPct val="100000"/>
                        </a:lnSpc>
                        <a:buNone/>
                      </a:pPr>
                      <a:r>
                        <a:rPr b="0" lang="en-US" sz="1200" spc="-1" strike="noStrike">
                          <a:solidFill>
                            <a:srgbClr val="58585b"/>
                          </a:solidFill>
                          <a:latin typeface="Arial"/>
                        </a:rPr>
                        <a:t>Answer</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Resource Records answering the question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r h="370800">
                <a:tc>
                  <a:txBody>
                    <a:bodyPr lIns="47520" rIns="47520" tIns="47520" bIns="47520" anchor="ctr">
                      <a:noAutofit/>
                    </a:bodyPr>
                    <a:p>
                      <a:pPr>
                        <a:lnSpc>
                          <a:spcPct val="100000"/>
                        </a:lnSpc>
                        <a:buNone/>
                      </a:pPr>
                      <a:r>
                        <a:rPr b="0" lang="en-US" sz="1200" spc="-1" strike="noStrike">
                          <a:solidFill>
                            <a:srgbClr val="58585b"/>
                          </a:solidFill>
                          <a:latin typeface="Arial"/>
                        </a:rPr>
                        <a:t>Authority</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Resource Records pointing toward an authority</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cccfd3"/>
                    </a:solidFill>
                  </a:tcPr>
                </a:tc>
              </a:tr>
              <a:tr h="370800">
                <a:tc>
                  <a:txBody>
                    <a:bodyPr lIns="47520" rIns="47520" tIns="47520" bIns="47520" anchor="ctr">
                      <a:noAutofit/>
                    </a:bodyPr>
                    <a:p>
                      <a:pPr>
                        <a:lnSpc>
                          <a:spcPct val="100000"/>
                        </a:lnSpc>
                        <a:buNone/>
                      </a:pPr>
                      <a:r>
                        <a:rPr b="0" lang="en-US" sz="1200" spc="-1" strike="noStrike">
                          <a:solidFill>
                            <a:srgbClr val="58585b"/>
                          </a:solidFill>
                          <a:latin typeface="Arial"/>
                        </a:rPr>
                        <a:t>Additional</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c>
                  <a:txBody>
                    <a:bodyPr lIns="47520" rIns="47520" tIns="47520" bIns="47520" anchor="ctr">
                      <a:noAutofit/>
                    </a:bodyPr>
                    <a:p>
                      <a:pPr>
                        <a:lnSpc>
                          <a:spcPct val="100000"/>
                        </a:lnSpc>
                        <a:buNone/>
                      </a:pPr>
                      <a:r>
                        <a:rPr b="0" lang="en-US" sz="1200" spc="-1" strike="noStrike">
                          <a:solidFill>
                            <a:srgbClr val="58585b"/>
                          </a:solidFill>
                          <a:latin typeface="Arial"/>
                        </a:rPr>
                        <a:t>Resource Records holding additional information</a:t>
                      </a:r>
                      <a:endParaRPr b="0" lang="en-JM" sz="1200" spc="-1" strike="noStrike">
                        <a:latin typeface="Arial"/>
                      </a:endParaRPr>
                    </a:p>
                  </a:txBody>
                  <a:tcPr anchor="ctr" marL="47520" marR="47520">
                    <a:lnL w="12240">
                      <a:solidFill>
                        <a:srgbClr val="ffffff"/>
                      </a:solidFill>
                    </a:lnL>
                    <a:lnR w="12240">
                      <a:solidFill>
                        <a:srgbClr val="ffffff"/>
                      </a:solidFill>
                    </a:lnR>
                    <a:lnT w="12240">
                      <a:solidFill>
                        <a:srgbClr val="ffffff"/>
                      </a:solidFill>
                    </a:lnT>
                    <a:lnB w="12240">
                      <a:solidFill>
                        <a:srgbClr val="ffffff"/>
                      </a:solidFill>
                    </a:lnB>
                    <a:solidFill>
                      <a:srgbClr val="e7e8ea"/>
                    </a:solidFill>
                  </a:tcPr>
                </a:tc>
              </a:tr>
            </a:tbl>
          </a:graphicData>
        </a:graphic>
      </p:graphicFrame>
    </p:spTree>
  </p:cSld>
  <p:transition spd="slow">
    <p:wipe dir="l"/>
  </p:transition>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IP Addressing Services</a:t>
            </a:r>
            <a:br/>
            <a:r>
              <a:rPr b="0" lang="en-US" sz="2400" spc="-1" strike="noStrike">
                <a:solidFill>
                  <a:srgbClr val="367187"/>
                </a:solidFill>
                <a:latin typeface="Arial"/>
                <a:ea typeface="ＭＳ Ｐゴシック"/>
              </a:rPr>
              <a:t>DNS Hierarchy</a:t>
            </a:r>
            <a:endParaRPr b="0" lang="en-US" sz="2400" spc="-1" strike="noStrike">
              <a:solidFill>
                <a:srgbClr val="58585b"/>
              </a:solidFill>
              <a:latin typeface="Arial"/>
            </a:endParaRPr>
          </a:p>
        </p:txBody>
      </p:sp>
      <p:sp>
        <p:nvSpPr>
          <p:cNvPr id="355" name="PlaceHolder 2"/>
          <p:cNvSpPr>
            <a:spLocks noGrp="1"/>
          </p:cNvSpPr>
          <p:nvPr>
            <p:ph/>
          </p:nvPr>
        </p:nvSpPr>
        <p:spPr>
          <a:xfrm>
            <a:off x="145440" y="938880"/>
            <a:ext cx="4426200" cy="3697200"/>
          </a:xfrm>
          <a:prstGeom prst="rect">
            <a:avLst/>
          </a:prstGeom>
          <a:noFill/>
          <a:ln w="0">
            <a:noFill/>
          </a:ln>
        </p:spPr>
        <p:txBody>
          <a:bodyPr numCol="1" spcCol="0" rIns="182880" anchor="t">
            <a:noAutofit/>
          </a:bodyPr>
          <a:p>
            <a:pPr marL="169920" indent="-169920">
              <a:lnSpc>
                <a:spcPct val="85000"/>
              </a:lnSpc>
              <a:spcBef>
                <a:spcPts val="434"/>
              </a:spcBef>
              <a:spcAft>
                <a:spcPts val="601"/>
              </a:spcAft>
              <a:buClr>
                <a:srgbClr val="58585b"/>
              </a:buClr>
              <a:buSzPct val="90000"/>
              <a:buFont typeface="Arial"/>
              <a:buChar char="•"/>
            </a:pPr>
            <a:r>
              <a:rPr b="0" lang="en-US" sz="1450" spc="-1" strike="noStrike">
                <a:solidFill>
                  <a:srgbClr val="000000"/>
                </a:solidFill>
                <a:latin typeface="Arial"/>
                <a:ea typeface="ＭＳ Ｐゴシック"/>
              </a:rPr>
              <a:t>DNS uses a hierarchical system to create a database to provide name resolution.</a:t>
            </a:r>
            <a:endParaRPr b="0" lang="en-US" sz="1450" spc="-1" strike="noStrike">
              <a:solidFill>
                <a:srgbClr val="58585b"/>
              </a:solidFill>
              <a:latin typeface="Arial"/>
            </a:endParaRPr>
          </a:p>
          <a:p>
            <a:pPr marL="169920" indent="-169920">
              <a:lnSpc>
                <a:spcPct val="85000"/>
              </a:lnSpc>
              <a:spcBef>
                <a:spcPts val="434"/>
              </a:spcBef>
              <a:spcAft>
                <a:spcPts val="601"/>
              </a:spcAft>
              <a:buClr>
                <a:srgbClr val="58585b"/>
              </a:buClr>
              <a:buSzPct val="90000"/>
              <a:buFont typeface="Arial"/>
              <a:buChar char="•"/>
            </a:pPr>
            <a:r>
              <a:rPr b="0" lang="en-US" sz="1450" spc="-1" strike="noStrike">
                <a:solidFill>
                  <a:srgbClr val="000000"/>
                </a:solidFill>
                <a:latin typeface="Arial"/>
                <a:ea typeface="ＭＳ Ｐゴシック"/>
              </a:rPr>
              <a:t>Each DNS server maintains a specific database file and is only responsible for managing name-to-IP mappings for that small portion of the entire DNS structure.</a:t>
            </a:r>
            <a:endParaRPr b="0" lang="en-US" sz="1450" spc="-1" strike="noStrike">
              <a:solidFill>
                <a:srgbClr val="58585b"/>
              </a:solidFill>
              <a:latin typeface="Arial"/>
            </a:endParaRPr>
          </a:p>
          <a:p>
            <a:pPr marL="169920" indent="-169920">
              <a:lnSpc>
                <a:spcPct val="85000"/>
              </a:lnSpc>
              <a:spcBef>
                <a:spcPts val="434"/>
              </a:spcBef>
              <a:spcAft>
                <a:spcPts val="601"/>
              </a:spcAft>
              <a:buClr>
                <a:srgbClr val="58585b"/>
              </a:buClr>
              <a:buSzPct val="90000"/>
              <a:buFont typeface="Arial"/>
              <a:buChar char="•"/>
            </a:pPr>
            <a:r>
              <a:rPr b="0" lang="en-US" sz="1450" spc="-1" strike="noStrike">
                <a:solidFill>
                  <a:srgbClr val="000000"/>
                </a:solidFill>
                <a:latin typeface="Arial"/>
                <a:ea typeface="ＭＳ Ｐゴシック"/>
              </a:rPr>
              <a:t>When a DNS server receives a request for a name translation that is not within its DNS zone, the DNS server forwards the request to another DNS server within the proper zone for translation.</a:t>
            </a:r>
            <a:endParaRPr b="0" lang="en-US" sz="145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pPr>
            <a:r>
              <a:rPr b="0" lang="en-US" sz="1450" spc="-1" strike="noStrike">
                <a:solidFill>
                  <a:srgbClr val="000000"/>
                </a:solidFill>
                <a:latin typeface="Arial"/>
                <a:ea typeface="ＭＳ Ｐゴシック"/>
              </a:rPr>
              <a:t>Examples of top-level domains:</a:t>
            </a:r>
            <a:endParaRPr b="0" lang="en-US" sz="145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1" lang="en-US" sz="1200" spc="-1" strike="noStrike">
                <a:solidFill>
                  <a:srgbClr val="000000"/>
                </a:solidFill>
                <a:latin typeface="Arial"/>
                <a:ea typeface="ＭＳ Ｐゴシック"/>
              </a:rPr>
              <a:t>.com</a:t>
            </a:r>
            <a:r>
              <a:rPr b="0" lang="en-US" sz="1200" spc="-1" strike="noStrike">
                <a:solidFill>
                  <a:srgbClr val="000000"/>
                </a:solidFill>
                <a:latin typeface="Arial"/>
                <a:ea typeface="ＭＳ Ｐゴシック"/>
              </a:rPr>
              <a:t> - a business or industry</a:t>
            </a:r>
            <a:endParaRPr b="0" lang="en-US" sz="12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1" lang="en-US" sz="1200" spc="-1" strike="noStrike">
                <a:solidFill>
                  <a:srgbClr val="000000"/>
                </a:solidFill>
                <a:latin typeface="Arial"/>
                <a:ea typeface="ＭＳ Ｐゴシック"/>
              </a:rPr>
              <a:t>.org</a:t>
            </a:r>
            <a:r>
              <a:rPr b="0" lang="en-US" sz="1200" spc="-1" strike="noStrike">
                <a:solidFill>
                  <a:srgbClr val="000000"/>
                </a:solidFill>
                <a:latin typeface="Arial"/>
                <a:ea typeface="ＭＳ Ｐゴシック"/>
              </a:rPr>
              <a:t> - a non-profit organization</a:t>
            </a:r>
            <a:endParaRPr b="0" lang="en-US" sz="12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pPr>
            <a:r>
              <a:rPr b="1" lang="en-US" sz="1200" spc="-1" strike="noStrike">
                <a:solidFill>
                  <a:srgbClr val="000000"/>
                </a:solidFill>
                <a:latin typeface="Arial"/>
                <a:ea typeface="ＭＳ Ｐゴシック"/>
              </a:rPr>
              <a:t>.au</a:t>
            </a:r>
            <a:r>
              <a:rPr b="0" lang="en-US" sz="1200" spc="-1" strike="noStrike">
                <a:solidFill>
                  <a:srgbClr val="000000"/>
                </a:solidFill>
                <a:latin typeface="Arial"/>
                <a:ea typeface="ＭＳ Ｐゴシック"/>
              </a:rPr>
              <a:t> - Australia</a:t>
            </a:r>
            <a:endParaRPr b="0" lang="en-US" sz="1200" spc="-1" strike="noStrike">
              <a:solidFill>
                <a:srgbClr val="58585b"/>
              </a:solidFill>
              <a:latin typeface="Arial"/>
            </a:endParaRPr>
          </a:p>
          <a:p>
            <a:pPr>
              <a:lnSpc>
                <a:spcPct val="85000"/>
              </a:lnSpc>
              <a:spcBef>
                <a:spcPts val="391"/>
              </a:spcBef>
              <a:spcAft>
                <a:spcPts val="601"/>
              </a:spcAft>
              <a:buNone/>
            </a:pPr>
            <a:endParaRPr b="0" lang="en-US" sz="1200" spc="-1" strike="noStrike">
              <a:solidFill>
                <a:srgbClr val="58585b"/>
              </a:solidFill>
              <a:latin typeface="Arial"/>
            </a:endParaRPr>
          </a:p>
        </p:txBody>
      </p:sp>
      <p:pic>
        <p:nvPicPr>
          <p:cNvPr id="356" name="Picture 5" descr=""/>
          <p:cNvPicPr/>
          <p:nvPr/>
        </p:nvPicPr>
        <p:blipFill>
          <a:blip r:embed="rId1"/>
          <a:stretch/>
        </p:blipFill>
        <p:spPr>
          <a:xfrm>
            <a:off x="4572000" y="671760"/>
            <a:ext cx="4146480" cy="3799440"/>
          </a:xfrm>
          <a:prstGeom prst="rect">
            <a:avLst/>
          </a:prstGeom>
          <a:ln w="0">
            <a:noFill/>
          </a:ln>
        </p:spPr>
      </p:pic>
    </p:spTree>
  </p:cSld>
  <p:transition spd="slow">
    <p:wipe dir="l"/>
  </p:transition>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IP Addressing Services</a:t>
            </a:r>
            <a:br/>
            <a:r>
              <a:rPr b="0" lang="en-US" sz="2400" spc="-1" strike="noStrike">
                <a:solidFill>
                  <a:srgbClr val="367187"/>
                </a:solidFill>
                <a:latin typeface="Arial"/>
                <a:ea typeface="ＭＳ Ｐゴシック"/>
              </a:rPr>
              <a:t>The nslookup Command</a:t>
            </a:r>
            <a:endParaRPr b="0" lang="en-US" sz="2400" spc="-1" strike="noStrike">
              <a:solidFill>
                <a:srgbClr val="58585b"/>
              </a:solidFill>
              <a:latin typeface="Arial"/>
            </a:endParaRPr>
          </a:p>
        </p:txBody>
      </p:sp>
      <p:sp>
        <p:nvSpPr>
          <p:cNvPr id="358" name="PlaceHolder 2"/>
          <p:cNvSpPr>
            <a:spLocks noGrp="1"/>
          </p:cNvSpPr>
          <p:nvPr>
            <p:ph/>
          </p:nvPr>
        </p:nvSpPr>
        <p:spPr>
          <a:xfrm>
            <a:off x="145440" y="938880"/>
            <a:ext cx="4426200" cy="3452400"/>
          </a:xfrm>
          <a:prstGeom prst="rect">
            <a:avLst/>
          </a:prstGeom>
          <a:noFill/>
          <a:ln w="0">
            <a:noFill/>
          </a:ln>
        </p:spPr>
        <p:txBody>
          <a:bodyPr numCol="1" spcCol="0" rIns="182880" anchor="t">
            <a:noAutofit/>
          </a:bodyPr>
          <a:p>
            <a:pPr marL="169920" indent="-169920">
              <a:lnSpc>
                <a:spcPct val="85000"/>
              </a:lnSpc>
              <a:spcBef>
                <a:spcPts val="45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Nslookup is a computer operating system utility that allows a user to manually query the DNS servers configured on the device to resolve a given host name. </a:t>
            </a:r>
            <a:endParaRPr b="0" lang="en-US" sz="1500" spc="-1" strike="noStrike">
              <a:solidFill>
                <a:srgbClr val="58585b"/>
              </a:solidFill>
              <a:latin typeface="Arial"/>
            </a:endParaRPr>
          </a:p>
          <a:p>
            <a:pPr marL="169920" indent="-169920">
              <a:lnSpc>
                <a:spcPct val="85000"/>
              </a:lnSpc>
              <a:spcBef>
                <a:spcPts val="45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This utility can also be used to troubleshoot name resolution issues and to verify the current status of the name servers.</a:t>
            </a:r>
            <a:endParaRPr b="0" lang="en-US" sz="1500" spc="-1" strike="noStrike">
              <a:solidFill>
                <a:srgbClr val="58585b"/>
              </a:solidFill>
              <a:latin typeface="Arial"/>
            </a:endParaRPr>
          </a:p>
          <a:p>
            <a:pPr marL="169920" indent="-169920">
              <a:lnSpc>
                <a:spcPct val="85000"/>
              </a:lnSpc>
              <a:spcBef>
                <a:spcPts val="45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When the </a:t>
            </a:r>
            <a:r>
              <a:rPr b="1" lang="en-US" sz="1500" spc="-1" strike="noStrike">
                <a:solidFill>
                  <a:srgbClr val="000000"/>
                </a:solidFill>
                <a:latin typeface="Arial"/>
                <a:ea typeface="ＭＳ Ｐゴシック"/>
              </a:rPr>
              <a:t>nslookup</a:t>
            </a:r>
            <a:r>
              <a:rPr b="0" lang="en-US" sz="1500" spc="-1" strike="noStrike">
                <a:solidFill>
                  <a:srgbClr val="000000"/>
                </a:solidFill>
                <a:latin typeface="Arial"/>
                <a:ea typeface="ＭＳ Ｐゴシック"/>
              </a:rPr>
              <a:t> command is issued, the default DNS server configured for your host is displayed.  </a:t>
            </a:r>
            <a:endParaRPr b="0" lang="en-US" sz="1500" spc="-1" strike="noStrike">
              <a:solidFill>
                <a:srgbClr val="58585b"/>
              </a:solidFill>
              <a:latin typeface="Arial"/>
            </a:endParaRPr>
          </a:p>
          <a:p>
            <a:pPr marL="169920" indent="-169920">
              <a:lnSpc>
                <a:spcPct val="85000"/>
              </a:lnSpc>
              <a:spcBef>
                <a:spcPts val="45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The name of a host or domain can be entered at the </a:t>
            </a:r>
            <a:r>
              <a:rPr b="1" lang="en-US" sz="1500" spc="-1" strike="noStrike">
                <a:solidFill>
                  <a:srgbClr val="000000"/>
                </a:solidFill>
                <a:latin typeface="Arial"/>
                <a:ea typeface="ＭＳ Ｐゴシック"/>
              </a:rPr>
              <a:t>nslookup</a:t>
            </a:r>
            <a:r>
              <a:rPr b="0" lang="en-US" sz="1500" spc="-1" strike="noStrike">
                <a:solidFill>
                  <a:srgbClr val="000000"/>
                </a:solidFill>
                <a:latin typeface="Arial"/>
                <a:ea typeface="ＭＳ Ｐゴシック"/>
              </a:rPr>
              <a:t> prompt.</a:t>
            </a:r>
            <a:endParaRPr b="0" lang="en-US" sz="1500" spc="-1" strike="noStrike">
              <a:solidFill>
                <a:srgbClr val="58585b"/>
              </a:solidFill>
              <a:latin typeface="Arial"/>
            </a:endParaRPr>
          </a:p>
          <a:p>
            <a:pPr>
              <a:lnSpc>
                <a:spcPct val="85000"/>
              </a:lnSpc>
              <a:spcBef>
                <a:spcPts val="391"/>
              </a:spcBef>
              <a:spcAft>
                <a:spcPts val="601"/>
              </a:spcAft>
              <a:buNone/>
            </a:pPr>
            <a:endParaRPr b="0" lang="en-US" sz="1500" spc="-1" strike="noStrike">
              <a:solidFill>
                <a:srgbClr val="58585b"/>
              </a:solidFill>
              <a:latin typeface="Arial"/>
            </a:endParaRPr>
          </a:p>
        </p:txBody>
      </p:sp>
      <p:pic>
        <p:nvPicPr>
          <p:cNvPr id="359" name="Picture 1" descr=""/>
          <p:cNvPicPr/>
          <p:nvPr/>
        </p:nvPicPr>
        <p:blipFill>
          <a:blip r:embed="rId1"/>
          <a:stretch/>
        </p:blipFill>
        <p:spPr>
          <a:xfrm>
            <a:off x="5293080" y="1104120"/>
            <a:ext cx="3189240" cy="2792880"/>
          </a:xfrm>
          <a:prstGeom prst="rect">
            <a:avLst/>
          </a:prstGeom>
          <a:ln w="0">
            <a:noFill/>
          </a:ln>
        </p:spPr>
      </p:pic>
    </p:spTree>
  </p:cSld>
  <p:transition spd="slow">
    <p:wipe dir="l"/>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IP Addressing Services</a:t>
            </a:r>
            <a:br/>
            <a:r>
              <a:rPr b="0" lang="en-US" sz="2400" spc="-1" strike="noStrike">
                <a:solidFill>
                  <a:srgbClr val="367187"/>
                </a:solidFill>
                <a:latin typeface="Arial"/>
                <a:ea typeface="ＭＳ Ｐゴシック"/>
              </a:rPr>
              <a:t>Dynamic Host Configuration Protocol</a:t>
            </a:r>
            <a:endParaRPr b="0" lang="en-US" sz="2400" spc="-1" strike="noStrike">
              <a:solidFill>
                <a:srgbClr val="58585b"/>
              </a:solidFill>
              <a:latin typeface="Arial"/>
            </a:endParaRPr>
          </a:p>
        </p:txBody>
      </p:sp>
      <p:sp>
        <p:nvSpPr>
          <p:cNvPr id="361" name="PlaceHolder 2"/>
          <p:cNvSpPr>
            <a:spLocks noGrp="1"/>
          </p:cNvSpPr>
          <p:nvPr>
            <p:ph/>
          </p:nvPr>
        </p:nvSpPr>
        <p:spPr>
          <a:xfrm>
            <a:off x="145440" y="748800"/>
            <a:ext cx="4571640" cy="3645360"/>
          </a:xfrm>
          <a:prstGeom prst="rect">
            <a:avLst/>
          </a:prstGeom>
          <a:noFill/>
          <a:ln w="0">
            <a:noFill/>
          </a:ln>
        </p:spPr>
        <p:txBody>
          <a:bodyPr numCol="1" spcCol="0" rIns="182880" anchor="t">
            <a:noAutofit/>
          </a:bodyPr>
          <a:p>
            <a:pPr marL="169920" indent="-169920">
              <a:lnSpc>
                <a:spcPct val="85000"/>
              </a:lnSpc>
              <a:spcBef>
                <a:spcPts val="45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The Dynamic Host Configuration Protocol (DHCP) for IPv4 service automates the assignment of IPv4 addresses, subnet masks, gateways, and other IPv4 networking parameters. </a:t>
            </a:r>
            <a:endParaRPr b="0" lang="en-US" sz="1500" spc="-1" strike="noStrike">
              <a:solidFill>
                <a:srgbClr val="58585b"/>
              </a:solidFill>
              <a:latin typeface="Arial"/>
            </a:endParaRPr>
          </a:p>
          <a:p>
            <a:pPr marL="169920" indent="-169920">
              <a:lnSpc>
                <a:spcPct val="85000"/>
              </a:lnSpc>
              <a:spcBef>
                <a:spcPts val="45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DHCP is considered dynamic addressing compared to static addressing. Static addressing is manually entering IP address information.</a:t>
            </a:r>
            <a:endParaRPr b="0" lang="en-US" sz="1500" spc="-1" strike="noStrike">
              <a:solidFill>
                <a:srgbClr val="58585b"/>
              </a:solidFill>
              <a:latin typeface="Arial"/>
            </a:endParaRPr>
          </a:p>
          <a:p>
            <a:pPr marL="169920" indent="-169920">
              <a:lnSpc>
                <a:spcPct val="85000"/>
              </a:lnSpc>
              <a:spcBef>
                <a:spcPts val="45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When a host connects to the network, the DHCP server is contacted, and an address is requested. The DHCP server chooses an address from a configured range of addresses called a pool and assigns (leases) it to the host.</a:t>
            </a:r>
            <a:endParaRPr b="0" lang="en-US" sz="1500" spc="-1" strike="noStrike">
              <a:solidFill>
                <a:srgbClr val="58585b"/>
              </a:solidFill>
              <a:latin typeface="Arial"/>
            </a:endParaRPr>
          </a:p>
          <a:p>
            <a:pPr marL="169920" indent="-169920">
              <a:lnSpc>
                <a:spcPct val="85000"/>
              </a:lnSpc>
              <a:spcBef>
                <a:spcPts val="451"/>
              </a:spcBef>
              <a:spcAft>
                <a:spcPts val="601"/>
              </a:spcAft>
              <a:buClr>
                <a:srgbClr val="58585b"/>
              </a:buClr>
              <a:buSzPct val="90000"/>
              <a:buFont typeface="Arial"/>
              <a:buChar char="•"/>
            </a:pPr>
            <a:r>
              <a:rPr b="0" lang="en-US" sz="1500" spc="-1" strike="noStrike">
                <a:solidFill>
                  <a:srgbClr val="000000"/>
                </a:solidFill>
                <a:latin typeface="Arial"/>
                <a:ea typeface="ＭＳ Ｐゴシック"/>
              </a:rPr>
              <a:t>Many networks use both DHCP and static addressing. DHCP is used for general purpose hosts, such as end user devices. Static addressing is used for network devices, such as gateway routers, switches, servers, and printers.</a:t>
            </a:r>
            <a:endParaRPr b="0" lang="en-US" sz="1500" spc="-1" strike="noStrike">
              <a:solidFill>
                <a:srgbClr val="58585b"/>
              </a:solidFill>
              <a:latin typeface="Arial"/>
            </a:endParaRPr>
          </a:p>
        </p:txBody>
      </p:sp>
      <p:sp>
        <p:nvSpPr>
          <p:cNvPr id="362" name="TextBox 6"/>
          <p:cNvSpPr/>
          <p:nvPr/>
        </p:nvSpPr>
        <p:spPr>
          <a:xfrm>
            <a:off x="4717440" y="3835080"/>
            <a:ext cx="4089960" cy="1155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58585b"/>
                </a:solidFill>
                <a:latin typeface="Arial"/>
                <a:ea typeface="ＭＳ Ｐゴシック"/>
              </a:rPr>
              <a:t>Note: </a:t>
            </a:r>
            <a:r>
              <a:rPr b="0" lang="en-US" sz="1400" spc="-1" strike="noStrike">
                <a:solidFill>
                  <a:srgbClr val="58585b"/>
                </a:solidFill>
                <a:latin typeface="Arial"/>
                <a:ea typeface="ＭＳ Ｐゴシック"/>
              </a:rPr>
              <a:t>DHCP for IPv6 (DHCPv6) provides similar services for IPv6 clients. However, DHCPv6 does not provide a default gateway address. This can only be obtained dynamically from the Router Advertisement message of the router.</a:t>
            </a:r>
            <a:endParaRPr b="0" lang="en-JM" sz="1400" spc="-1" strike="noStrike">
              <a:latin typeface="Arial"/>
            </a:endParaRPr>
          </a:p>
        </p:txBody>
      </p:sp>
      <p:pic>
        <p:nvPicPr>
          <p:cNvPr id="363" name="Picture 4" descr=""/>
          <p:cNvPicPr/>
          <p:nvPr/>
        </p:nvPicPr>
        <p:blipFill>
          <a:blip r:embed="rId1"/>
          <a:stretch/>
        </p:blipFill>
        <p:spPr>
          <a:xfrm>
            <a:off x="4717440" y="938880"/>
            <a:ext cx="4089960" cy="2643840"/>
          </a:xfrm>
          <a:prstGeom prst="rect">
            <a:avLst/>
          </a:prstGeom>
          <a:ln w="0">
            <a:noFill/>
          </a:ln>
        </p:spPr>
      </p:pic>
    </p:spTree>
  </p:cSld>
  <p:transition spd="slow">
    <p:wipe dir="l"/>
  </p:transition>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IP Addressing Services</a:t>
            </a:r>
            <a:br/>
            <a:r>
              <a:rPr b="0" lang="en-US" sz="2400" spc="-1" strike="noStrike">
                <a:solidFill>
                  <a:srgbClr val="367187"/>
                </a:solidFill>
                <a:latin typeface="Arial"/>
                <a:ea typeface="ＭＳ Ｐゴシック"/>
              </a:rPr>
              <a:t>DHCP Operation</a:t>
            </a:r>
            <a:endParaRPr b="0" lang="en-US" sz="2400" spc="-1" strike="noStrike">
              <a:solidFill>
                <a:srgbClr val="58585b"/>
              </a:solidFill>
              <a:latin typeface="Arial"/>
            </a:endParaRPr>
          </a:p>
        </p:txBody>
      </p:sp>
      <p:sp>
        <p:nvSpPr>
          <p:cNvPr id="365" name="PlaceHolder 2"/>
          <p:cNvSpPr>
            <a:spLocks noGrp="1"/>
          </p:cNvSpPr>
          <p:nvPr>
            <p:ph/>
          </p:nvPr>
        </p:nvSpPr>
        <p:spPr>
          <a:xfrm>
            <a:off x="145440" y="798840"/>
            <a:ext cx="4375080" cy="3785400"/>
          </a:xfrm>
          <a:prstGeom prst="rect">
            <a:avLst/>
          </a:prstGeom>
          <a:noFill/>
          <a:ln w="0">
            <a:noFill/>
          </a:ln>
        </p:spPr>
        <p:txBody>
          <a:bodyPr numCol="1" spcCol="0" rIns="182880" anchor="t">
            <a:noAutofit/>
          </a:bodyPr>
          <a:p>
            <a:pPr>
              <a:lnSpc>
                <a:spcPct val="85000"/>
              </a:lnSpc>
              <a:spcBef>
                <a:spcPts val="451"/>
              </a:spcBef>
              <a:spcAft>
                <a:spcPts val="601"/>
              </a:spcAft>
              <a:buNone/>
              <a:tabLst>
                <a:tab algn="l" pos="0"/>
              </a:tabLst>
            </a:pPr>
            <a:r>
              <a:rPr b="0" lang="en-US" sz="1500" spc="-1" strike="noStrike">
                <a:solidFill>
                  <a:srgbClr val="000000"/>
                </a:solidFill>
                <a:latin typeface="Arial"/>
                <a:ea typeface="ＭＳ Ｐゴシック"/>
              </a:rPr>
              <a:t>The DHCP Process: </a:t>
            </a:r>
            <a:endParaRPr b="0" lang="en-US" sz="1500" spc="-1" strike="noStrike">
              <a:solidFill>
                <a:srgbClr val="58585b"/>
              </a:solidFill>
              <a:latin typeface="Arial"/>
            </a:endParaRPr>
          </a:p>
          <a:p>
            <a:pPr lvl="2" marL="431640" indent="-169920">
              <a:lnSpc>
                <a:spcPct val="85000"/>
              </a:lnSpc>
              <a:spcBef>
                <a:spcPts val="360"/>
              </a:spcBef>
              <a:spcAft>
                <a:spcPts val="300"/>
              </a:spcAft>
              <a:buClr>
                <a:srgbClr val="000000"/>
              </a:buClr>
              <a:buFont typeface="Arial"/>
              <a:buChar char="•"/>
              <a:tabLst>
                <a:tab algn="l" pos="0"/>
              </a:tabLst>
            </a:pPr>
            <a:r>
              <a:rPr b="0" lang="en-US" sz="1200" spc="-1" strike="noStrike">
                <a:solidFill>
                  <a:srgbClr val="000000"/>
                </a:solidFill>
                <a:latin typeface="Arial"/>
                <a:ea typeface="ＭＳ Ｐゴシック"/>
              </a:rPr>
              <a:t>When an IPv4, DHCP-configured device boots up or connects to the network, the client broadcasts a DHCP discover (DHCPDISCOVER) message to identify any available DHCP servers on the network.</a:t>
            </a:r>
            <a:endParaRPr b="0" lang="en-US" sz="1200" spc="-1" strike="noStrike">
              <a:solidFill>
                <a:srgbClr val="58585b"/>
              </a:solidFill>
              <a:latin typeface="Arial"/>
            </a:endParaRPr>
          </a:p>
          <a:p>
            <a:pPr lvl="2" marL="431640" indent="-169920">
              <a:lnSpc>
                <a:spcPct val="85000"/>
              </a:lnSpc>
              <a:spcBef>
                <a:spcPts val="360"/>
              </a:spcBef>
              <a:spcAft>
                <a:spcPts val="300"/>
              </a:spcAft>
              <a:buClr>
                <a:srgbClr val="000000"/>
              </a:buClr>
              <a:buFont typeface="Arial"/>
              <a:buChar char="•"/>
              <a:tabLst>
                <a:tab algn="l" pos="0"/>
              </a:tabLst>
            </a:pPr>
            <a:r>
              <a:rPr b="0" lang="en-US" sz="1200" spc="-1" strike="noStrike">
                <a:solidFill>
                  <a:srgbClr val="000000"/>
                </a:solidFill>
                <a:latin typeface="Arial"/>
                <a:ea typeface="ＭＳ Ｐゴシック"/>
              </a:rPr>
              <a:t>A DHCP server replies with a DHCP offer (DHCPOFFER) message, which offers a lease to the client. (If a client receives more than one offer due to multiple DHCP servers on the network, it must choose one.)</a:t>
            </a:r>
            <a:endParaRPr b="0" lang="en-US" sz="1200" spc="-1" strike="noStrike">
              <a:solidFill>
                <a:srgbClr val="58585b"/>
              </a:solidFill>
              <a:latin typeface="Arial"/>
            </a:endParaRPr>
          </a:p>
          <a:p>
            <a:pPr lvl="2" marL="431640" indent="-169920">
              <a:lnSpc>
                <a:spcPct val="85000"/>
              </a:lnSpc>
              <a:spcBef>
                <a:spcPts val="360"/>
              </a:spcBef>
              <a:spcAft>
                <a:spcPts val="300"/>
              </a:spcAft>
              <a:buClr>
                <a:srgbClr val="000000"/>
              </a:buClr>
              <a:buFont typeface="Arial"/>
              <a:buChar char="•"/>
              <a:tabLst>
                <a:tab algn="l" pos="0"/>
              </a:tabLst>
            </a:pPr>
            <a:r>
              <a:rPr b="0" lang="en-US" sz="1200" spc="-1" strike="noStrike">
                <a:solidFill>
                  <a:srgbClr val="000000"/>
                </a:solidFill>
                <a:latin typeface="Arial"/>
                <a:ea typeface="ＭＳ Ｐゴシック"/>
              </a:rPr>
              <a:t>The client sends a DHCP request (DHCPREQUEST) message that identifies the explicit server and lease offer that the client is accepting. </a:t>
            </a:r>
            <a:endParaRPr b="0" lang="en-US" sz="1200" spc="-1" strike="noStrike">
              <a:solidFill>
                <a:srgbClr val="58585b"/>
              </a:solidFill>
              <a:latin typeface="Arial"/>
            </a:endParaRPr>
          </a:p>
          <a:p>
            <a:pPr lvl="2" marL="431640" indent="-169920">
              <a:lnSpc>
                <a:spcPct val="85000"/>
              </a:lnSpc>
              <a:spcBef>
                <a:spcPts val="360"/>
              </a:spcBef>
              <a:spcAft>
                <a:spcPts val="300"/>
              </a:spcAft>
              <a:buClr>
                <a:srgbClr val="000000"/>
              </a:buClr>
              <a:buFont typeface="Arial"/>
              <a:buChar char="•"/>
              <a:tabLst>
                <a:tab algn="l" pos="0"/>
              </a:tabLst>
            </a:pPr>
            <a:r>
              <a:rPr b="0" lang="en-US" sz="1200" spc="-1" strike="noStrike">
                <a:solidFill>
                  <a:srgbClr val="000000"/>
                </a:solidFill>
                <a:latin typeface="Arial"/>
                <a:ea typeface="ＭＳ Ｐゴシック"/>
              </a:rPr>
              <a:t>The server then returns a DHCP acknowledgment (DHCPACK) message that acknowledges to the client that the lease has been finalized.</a:t>
            </a:r>
            <a:endParaRPr b="0" lang="en-US" sz="1200" spc="-1" strike="noStrike">
              <a:solidFill>
                <a:srgbClr val="58585b"/>
              </a:solidFill>
              <a:latin typeface="Arial"/>
            </a:endParaRPr>
          </a:p>
          <a:p>
            <a:pPr lvl="2" marL="431640" indent="-169920">
              <a:lnSpc>
                <a:spcPct val="85000"/>
              </a:lnSpc>
              <a:spcBef>
                <a:spcPts val="360"/>
              </a:spcBef>
              <a:spcAft>
                <a:spcPts val="300"/>
              </a:spcAft>
              <a:buClr>
                <a:srgbClr val="000000"/>
              </a:buClr>
              <a:buFont typeface="Arial"/>
              <a:buChar char="•"/>
              <a:tabLst>
                <a:tab algn="l" pos="0"/>
              </a:tabLst>
            </a:pPr>
            <a:r>
              <a:rPr b="0" lang="en-US" sz="1200" spc="-1" strike="noStrike">
                <a:solidFill>
                  <a:srgbClr val="000000"/>
                </a:solidFill>
                <a:latin typeface="Arial"/>
                <a:ea typeface="ＭＳ Ｐゴシック"/>
              </a:rPr>
              <a:t> </a:t>
            </a:r>
            <a:r>
              <a:rPr b="0" lang="en-US" sz="1200" spc="-1" strike="noStrike">
                <a:solidFill>
                  <a:srgbClr val="000000"/>
                </a:solidFill>
                <a:latin typeface="Arial"/>
                <a:ea typeface="ＭＳ Ｐゴシック"/>
              </a:rPr>
              <a:t>If the offer is no longer valid, then the selected server responds with a DHCP negative acknowledgment (DHCPNAK) message and the process must begin with a new DHCPDISCOVER message. </a:t>
            </a:r>
            <a:endParaRPr b="0" lang="en-US" sz="1200" spc="-1" strike="noStrike">
              <a:solidFill>
                <a:srgbClr val="58585b"/>
              </a:solidFill>
              <a:latin typeface="Arial"/>
            </a:endParaRPr>
          </a:p>
          <a:p>
            <a:endParaRPr b="0" lang="en-US" sz="1200" spc="-1" strike="noStrike">
              <a:solidFill>
                <a:srgbClr val="58585b"/>
              </a:solidFill>
              <a:latin typeface="Arial"/>
            </a:endParaRPr>
          </a:p>
        </p:txBody>
      </p:sp>
      <p:sp>
        <p:nvSpPr>
          <p:cNvPr id="366" name="TextBox 6"/>
          <p:cNvSpPr/>
          <p:nvPr/>
        </p:nvSpPr>
        <p:spPr>
          <a:xfrm>
            <a:off x="4757760" y="4007880"/>
            <a:ext cx="4282200" cy="5698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050" spc="-1" strike="noStrike">
                <a:solidFill>
                  <a:srgbClr val="58585b"/>
                </a:solidFill>
                <a:latin typeface="Arial"/>
                <a:ea typeface="ＭＳ Ｐゴシック"/>
              </a:rPr>
              <a:t>Note</a:t>
            </a:r>
            <a:r>
              <a:rPr b="0" lang="en-US" sz="1050" spc="-1" strike="noStrike">
                <a:solidFill>
                  <a:srgbClr val="58585b"/>
                </a:solidFill>
                <a:latin typeface="Arial"/>
                <a:ea typeface="ＭＳ Ｐゴシック"/>
              </a:rPr>
              <a:t>: DHCPv6 has a set of messages that is similar to those for DHCPv4. The DHCPv6 messages are SOLICIT, ADVERTISE, INFORMATION REQUEST, and REPLY.</a:t>
            </a:r>
            <a:endParaRPr b="0" lang="en-JM" sz="1050" spc="-1" strike="noStrike">
              <a:latin typeface="Arial"/>
            </a:endParaRPr>
          </a:p>
        </p:txBody>
      </p:sp>
      <p:pic>
        <p:nvPicPr>
          <p:cNvPr id="367" name="Picture 7" descr=""/>
          <p:cNvPicPr/>
          <p:nvPr/>
        </p:nvPicPr>
        <p:blipFill>
          <a:blip r:embed="rId1"/>
          <a:stretch/>
        </p:blipFill>
        <p:spPr>
          <a:xfrm>
            <a:off x="4757760" y="1215720"/>
            <a:ext cx="4149000" cy="2711520"/>
          </a:xfrm>
          <a:prstGeom prst="rect">
            <a:avLst/>
          </a:prstGeom>
          <a:ln w="0">
            <a:noFill/>
          </a:ln>
        </p:spPr>
      </p:pic>
    </p:spTree>
  </p:cSld>
  <p:transition spd="slow">
    <p:wipe dir="l"/>
  </p:transition>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0" y="0"/>
            <a:ext cx="9143640" cy="81000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IP Addressing Services</a:t>
            </a:r>
            <a:br/>
            <a:r>
              <a:rPr b="0" lang="en-US" sz="2400" spc="-1" strike="noStrike">
                <a:solidFill>
                  <a:srgbClr val="367187"/>
                </a:solidFill>
                <a:latin typeface="Arial"/>
                <a:ea typeface="ＭＳ Ｐゴシック"/>
              </a:rPr>
              <a:t>Lab – Observe DNS Resolution</a:t>
            </a:r>
            <a:endParaRPr b="0" lang="en-US" sz="2400" spc="-1" strike="noStrike">
              <a:solidFill>
                <a:srgbClr val="58585b"/>
              </a:solidFill>
              <a:latin typeface="Arial"/>
            </a:endParaRPr>
          </a:p>
        </p:txBody>
      </p:sp>
      <p:sp>
        <p:nvSpPr>
          <p:cNvPr id="369" name="PlaceHolder 2"/>
          <p:cNvSpPr>
            <a:spLocks noGrp="1"/>
          </p:cNvSpPr>
          <p:nvPr>
            <p:ph/>
          </p:nvPr>
        </p:nvSpPr>
        <p:spPr>
          <a:xfrm>
            <a:off x="180000" y="1034280"/>
            <a:ext cx="8649000" cy="352224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800" spc="-1" strike="noStrike">
                <a:solidFill>
                  <a:srgbClr val="000000"/>
                </a:solidFill>
                <a:latin typeface="Arial"/>
                <a:ea typeface="ＭＳ Ｐゴシック"/>
              </a:rPr>
              <a:t>In this lab, you complete the following objectives: </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Observe the DNS Conversion of a URL to an IP Address</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Observe DNS Lookup Using the </a:t>
            </a:r>
            <a:r>
              <a:rPr b="1" lang="en-US" sz="1800" spc="-1" strike="noStrike">
                <a:solidFill>
                  <a:srgbClr val="000000"/>
                </a:solidFill>
                <a:latin typeface="Arial"/>
                <a:ea typeface="ＭＳ Ｐゴシック"/>
              </a:rPr>
              <a:t>nslookup</a:t>
            </a:r>
            <a:r>
              <a:rPr b="0" lang="en-US" sz="1800" spc="-1" strike="noStrike">
                <a:solidFill>
                  <a:srgbClr val="000000"/>
                </a:solidFill>
                <a:latin typeface="Arial"/>
                <a:ea typeface="ＭＳ Ｐゴシック"/>
              </a:rPr>
              <a:t> Command on a Web Site </a:t>
            </a:r>
            <a:endParaRPr b="0" lang="en-US" sz="1800" spc="-1" strike="noStrike">
              <a:solidFill>
                <a:srgbClr val="58585b"/>
              </a:solidFill>
              <a:latin typeface="Arial"/>
            </a:endParaRPr>
          </a:p>
          <a:p>
            <a:pPr marL="169920" indent="-169920">
              <a:lnSpc>
                <a:spcPct val="100000"/>
              </a:lnSpc>
              <a:spcBef>
                <a:spcPts val="601"/>
              </a:spcBef>
              <a:spcAft>
                <a:spcPts val="601"/>
              </a:spcAft>
              <a:buClr>
                <a:srgbClr val="58585b"/>
              </a:buClr>
              <a:buSzPct val="90000"/>
              <a:buFont typeface="Arial"/>
              <a:buChar char="•"/>
              <a:tabLst>
                <a:tab algn="l" pos="0"/>
              </a:tabLst>
            </a:pPr>
            <a:r>
              <a:rPr b="0" lang="en-US" sz="1800" spc="-1" strike="noStrike">
                <a:solidFill>
                  <a:srgbClr val="000000"/>
                </a:solidFill>
                <a:latin typeface="Arial"/>
                <a:ea typeface="ＭＳ Ｐゴシック"/>
              </a:rPr>
              <a:t>Observe DNS Lookup Using the </a:t>
            </a:r>
            <a:r>
              <a:rPr b="1" lang="en-US" sz="1800" spc="-1" strike="noStrike">
                <a:solidFill>
                  <a:srgbClr val="000000"/>
                </a:solidFill>
                <a:latin typeface="Arial"/>
                <a:ea typeface="ＭＳ Ｐゴシック"/>
              </a:rPr>
              <a:t>nslookup</a:t>
            </a:r>
            <a:r>
              <a:rPr b="0" lang="en-US" sz="1800" spc="-1" strike="noStrike">
                <a:solidFill>
                  <a:srgbClr val="000000"/>
                </a:solidFill>
                <a:latin typeface="Arial"/>
                <a:ea typeface="ＭＳ Ｐゴシック"/>
              </a:rPr>
              <a:t> Command on Mail Servers</a:t>
            </a:r>
            <a:endParaRPr b="0" lang="en-US" sz="1800" spc="-1" strike="noStrike">
              <a:solidFill>
                <a:srgbClr val="58585b"/>
              </a:solidFill>
              <a:latin typeface="Arial"/>
            </a:endParaRPr>
          </a:p>
        </p:txBody>
      </p:sp>
    </p:spTree>
  </p:cSld>
  <p:transition spd="slow">
    <p:wipe dir="l"/>
  </p:transition>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title"/>
          </p:nvPr>
        </p:nvSpPr>
        <p:spPr>
          <a:xfrm>
            <a:off x="416520" y="1848960"/>
            <a:ext cx="8280000" cy="86832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15.5 File Sharing Services</a:t>
            </a:r>
            <a:endParaRPr b="0" lang="en-US" sz="4600" spc="-1" strike="noStrike">
              <a:solidFill>
                <a:srgbClr val="58585b"/>
              </a:solidFill>
              <a:latin typeface="Arial"/>
            </a:endParaRPr>
          </a:p>
        </p:txBody>
      </p:sp>
    </p:spTree>
  </p:cSld>
  <p:transition spd="slow">
    <p:wipe dir="l"/>
  </p:transition>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File Sharing Services</a:t>
            </a:r>
            <a:br/>
            <a:r>
              <a:rPr b="0" lang="en-US" sz="2400" spc="-1" strike="noStrike">
                <a:solidFill>
                  <a:srgbClr val="367187"/>
                </a:solidFill>
                <a:latin typeface="Arial"/>
                <a:ea typeface="ＭＳ Ｐゴシック"/>
              </a:rPr>
              <a:t>File Transfer Protocol</a:t>
            </a:r>
            <a:endParaRPr b="0" lang="en-US" sz="2400" spc="-1" strike="noStrike">
              <a:solidFill>
                <a:srgbClr val="58585b"/>
              </a:solidFill>
              <a:latin typeface="Arial"/>
            </a:endParaRPr>
          </a:p>
        </p:txBody>
      </p:sp>
      <p:sp>
        <p:nvSpPr>
          <p:cNvPr id="372" name="PlaceHolder 2"/>
          <p:cNvSpPr>
            <a:spLocks noGrp="1"/>
          </p:cNvSpPr>
          <p:nvPr>
            <p:ph/>
          </p:nvPr>
        </p:nvSpPr>
        <p:spPr>
          <a:xfrm>
            <a:off x="145440" y="845280"/>
            <a:ext cx="8852760" cy="757080"/>
          </a:xfrm>
          <a:prstGeom prst="rect">
            <a:avLst/>
          </a:prstGeom>
          <a:noFill/>
          <a:ln w="0">
            <a:noFill/>
          </a:ln>
        </p:spPr>
        <p:txBody>
          <a:bodyPr numCol="1" spcCol="0" rIns="182880" anchor="t">
            <a:noAutofit/>
          </a:bodyPr>
          <a:p>
            <a:pPr>
              <a:lnSpc>
                <a:spcPct val="100000"/>
              </a:lnSpc>
              <a:spcBef>
                <a:spcPts val="601"/>
              </a:spcBef>
              <a:spcAft>
                <a:spcPts val="601"/>
              </a:spcAft>
              <a:buNone/>
              <a:tabLst>
                <a:tab algn="l" pos="0"/>
              </a:tabLst>
            </a:pPr>
            <a:r>
              <a:rPr b="0" lang="en-US" sz="1600" spc="-1" strike="noStrike">
                <a:solidFill>
                  <a:srgbClr val="000000"/>
                </a:solidFill>
                <a:latin typeface="Arial"/>
                <a:ea typeface="ＭＳ Ｐゴシック"/>
              </a:rPr>
              <a:t>FTP was developed to allow for data transfers between a client and a server. An FTP client is an application which runs on a computer that is being used to push and pull data from an FTP server.</a:t>
            </a:r>
            <a:endParaRPr b="0" lang="en-US" sz="1600" spc="-1" strike="noStrike">
              <a:solidFill>
                <a:srgbClr val="58585b"/>
              </a:solidFill>
              <a:latin typeface="Arial"/>
            </a:endParaRPr>
          </a:p>
        </p:txBody>
      </p:sp>
      <p:sp>
        <p:nvSpPr>
          <p:cNvPr id="373" name="TextBox 2"/>
          <p:cNvSpPr/>
          <p:nvPr/>
        </p:nvSpPr>
        <p:spPr>
          <a:xfrm>
            <a:off x="4395600" y="1666800"/>
            <a:ext cx="4494240" cy="32713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601"/>
              </a:spcAft>
              <a:buNone/>
            </a:pPr>
            <a:r>
              <a:rPr b="1" lang="en-US" sz="1500" spc="-1" strike="noStrike">
                <a:solidFill>
                  <a:srgbClr val="58585b"/>
                </a:solidFill>
                <a:latin typeface="Arial"/>
                <a:ea typeface="ＭＳ Ｐゴシック"/>
              </a:rPr>
              <a:t>Step 1 - </a:t>
            </a:r>
            <a:r>
              <a:rPr b="0" lang="en-US" sz="1500" spc="-1" strike="noStrike">
                <a:solidFill>
                  <a:srgbClr val="58585b"/>
                </a:solidFill>
                <a:latin typeface="Arial"/>
                <a:ea typeface="ＭＳ Ｐゴシック"/>
              </a:rPr>
              <a:t>The client establishes the first connection to the server for control traffic using TCP port 21. The traffic consists of client commands and server replies.</a:t>
            </a:r>
            <a:endParaRPr b="0" lang="en-JM" sz="1500" spc="-1" strike="noStrike">
              <a:latin typeface="Arial"/>
            </a:endParaRPr>
          </a:p>
          <a:p>
            <a:pPr>
              <a:lnSpc>
                <a:spcPct val="100000"/>
              </a:lnSpc>
              <a:spcAft>
                <a:spcPts val="601"/>
              </a:spcAft>
              <a:buNone/>
            </a:pPr>
            <a:r>
              <a:rPr b="1" lang="en-US" sz="1500" spc="-1" strike="noStrike">
                <a:solidFill>
                  <a:srgbClr val="58585b"/>
                </a:solidFill>
                <a:latin typeface="Arial"/>
                <a:ea typeface="ＭＳ Ｐゴシック"/>
              </a:rPr>
              <a:t>Step 2 - </a:t>
            </a:r>
            <a:r>
              <a:rPr b="0" lang="en-US" sz="1500" spc="-1" strike="noStrike">
                <a:solidFill>
                  <a:srgbClr val="58585b"/>
                </a:solidFill>
                <a:latin typeface="Arial"/>
                <a:ea typeface="ＭＳ Ｐゴシック"/>
              </a:rPr>
              <a:t>The client establishes the second connection to the server for the actual data transfer using TCP port 20. This connection is created every time there is data to be transferred.</a:t>
            </a:r>
            <a:endParaRPr b="0" lang="en-JM" sz="1500" spc="-1" strike="noStrike">
              <a:latin typeface="Arial"/>
            </a:endParaRPr>
          </a:p>
          <a:p>
            <a:pPr>
              <a:lnSpc>
                <a:spcPct val="100000"/>
              </a:lnSpc>
              <a:spcAft>
                <a:spcPts val="601"/>
              </a:spcAft>
              <a:buNone/>
            </a:pPr>
            <a:r>
              <a:rPr b="1" lang="en-US" sz="1500" spc="-1" strike="noStrike">
                <a:solidFill>
                  <a:srgbClr val="58585b"/>
                </a:solidFill>
                <a:latin typeface="Arial"/>
                <a:ea typeface="ＭＳ Ｐゴシック"/>
              </a:rPr>
              <a:t>Step 3 - </a:t>
            </a:r>
            <a:r>
              <a:rPr b="0" lang="en-US" sz="1500" spc="-1" strike="noStrike">
                <a:solidFill>
                  <a:srgbClr val="58585b"/>
                </a:solidFill>
                <a:latin typeface="Arial"/>
                <a:ea typeface="ＭＳ Ｐゴシック"/>
              </a:rPr>
              <a:t>The data transfer can happen in either direction. The client can download (pull) data from the server, or the client can upload (push) data to the server.</a:t>
            </a:r>
            <a:endParaRPr b="0" lang="en-JM" sz="1500" spc="-1" strike="noStrike">
              <a:latin typeface="Arial"/>
            </a:endParaRPr>
          </a:p>
          <a:p>
            <a:pPr>
              <a:lnSpc>
                <a:spcPct val="100000"/>
              </a:lnSpc>
              <a:buNone/>
            </a:pPr>
            <a:endParaRPr b="0" lang="en-JM" sz="1500" spc="-1" strike="noStrike">
              <a:latin typeface="Arial"/>
            </a:endParaRPr>
          </a:p>
        </p:txBody>
      </p:sp>
      <p:pic>
        <p:nvPicPr>
          <p:cNvPr id="374" name="Picture 1" descr=""/>
          <p:cNvPicPr/>
          <p:nvPr/>
        </p:nvPicPr>
        <p:blipFill>
          <a:blip r:embed="rId1"/>
          <a:stretch/>
        </p:blipFill>
        <p:spPr>
          <a:xfrm>
            <a:off x="253800" y="1968840"/>
            <a:ext cx="3935520" cy="2571480"/>
          </a:xfrm>
          <a:prstGeom prst="rect">
            <a:avLst/>
          </a:prstGeom>
          <a:ln w="0">
            <a:noFill/>
          </a:ln>
        </p:spPr>
      </p:pic>
    </p:spTree>
  </p:cSld>
  <p:transition spd="slow">
    <p:wipe dir="l"/>
  </p:transition>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File Sharing Services</a:t>
            </a:r>
            <a:br/>
            <a:r>
              <a:rPr b="0" lang="en-US" sz="2400" spc="-1" strike="noStrike">
                <a:solidFill>
                  <a:srgbClr val="367187"/>
                </a:solidFill>
                <a:latin typeface="Arial"/>
                <a:ea typeface="ＭＳ Ｐゴシック"/>
              </a:rPr>
              <a:t>Server Message Block</a:t>
            </a:r>
            <a:endParaRPr b="0" lang="en-US" sz="2400" spc="-1" strike="noStrike">
              <a:solidFill>
                <a:srgbClr val="58585b"/>
              </a:solidFill>
              <a:latin typeface="Arial"/>
            </a:endParaRPr>
          </a:p>
        </p:txBody>
      </p:sp>
      <p:sp>
        <p:nvSpPr>
          <p:cNvPr id="376" name="PlaceHolder 2"/>
          <p:cNvSpPr>
            <a:spLocks noGrp="1"/>
          </p:cNvSpPr>
          <p:nvPr>
            <p:ph/>
          </p:nvPr>
        </p:nvSpPr>
        <p:spPr>
          <a:xfrm>
            <a:off x="155520" y="798840"/>
            <a:ext cx="4411800" cy="3693600"/>
          </a:xfrm>
          <a:prstGeom prst="rect">
            <a:avLst/>
          </a:prstGeom>
          <a:noFill/>
          <a:ln w="0">
            <a:noFill/>
          </a:ln>
        </p:spPr>
        <p:txBody>
          <a:bodyPr numCol="1" spcCol="0" rIns="182880" anchor="t">
            <a:noAutofit/>
          </a:bodyPr>
          <a:p>
            <a:pPr>
              <a:lnSpc>
                <a:spcPct val="85000"/>
              </a:lnSpc>
              <a:spcBef>
                <a:spcPts val="451"/>
              </a:spcBef>
              <a:spcAft>
                <a:spcPts val="601"/>
              </a:spcAft>
              <a:buNone/>
              <a:tabLst>
                <a:tab algn="l" pos="0"/>
              </a:tabLst>
            </a:pPr>
            <a:r>
              <a:rPr b="0" lang="en-US" sz="1500" spc="-1" strike="noStrike">
                <a:solidFill>
                  <a:srgbClr val="000000"/>
                </a:solidFill>
                <a:latin typeface="Arial"/>
                <a:ea typeface="ＭＳ Ｐゴシック"/>
              </a:rPr>
              <a:t>The Server Message Block (SMB) is a client/server, request-response file sharing protocol. Servers can make their own resources available to clients on the network.</a:t>
            </a:r>
            <a:endParaRPr b="0" lang="en-US" sz="1500" spc="-1" strike="noStrike">
              <a:solidFill>
                <a:srgbClr val="58585b"/>
              </a:solidFill>
              <a:latin typeface="Arial"/>
            </a:endParaRPr>
          </a:p>
          <a:p>
            <a:pPr>
              <a:lnSpc>
                <a:spcPct val="100000"/>
              </a:lnSpc>
              <a:spcBef>
                <a:spcPts val="601"/>
              </a:spcBef>
              <a:spcAft>
                <a:spcPts val="601"/>
              </a:spcAft>
              <a:buNone/>
              <a:tabLst>
                <a:tab algn="l" pos="0"/>
              </a:tabLst>
            </a:pPr>
            <a:r>
              <a:rPr b="0" lang="en-US" sz="1500" spc="-1" strike="noStrike">
                <a:solidFill>
                  <a:srgbClr val="000000"/>
                </a:solidFill>
                <a:latin typeface="Arial"/>
                <a:ea typeface="ＭＳ Ｐゴシック"/>
              </a:rPr>
              <a:t>Three functions of SMB messages:</a:t>
            </a:r>
            <a:endParaRPr b="0" lang="en-US" sz="15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500" spc="-1" strike="noStrike">
                <a:solidFill>
                  <a:srgbClr val="000000"/>
                </a:solidFill>
                <a:latin typeface="Arial"/>
                <a:ea typeface="ＭＳ Ｐゴシック"/>
              </a:rPr>
              <a:t>Start, authenticate, and terminate sessions</a:t>
            </a:r>
            <a:endParaRPr b="0" lang="en-US" sz="15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500" spc="-1" strike="noStrike">
                <a:solidFill>
                  <a:srgbClr val="000000"/>
                </a:solidFill>
                <a:latin typeface="Arial"/>
                <a:ea typeface="ＭＳ Ｐゴシック"/>
              </a:rPr>
              <a:t>Control file and printer access</a:t>
            </a:r>
            <a:endParaRPr b="0" lang="en-US" sz="1500" spc="-1" strike="noStrike">
              <a:solidFill>
                <a:srgbClr val="58585b"/>
              </a:solidFill>
              <a:latin typeface="Arial"/>
            </a:endParaRPr>
          </a:p>
          <a:p>
            <a:pPr lvl="2" marL="431640" indent="-169920">
              <a:lnSpc>
                <a:spcPct val="100000"/>
              </a:lnSpc>
              <a:spcBef>
                <a:spcPts val="300"/>
              </a:spcBef>
              <a:spcAft>
                <a:spcPts val="300"/>
              </a:spcAft>
              <a:buClr>
                <a:srgbClr val="000000"/>
              </a:buClr>
              <a:buFont typeface="Arial"/>
              <a:buChar char="•"/>
              <a:tabLst>
                <a:tab algn="l" pos="0"/>
              </a:tabLst>
            </a:pPr>
            <a:r>
              <a:rPr b="0" lang="en-US" sz="1500" spc="-1" strike="noStrike">
                <a:solidFill>
                  <a:srgbClr val="000000"/>
                </a:solidFill>
                <a:latin typeface="Arial"/>
                <a:ea typeface="ＭＳ Ｐゴシック"/>
              </a:rPr>
              <a:t>Allow an application to send or receive messages to or from another device</a:t>
            </a:r>
            <a:endParaRPr b="0" lang="en-US" sz="1500" spc="-1" strike="noStrike">
              <a:solidFill>
                <a:srgbClr val="58585b"/>
              </a:solidFill>
              <a:latin typeface="Arial"/>
            </a:endParaRPr>
          </a:p>
          <a:p>
            <a:pPr>
              <a:lnSpc>
                <a:spcPct val="100000"/>
              </a:lnSpc>
              <a:spcBef>
                <a:spcPts val="601"/>
              </a:spcBef>
              <a:spcAft>
                <a:spcPts val="601"/>
              </a:spcAft>
              <a:buNone/>
              <a:tabLst>
                <a:tab algn="l" pos="0"/>
              </a:tabLst>
            </a:pPr>
            <a:r>
              <a:rPr b="0" lang="en-US" sz="1500" spc="-1" strike="noStrike">
                <a:solidFill>
                  <a:srgbClr val="000000"/>
                </a:solidFill>
                <a:latin typeface="Arial"/>
                <a:ea typeface="ＭＳ Ｐゴシック"/>
              </a:rPr>
              <a:t>Unlike the file sharing supported by FTP, clients establish a long-term connection to servers. After the connection is established, the user of the client can access the resources on the server as though the resource is local to the client host.</a:t>
            </a:r>
            <a:endParaRPr b="0" lang="en-US" sz="1500" spc="-1" strike="noStrike">
              <a:solidFill>
                <a:srgbClr val="58585b"/>
              </a:solidFill>
              <a:latin typeface="Arial"/>
            </a:endParaRPr>
          </a:p>
          <a:p>
            <a:pPr>
              <a:lnSpc>
                <a:spcPct val="85000"/>
              </a:lnSpc>
              <a:spcBef>
                <a:spcPts val="451"/>
              </a:spcBef>
              <a:spcAft>
                <a:spcPts val="601"/>
              </a:spcAft>
              <a:buNone/>
              <a:tabLst>
                <a:tab algn="l" pos="0"/>
              </a:tabLst>
            </a:pPr>
            <a:endParaRPr b="0" lang="en-US" sz="1500" spc="-1" strike="noStrike">
              <a:solidFill>
                <a:srgbClr val="58585b"/>
              </a:solidFill>
              <a:latin typeface="Arial"/>
            </a:endParaRPr>
          </a:p>
          <a:p>
            <a:pPr>
              <a:lnSpc>
                <a:spcPct val="85000"/>
              </a:lnSpc>
              <a:spcBef>
                <a:spcPts val="451"/>
              </a:spcBef>
              <a:spcAft>
                <a:spcPts val="601"/>
              </a:spcAft>
              <a:buNone/>
              <a:tabLst>
                <a:tab algn="l" pos="0"/>
              </a:tabLst>
            </a:pPr>
            <a:endParaRPr b="0" lang="en-US" sz="1500" spc="-1" strike="noStrike">
              <a:solidFill>
                <a:srgbClr val="58585b"/>
              </a:solidFill>
              <a:latin typeface="Arial"/>
            </a:endParaRPr>
          </a:p>
        </p:txBody>
      </p:sp>
      <p:pic>
        <p:nvPicPr>
          <p:cNvPr id="377" name="Picture 4" descr=""/>
          <p:cNvPicPr/>
          <p:nvPr/>
        </p:nvPicPr>
        <p:blipFill>
          <a:blip r:embed="rId1"/>
          <a:stretch/>
        </p:blipFill>
        <p:spPr>
          <a:xfrm>
            <a:off x="4865040" y="1316160"/>
            <a:ext cx="3688560" cy="2510640"/>
          </a:xfrm>
          <a:prstGeom prst="rect">
            <a:avLst/>
          </a:prstGeom>
          <a:ln w="0">
            <a:noFill/>
          </a:ln>
        </p:spPr>
      </p:pic>
    </p:spTree>
  </p:cSld>
  <p:transition spd="slow">
    <p:wipe dir="l"/>
  </p:transition>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title"/>
          </p:nvPr>
        </p:nvSpPr>
        <p:spPr>
          <a:xfrm>
            <a:off x="416520" y="1798200"/>
            <a:ext cx="8280000" cy="919080"/>
          </a:xfrm>
          <a:prstGeom prst="rect">
            <a:avLst/>
          </a:prstGeom>
          <a:noFill/>
          <a:ln w="0">
            <a:noFill/>
          </a:ln>
        </p:spPr>
        <p:txBody>
          <a:bodyPr numCol="1" spcCol="0" anchor="b">
            <a:noAutofit/>
          </a:bodyPr>
          <a:p>
            <a:pPr>
              <a:lnSpc>
                <a:spcPct val="90000"/>
              </a:lnSpc>
              <a:buNone/>
              <a:tabLst>
                <a:tab algn="l" pos="0"/>
              </a:tabLst>
            </a:pPr>
            <a:r>
              <a:rPr b="0" lang="en-US" sz="4600" spc="-1" strike="noStrike">
                <a:solidFill>
                  <a:srgbClr val="afe8fb"/>
                </a:solidFill>
                <a:latin typeface="Arial"/>
                <a:ea typeface="ＭＳ Ｐゴシック"/>
              </a:rPr>
              <a:t>15.6 Module Practice and Quiz</a:t>
            </a:r>
            <a:endParaRPr b="0" lang="en-US" sz="4600" spc="-1" strike="noStrike">
              <a:solidFill>
                <a:srgbClr val="58585b"/>
              </a:solidFill>
              <a:latin typeface="Arial"/>
            </a:endParaRPr>
          </a:p>
        </p:txBody>
      </p:sp>
    </p:spTree>
  </p:cSld>
  <p:transition spd="slow">
    <p:wipe dir="l"/>
  </p:transition>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title"/>
          </p:nvPr>
        </p:nvSpPr>
        <p:spPr>
          <a:xfrm>
            <a:off x="0" y="41400"/>
            <a:ext cx="9143640" cy="75708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Module Practice and Quiz</a:t>
            </a:r>
            <a:br/>
            <a:r>
              <a:rPr b="0" lang="en-US" sz="2400" spc="-1" strike="noStrike">
                <a:solidFill>
                  <a:srgbClr val="367187"/>
                </a:solidFill>
                <a:latin typeface="Arial"/>
                <a:ea typeface="ＭＳ Ｐゴシック"/>
              </a:rPr>
              <a:t>What did I learn in this module?</a:t>
            </a:r>
            <a:endParaRPr b="0" lang="en-US" sz="2400" spc="-1" strike="noStrike">
              <a:solidFill>
                <a:srgbClr val="58585b"/>
              </a:solidFill>
              <a:latin typeface="Arial"/>
            </a:endParaRPr>
          </a:p>
        </p:txBody>
      </p:sp>
      <p:sp>
        <p:nvSpPr>
          <p:cNvPr id="380" name="PlaceHolder 2"/>
          <p:cNvSpPr>
            <a:spLocks noGrp="1"/>
          </p:cNvSpPr>
          <p:nvPr>
            <p:ph/>
          </p:nvPr>
        </p:nvSpPr>
        <p:spPr>
          <a:xfrm>
            <a:off x="145440" y="798840"/>
            <a:ext cx="8708760" cy="3923280"/>
          </a:xfrm>
          <a:prstGeom prst="rect">
            <a:avLst/>
          </a:prstGeom>
          <a:noFill/>
          <a:ln w="0">
            <a:noFill/>
          </a:ln>
        </p:spPr>
        <p:txBody>
          <a:bodyPr numCol="1" spcCol="0" rIns="182880" anchor="t">
            <a:noAutofit/>
          </a:bodyPr>
          <a:p>
            <a:pPr marL="169920" indent="-169920">
              <a:lnSpc>
                <a:spcPct val="85000"/>
              </a:lnSpc>
              <a:spcBef>
                <a:spcPts val="374"/>
              </a:spcBef>
              <a:spcAft>
                <a:spcPts val="601"/>
              </a:spcAft>
              <a:buClr>
                <a:srgbClr val="58585b"/>
              </a:buClr>
              <a:buSzPct val="90000"/>
              <a:buFont typeface="Arial"/>
              <a:buChar char="•"/>
            </a:pPr>
            <a:r>
              <a:rPr b="0" lang="en-US" sz="1250" spc="-1" strike="noStrike">
                <a:solidFill>
                  <a:srgbClr val="000000"/>
                </a:solidFill>
                <a:latin typeface="Arial"/>
                <a:ea typeface="ＭＳ Ｐゴシック"/>
              </a:rPr>
              <a:t>Application layer protocols are used to exchange data between programs running on the source and destination hosts. The presentation layer has three primary functions: formatting, or presenting data, compressing data, and encrypting data for transmission and decrypting data upon receipt. The session layer creates and maintains dialogs between source and destination applications. </a:t>
            </a:r>
            <a:endParaRPr b="0" lang="en-US" sz="1250" spc="-1" strike="noStrike">
              <a:solidFill>
                <a:srgbClr val="58585b"/>
              </a:solidFill>
              <a:latin typeface="Arial"/>
            </a:endParaRPr>
          </a:p>
          <a:p>
            <a:pPr marL="169920" indent="-169920">
              <a:lnSpc>
                <a:spcPct val="85000"/>
              </a:lnSpc>
              <a:spcBef>
                <a:spcPts val="374"/>
              </a:spcBef>
              <a:spcAft>
                <a:spcPts val="601"/>
              </a:spcAft>
              <a:buClr>
                <a:srgbClr val="58585b"/>
              </a:buClr>
              <a:buSzPct val="90000"/>
              <a:buFont typeface="Arial"/>
              <a:buChar char="•"/>
            </a:pPr>
            <a:r>
              <a:rPr b="0" lang="en-US" sz="1250" spc="-1" strike="noStrike">
                <a:solidFill>
                  <a:srgbClr val="000000"/>
                </a:solidFill>
                <a:latin typeface="Arial"/>
                <a:ea typeface="ＭＳ Ｐゴシック"/>
              </a:rPr>
              <a:t>In the client/server model, the device requesting the information is called a client and the device responding to the request is called a server. </a:t>
            </a:r>
            <a:endParaRPr b="0" lang="en-US" sz="1250" spc="-1" strike="noStrike">
              <a:solidFill>
                <a:srgbClr val="58585b"/>
              </a:solidFill>
              <a:latin typeface="Arial"/>
            </a:endParaRPr>
          </a:p>
          <a:p>
            <a:pPr marL="169920" indent="-169920">
              <a:lnSpc>
                <a:spcPct val="85000"/>
              </a:lnSpc>
              <a:spcBef>
                <a:spcPts val="374"/>
              </a:spcBef>
              <a:spcAft>
                <a:spcPts val="601"/>
              </a:spcAft>
              <a:buClr>
                <a:srgbClr val="58585b"/>
              </a:buClr>
              <a:buSzPct val="90000"/>
              <a:buFont typeface="Arial"/>
              <a:buChar char="•"/>
            </a:pPr>
            <a:r>
              <a:rPr b="0" lang="en-US" sz="1250" spc="-1" strike="noStrike">
                <a:solidFill>
                  <a:srgbClr val="000000"/>
                </a:solidFill>
                <a:latin typeface="Arial"/>
                <a:ea typeface="ＭＳ Ｐゴシック"/>
              </a:rPr>
              <a:t>In a P2P network, two or more computers are connected via a network and can share resources without having a dedicated server.</a:t>
            </a:r>
            <a:endParaRPr b="0" lang="en-US" sz="1250" spc="-1" strike="noStrike">
              <a:solidFill>
                <a:srgbClr val="58585b"/>
              </a:solidFill>
              <a:latin typeface="Arial"/>
            </a:endParaRPr>
          </a:p>
          <a:p>
            <a:pPr marL="169920" indent="-169920">
              <a:lnSpc>
                <a:spcPct val="85000"/>
              </a:lnSpc>
              <a:spcBef>
                <a:spcPts val="374"/>
              </a:spcBef>
              <a:spcAft>
                <a:spcPts val="601"/>
              </a:spcAft>
              <a:buClr>
                <a:srgbClr val="58585b"/>
              </a:buClr>
              <a:buSzPct val="90000"/>
              <a:buFont typeface="Arial"/>
              <a:buChar char="•"/>
            </a:pPr>
            <a:r>
              <a:rPr b="0" lang="en-US" sz="1250" spc="-1" strike="noStrike">
                <a:solidFill>
                  <a:srgbClr val="000000"/>
                </a:solidFill>
                <a:latin typeface="Arial"/>
                <a:ea typeface="ＭＳ Ｐゴシック"/>
              </a:rPr>
              <a:t>The three common HTTP message types are GET, POST, and PUT.  </a:t>
            </a:r>
            <a:endParaRPr b="0" lang="en-US" sz="1250" spc="-1" strike="noStrike">
              <a:solidFill>
                <a:srgbClr val="58585b"/>
              </a:solidFill>
              <a:latin typeface="Arial"/>
            </a:endParaRPr>
          </a:p>
          <a:p>
            <a:pPr marL="169920" indent="-169920">
              <a:lnSpc>
                <a:spcPct val="85000"/>
              </a:lnSpc>
              <a:spcBef>
                <a:spcPts val="374"/>
              </a:spcBef>
              <a:spcAft>
                <a:spcPts val="601"/>
              </a:spcAft>
              <a:buClr>
                <a:srgbClr val="58585b"/>
              </a:buClr>
              <a:buSzPct val="90000"/>
              <a:buFont typeface="Arial"/>
              <a:buChar char="•"/>
            </a:pPr>
            <a:r>
              <a:rPr b="0" lang="en-US" sz="1250" spc="-1" strike="noStrike">
                <a:solidFill>
                  <a:srgbClr val="000000"/>
                </a:solidFill>
                <a:latin typeface="Arial"/>
                <a:ea typeface="ＭＳ Ｐゴシック"/>
              </a:rPr>
              <a:t>Email supports three separate protocols for operation: SMTP, POP, and IMAP.</a:t>
            </a:r>
            <a:endParaRPr b="0" lang="en-US" sz="1250" spc="-1" strike="noStrike">
              <a:solidFill>
                <a:srgbClr val="58585b"/>
              </a:solidFill>
              <a:latin typeface="Arial"/>
            </a:endParaRPr>
          </a:p>
          <a:p>
            <a:pPr marL="169920" indent="-169920">
              <a:lnSpc>
                <a:spcPct val="85000"/>
              </a:lnSpc>
              <a:spcBef>
                <a:spcPts val="374"/>
              </a:spcBef>
              <a:spcAft>
                <a:spcPts val="601"/>
              </a:spcAft>
              <a:buClr>
                <a:srgbClr val="58585b"/>
              </a:buClr>
              <a:buSzPct val="90000"/>
              <a:buFont typeface="Arial"/>
              <a:buChar char="•"/>
            </a:pPr>
            <a:r>
              <a:rPr b="0" lang="en-US" sz="1250" spc="-1" strike="noStrike">
                <a:solidFill>
                  <a:srgbClr val="000000"/>
                </a:solidFill>
                <a:latin typeface="Arial"/>
                <a:ea typeface="ＭＳ Ｐゴシック"/>
              </a:rPr>
              <a:t>DNS protocol matches resource names with the required numeric network address. </a:t>
            </a:r>
            <a:endParaRPr b="0" lang="en-US" sz="1250" spc="-1" strike="noStrike">
              <a:solidFill>
                <a:srgbClr val="58585b"/>
              </a:solidFill>
              <a:latin typeface="Arial"/>
            </a:endParaRPr>
          </a:p>
          <a:p>
            <a:pPr marL="169920" indent="-169920">
              <a:lnSpc>
                <a:spcPct val="85000"/>
              </a:lnSpc>
              <a:spcBef>
                <a:spcPts val="374"/>
              </a:spcBef>
              <a:spcAft>
                <a:spcPts val="601"/>
              </a:spcAft>
              <a:buClr>
                <a:srgbClr val="58585b"/>
              </a:buClr>
              <a:buSzPct val="90000"/>
              <a:buFont typeface="Arial"/>
              <a:buChar char="•"/>
            </a:pPr>
            <a:r>
              <a:rPr b="0" lang="en-US" sz="1250" spc="-1" strike="noStrike">
                <a:solidFill>
                  <a:srgbClr val="000000"/>
                </a:solidFill>
                <a:latin typeface="Arial"/>
                <a:ea typeface="ＭＳ Ｐゴシック"/>
              </a:rPr>
              <a:t>DHCP for IPv4 service automates the assignment of IPv4 addresses, subnet masks, gateways, and other IPv4 networking parameters. The DHCPv6 messages are SOLICIT, ADVERTISE, INFORMATION REQUEST, and REPLY.</a:t>
            </a:r>
            <a:endParaRPr b="0" lang="en-US" sz="1250" spc="-1" strike="noStrike">
              <a:solidFill>
                <a:srgbClr val="58585b"/>
              </a:solidFill>
              <a:latin typeface="Arial"/>
            </a:endParaRPr>
          </a:p>
          <a:p>
            <a:pPr marL="169920" indent="-169920">
              <a:lnSpc>
                <a:spcPct val="85000"/>
              </a:lnSpc>
              <a:spcBef>
                <a:spcPts val="374"/>
              </a:spcBef>
              <a:spcAft>
                <a:spcPts val="601"/>
              </a:spcAft>
              <a:buClr>
                <a:srgbClr val="58585b"/>
              </a:buClr>
              <a:buSzPct val="90000"/>
              <a:buFont typeface="Arial"/>
              <a:buChar char="•"/>
            </a:pPr>
            <a:r>
              <a:rPr b="0" lang="en-US" sz="1250" spc="-1" strike="noStrike">
                <a:solidFill>
                  <a:srgbClr val="000000"/>
                </a:solidFill>
                <a:latin typeface="Arial"/>
                <a:ea typeface="ＭＳ Ｐゴシック"/>
              </a:rPr>
              <a:t>An FTP client is an application which runs on a computer that is being used to push and pull data from an FTP server. </a:t>
            </a:r>
            <a:endParaRPr b="0" lang="en-US" sz="1250" spc="-1" strike="noStrike">
              <a:solidFill>
                <a:srgbClr val="58585b"/>
              </a:solidFill>
              <a:latin typeface="Arial"/>
            </a:endParaRPr>
          </a:p>
          <a:p>
            <a:pPr marL="169920" indent="-169920">
              <a:lnSpc>
                <a:spcPct val="85000"/>
              </a:lnSpc>
              <a:spcBef>
                <a:spcPts val="374"/>
              </a:spcBef>
              <a:spcAft>
                <a:spcPts val="601"/>
              </a:spcAft>
              <a:buClr>
                <a:srgbClr val="58585b"/>
              </a:buClr>
              <a:buSzPct val="90000"/>
              <a:buFont typeface="Arial"/>
              <a:buChar char="•"/>
            </a:pPr>
            <a:r>
              <a:rPr b="0" lang="en-US" sz="1250" spc="-1" strike="noStrike">
                <a:solidFill>
                  <a:srgbClr val="000000"/>
                </a:solidFill>
                <a:latin typeface="Arial"/>
                <a:ea typeface="ＭＳ Ｐゴシック"/>
              </a:rPr>
              <a:t>Three functions of SMB messages: start, authenticate, and terminate sessions, control file and printer access, and allow an application to send or receive messages to or from another device. </a:t>
            </a:r>
            <a:endParaRPr b="0" lang="en-US" sz="1250" spc="-1" strike="noStrike">
              <a:solidFill>
                <a:srgbClr val="58585b"/>
              </a:solidFill>
              <a:latin typeface="Arial"/>
            </a:endParaRPr>
          </a:p>
          <a:p>
            <a:pPr>
              <a:lnSpc>
                <a:spcPct val="85000"/>
              </a:lnSpc>
              <a:spcBef>
                <a:spcPts val="360"/>
              </a:spcBef>
              <a:spcAft>
                <a:spcPts val="601"/>
              </a:spcAft>
              <a:buNone/>
            </a:pPr>
            <a:endParaRPr b="0" lang="en-US" sz="1250" spc="-1" strike="noStrike">
              <a:solidFill>
                <a:srgbClr val="58585b"/>
              </a:solidFill>
              <a:latin typeface="Arial"/>
            </a:endParaRPr>
          </a:p>
          <a:p>
            <a:pPr>
              <a:lnSpc>
                <a:spcPct val="85000"/>
              </a:lnSpc>
              <a:spcBef>
                <a:spcPts val="360"/>
              </a:spcBef>
              <a:spcAft>
                <a:spcPts val="601"/>
              </a:spcAft>
              <a:buNone/>
            </a:pPr>
            <a:endParaRPr b="0" lang="en-US" sz="1250" spc="-1" strike="noStrike">
              <a:solidFill>
                <a:srgbClr val="58585b"/>
              </a:solidFill>
              <a:latin typeface="Arial"/>
            </a:endParaRPr>
          </a:p>
          <a:p>
            <a:pPr>
              <a:lnSpc>
                <a:spcPct val="85000"/>
              </a:lnSpc>
              <a:spcBef>
                <a:spcPts val="360"/>
              </a:spcBef>
              <a:spcAft>
                <a:spcPts val="601"/>
              </a:spcAft>
              <a:buNone/>
            </a:pPr>
            <a:endParaRPr b="0" lang="en-US" sz="1250" spc="-1" strike="noStrike">
              <a:solidFill>
                <a:srgbClr val="58585b"/>
              </a:solidFill>
              <a:latin typeface="Arial"/>
            </a:endParaRPr>
          </a:p>
          <a:p>
            <a:pPr>
              <a:lnSpc>
                <a:spcPct val="85000"/>
              </a:lnSpc>
              <a:spcBef>
                <a:spcPts val="360"/>
              </a:spcBef>
              <a:spcAft>
                <a:spcPts val="601"/>
              </a:spcAft>
              <a:buNone/>
            </a:pPr>
            <a:endParaRPr b="0" lang="en-US" sz="1250" spc="-1" strike="noStrike">
              <a:solidFill>
                <a:srgbClr val="58585b"/>
              </a:solidFill>
              <a:latin typeface="Arial"/>
            </a:endParaRPr>
          </a:p>
        </p:txBody>
      </p:sp>
    </p:spTree>
  </p:cSld>
  <p:transition spd="slow">
    <p:wipe dir="l"/>
  </p:transition>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381" name="PlaceHolder 1"/>
          <p:cNvSpPr>
            <a:spLocks noGrp="1"/>
          </p:cNvSpPr>
          <p:nvPr>
            <p:ph type="title"/>
          </p:nvPr>
        </p:nvSpPr>
        <p:spPr>
          <a:xfrm>
            <a:off x="0" y="41400"/>
            <a:ext cx="9143640" cy="608760"/>
          </a:xfrm>
          <a:prstGeom prst="rect">
            <a:avLst/>
          </a:prstGeom>
          <a:noFill/>
          <a:ln w="0">
            <a:noFill/>
          </a:ln>
        </p:spPr>
        <p:txBody>
          <a:bodyPr numCol="1" spcCol="0" anchor="ctr">
            <a:noAutofit/>
          </a:bodyPr>
          <a:p>
            <a:pPr>
              <a:lnSpc>
                <a:spcPct val="100000"/>
              </a:lnSpc>
              <a:buNone/>
            </a:pPr>
            <a:r>
              <a:rPr b="0" lang="en-US" sz="1600" spc="-1" strike="noStrike">
                <a:solidFill>
                  <a:srgbClr val="367187"/>
                </a:solidFill>
                <a:latin typeface="Arial"/>
                <a:ea typeface="ＭＳ Ｐゴシック"/>
              </a:rPr>
              <a:t>Module 15 : Application Layer</a:t>
            </a:r>
            <a:br/>
            <a:r>
              <a:rPr b="0" lang="en-US" sz="2400" spc="-1" strike="noStrike">
                <a:solidFill>
                  <a:srgbClr val="367187"/>
                </a:solidFill>
                <a:latin typeface="Arial"/>
                <a:ea typeface="ＭＳ Ｐゴシック"/>
              </a:rPr>
              <a:t>New Terms and Commands</a:t>
            </a:r>
            <a:endParaRPr b="0" lang="en-US" sz="2400" spc="-1" strike="noStrike">
              <a:solidFill>
                <a:srgbClr val="58585b"/>
              </a:solidFill>
              <a:latin typeface="Arial"/>
            </a:endParaRPr>
          </a:p>
        </p:txBody>
      </p:sp>
      <p:graphicFrame>
        <p:nvGraphicFramePr>
          <p:cNvPr id="382" name="Content Placeholder 2"/>
          <p:cNvGraphicFramePr/>
          <p:nvPr/>
        </p:nvGraphicFramePr>
        <p:xfrm>
          <a:off x="977760" y="702360"/>
          <a:ext cx="7188480" cy="3631680"/>
        </p:xfrm>
        <a:graphic>
          <a:graphicData uri="http://schemas.openxmlformats.org/drawingml/2006/table">
            <a:tbl>
              <a:tblPr/>
              <a:tblGrid>
                <a:gridCol w="3490200"/>
                <a:gridCol w="3698280"/>
              </a:tblGrid>
              <a:tr h="3632040">
                <a:tc>
                  <a:txBody>
                    <a:bodyPr anchor="t">
                      <a:noAutofit/>
                    </a:bodyPr>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Application Layer</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Presentation Layer</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Session Layer</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Client-server model</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Peer-to-peer</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Uniform Resource Locator (URL)</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Uniform Resource Identifiers (URI)</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HTTP/HTTPS</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GET</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POST</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PUT</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SMTP</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POP</a:t>
                      </a:r>
                      <a:endParaRPr b="0" lang="en-JM" sz="1400" spc="-1" strike="noStrike">
                        <a:latin typeface="Arial"/>
                      </a:endParaRPr>
                    </a:p>
                  </a:txBody>
                  <a:tcPr anchor="t" marL="91440" marR="91440">
                    <a:lnL w="12240">
                      <a:solidFill>
                        <a:srgbClr val="58585b"/>
                      </a:solidFill>
                    </a:lnL>
                    <a:lnR w="12240">
                      <a:solidFill>
                        <a:srgbClr val="58585b"/>
                      </a:solidFill>
                    </a:lnR>
                    <a:lnT w="12240">
                      <a:solidFill>
                        <a:srgbClr val="58585b"/>
                      </a:solidFill>
                    </a:lnT>
                    <a:lnB w="12240">
                      <a:solidFill>
                        <a:srgbClr val="58585b"/>
                      </a:solidFill>
                    </a:lnB>
                    <a:solidFill>
                      <a:srgbClr val="ffffff"/>
                    </a:solidFill>
                  </a:tcPr>
                </a:tc>
                <a:tc>
                  <a:txBody>
                    <a:bodyPr anchor="t">
                      <a:noAutofit/>
                    </a:bodyPr>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IMAP</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Domain Name Service (DNS)</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Fully-Qualified Domain Names (FQDNs)</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nslookup</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Dynamic Host Configuration Protocol (DHCP)</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DHCPDISCOVER</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DHCPOFFER</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DHCPREQUEST</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DHCPACK</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File Transfer Protocol (FTP)</a:t>
                      </a:r>
                      <a:endParaRPr b="0" lang="en-JM" sz="1400" spc="-1" strike="noStrike">
                        <a:latin typeface="Arial"/>
                      </a:endParaRPr>
                    </a:p>
                    <a:p>
                      <a:pPr marL="173160" indent="-173160">
                        <a:lnSpc>
                          <a:spcPct val="100000"/>
                        </a:lnSpc>
                        <a:spcBef>
                          <a:spcPts val="201"/>
                        </a:spcBef>
                        <a:spcAft>
                          <a:spcPts val="201"/>
                        </a:spcAft>
                        <a:buClr>
                          <a:srgbClr val="58585b"/>
                        </a:buClr>
                        <a:buFont typeface="Arial"/>
                        <a:buChar char="•"/>
                      </a:pPr>
                      <a:r>
                        <a:rPr b="0" lang="en-US" sz="1400" spc="-1" strike="noStrike">
                          <a:solidFill>
                            <a:srgbClr val="58585b"/>
                          </a:solidFill>
                          <a:latin typeface="Arial"/>
                        </a:rPr>
                        <a:t>Server Message Block (SMB)</a:t>
                      </a:r>
                      <a:endParaRPr b="0" lang="en-JM" sz="1400" spc="-1" strike="noStrike">
                        <a:latin typeface="Arial"/>
                      </a:endParaRPr>
                    </a:p>
                  </a:txBody>
                  <a:tcPr anchor="t" marL="91440" marR="91440">
                    <a:lnL w="12240">
                      <a:solidFill>
                        <a:srgbClr val="58585b"/>
                      </a:solidFill>
                    </a:lnL>
                    <a:lnR w="12240">
                      <a:solidFill>
                        <a:srgbClr val="58585b"/>
                      </a:solidFill>
                    </a:lnR>
                    <a:lnT w="12240">
                      <a:solidFill>
                        <a:srgbClr val="58585b"/>
                      </a:solidFill>
                    </a:lnT>
                    <a:lnB w="12240">
                      <a:solidFill>
                        <a:srgbClr val="58585b"/>
                      </a:solidFill>
                    </a:lnB>
                    <a:solidFill>
                      <a:srgbClr val="ffffff"/>
                    </a:solidFill>
                  </a:tcPr>
                </a:tc>
              </a:tr>
            </a:tbl>
          </a:graphicData>
        </a:graphic>
      </p:graphicFrame>
    </p:spTree>
  </p:cSld>
  <p:transition spd="slow">
    <p:wipe dir="l"/>
  </p:transition>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transition spd="slow">
    <p:wipe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Default Theme</Template>
  <TotalTime>8404</TotalTime>
  <Application>LibreOffice/7.2.7.2$Windows_X86_64 LibreOffice_project/8d71d29d553c0f7dcbfa38fbfda25ee34cce99a2</Application>
  <AppVersion>15.0000</AppVersion>
  <Words>4515</Words>
  <Paragraphs>513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dc:description/>
  <dc:language>en-JM</dc:language>
  <cp:lastModifiedBy/>
  <dcterms:modified xsi:type="dcterms:W3CDTF">2025-06-11T18:08:49Z</dcterms:modified>
  <cp:revision>295</cp:revision>
  <dc:subject/>
  <dc:title>Chapter 2: Basic Switch and End Device Configuration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F9A496F7-57D7-4028-9572-D40DFDF3715A</vt:lpwstr>
  </property>
  <property fmtid="{D5CDD505-2E9C-101B-9397-08002B2CF9AE}" pid="3" name="ArticulatePath">
    <vt:lpwstr>ITE7_Chp9_by_jg</vt:lpwstr>
  </property>
  <property fmtid="{D5CDD505-2E9C-101B-9397-08002B2CF9AE}" pid="4" name="HiddenSlides">
    <vt:i4>9</vt:i4>
  </property>
  <property fmtid="{D5CDD505-2E9C-101B-9397-08002B2CF9AE}" pid="5" name="Jive_LatestUserAccountName">
    <vt:lpwstr>alljohns</vt:lpwstr>
  </property>
  <property fmtid="{D5CDD505-2E9C-101B-9397-08002B2CF9AE}" pid="6" name="Jive_VersionGuid">
    <vt:lpwstr>fd96a0b3-f68d-4727-8e4f-2128d37ed30a</vt:lpwstr>
  </property>
  <property fmtid="{D5CDD505-2E9C-101B-9397-08002B2CF9AE}" pid="7" name="Notes">
    <vt:i4>43</vt:i4>
  </property>
  <property fmtid="{D5CDD505-2E9C-101B-9397-08002B2CF9AE}" pid="8" name="Offisync_ProviderInitializationData">
    <vt:lpwstr>https://cisco.jiveon.com</vt:lpwstr>
  </property>
  <property fmtid="{D5CDD505-2E9C-101B-9397-08002B2CF9AE}" pid="9" name="Offisync_ServerID">
    <vt:lpwstr>07841bbc-cd3c-4a76-827f-75a2226890f4</vt:lpwstr>
  </property>
  <property fmtid="{D5CDD505-2E9C-101B-9397-08002B2CF9AE}" pid="10" name="Offisync_UniqueId">
    <vt:lpwstr>1702406</vt:lpwstr>
  </property>
  <property fmtid="{D5CDD505-2E9C-101B-9397-08002B2CF9AE}" pid="11" name="Offisync_UpdateToken">
    <vt:lpwstr>1</vt:lpwstr>
  </property>
  <property fmtid="{D5CDD505-2E9C-101B-9397-08002B2CF9AE}" pid="12" name="PresentationFormat">
    <vt:lpwstr>On-screen Show (16:9)</vt:lpwstr>
  </property>
  <property fmtid="{D5CDD505-2E9C-101B-9397-08002B2CF9AE}" pid="13" name="Slides">
    <vt:i4>45</vt:i4>
  </property>
</Properties>
</file>